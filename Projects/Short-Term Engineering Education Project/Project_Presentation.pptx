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2" r:id="rId3"/>
    <p:sldId id="265" r:id="rId4"/>
    <p:sldId id="266" r:id="rId5"/>
    <p:sldId id="263" r:id="rId6"/>
    <p:sldId id="273" r:id="rId7"/>
    <p:sldId id="267" r:id="rId8"/>
    <p:sldId id="264" r:id="rId9"/>
    <p:sldId id="268" r:id="rId10"/>
    <p:sldId id="274" r:id="rId11"/>
    <p:sldId id="275" r:id="rId12"/>
    <p:sldId id="276" r:id="rId13"/>
    <p:sldId id="277" r:id="rId14"/>
    <p:sldId id="278" r:id="rId15"/>
    <p:sldId id="271" r:id="rId16"/>
    <p:sldId id="280" r:id="rId17"/>
    <p:sldId id="281" r:id="rId18"/>
    <p:sldId id="283" r:id="rId19"/>
    <p:sldId id="282" r:id="rId20"/>
    <p:sldId id="284" r:id="rId21"/>
    <p:sldId id="285" r:id="rId22"/>
    <p:sldId id="286" r:id="rId23"/>
    <p:sldId id="287" r:id="rId24"/>
    <p:sldId id="288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2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5F71"/>
    <a:srgbClr val="EF95A0"/>
    <a:srgbClr val="9ED3D7"/>
    <a:srgbClr val="72BFC5"/>
    <a:srgbClr val="BBE0E3"/>
    <a:srgbClr val="434345"/>
    <a:srgbClr val="F7C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36" y="56"/>
      </p:cViewPr>
      <p:guideLst>
        <p:guide orient="horz" pos="4008"/>
        <p:guide pos="3840"/>
        <p:guide orient="horz" pos="576"/>
        <p:guide orient="horz" pos="2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DB3-46EA-82FA-166030EF326E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DB3-46EA-82FA-166030EF326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B3-46EA-82FA-166030EF32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80-4014-B3A0-2BD1E4929AE8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80-4014-B3A0-2BD1E4929AE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0-4014-B3A0-2BD1E4929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BE-458A-8566-37FC9EB79D5D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BE-458A-8566-37FC9EB79D5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BE-458A-8566-37FC9EB79D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4E2-4022-9613-9C6763EA0818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E2-4022-9613-9C6763EA081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E2-4022-9613-9C6763EA0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75-4966-82E3-F64766074EAA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975-4966-82E3-F64766074EA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75-4966-82E3-F64766074E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AD-4084-B6D0-1A05686BE8C6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AD-4084-B6D0-1A05686BE8C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AD-4084-B6D0-1A05686BE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5F-443F-8043-74B3517753AE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5F-443F-8043-74B3517753A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5F-443F-8043-74B351775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467-417A-B04C-5C3DC04AE566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467-417A-B04C-5C3DC04AE56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67-417A-B04C-5C3DC04AE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94887661030899"/>
          <c:y val="9.0460091841177453E-2"/>
          <c:w val="0.6122357174988754"/>
          <c:h val="0.82186005969417997"/>
        </c:manualLayout>
      </c:layout>
      <c:doughnutChart>
        <c:varyColors val="1"/>
        <c:ser>
          <c:idx val="0"/>
          <c:order val="0"/>
          <c:spPr>
            <a:ln w="57150"/>
          </c:spPr>
          <c:dPt>
            <c:idx val="0"/>
            <c:bubble3D val="0"/>
            <c:spPr>
              <a:solidFill>
                <a:srgbClr val="9ED3D7"/>
              </a:solidFill>
              <a:ln w="571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131-4DCB-ABCA-FBF5005ECFBC}"/>
              </c:ext>
            </c:extLst>
          </c:dPt>
          <c:dPt>
            <c:idx val="1"/>
            <c:bubble3D val="0"/>
            <c:spPr>
              <a:solidFill>
                <a:srgbClr val="434345"/>
              </a:solidFill>
              <a:ln w="571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131-4DCB-ABCA-FBF5005ECFBC}"/>
              </c:ext>
            </c:extLst>
          </c:dPt>
          <c:dPt>
            <c:idx val="2"/>
            <c:bubble3D val="0"/>
            <c:spPr>
              <a:solidFill>
                <a:srgbClr val="EF95A0"/>
              </a:solidFill>
              <a:ln w="571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131-4DCB-ABCA-FBF5005ECFBC}"/>
              </c:ext>
            </c:extLst>
          </c:dPt>
          <c:dPt>
            <c:idx val="3"/>
            <c:bubble3D val="0"/>
            <c:spPr>
              <a:solidFill>
                <a:srgbClr val="72BFC5"/>
              </a:solidFill>
              <a:ln w="571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131-4DCB-ABCA-FBF5005ECFBC}"/>
              </c:ext>
            </c:extLst>
          </c:dPt>
          <c:dPt>
            <c:idx val="4"/>
            <c:bubble3D val="0"/>
            <c:spPr>
              <a:solidFill>
                <a:srgbClr val="E75F71"/>
              </a:solidFill>
              <a:ln w="571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131-4DCB-ABCA-FBF5005ECF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Аркуш1!$A$2:$A$6</c:f>
              <c:strCache>
                <c:ptCount val="5"/>
                <c:pt idx="0">
                  <c:v>Обладнання</c:v>
                </c:pt>
                <c:pt idx="1">
                  <c:v>Оплата праці</c:v>
                </c:pt>
                <c:pt idx="2">
                  <c:v>Матеріали</c:v>
                </c:pt>
                <c:pt idx="3">
                  <c:v>ПЗ</c:v>
                </c:pt>
                <c:pt idx="4">
                  <c:v>Інше</c:v>
                </c:pt>
              </c:strCache>
            </c:strRef>
          </c:cat>
          <c:val>
            <c:numRef>
              <c:f>Аркуш1!$B$2:$B$6</c:f>
              <c:numCache>
                <c:formatCode>0%</c:formatCode>
                <c:ptCount val="5"/>
                <c:pt idx="0">
                  <c:v>0.45</c:v>
                </c:pt>
                <c:pt idx="1">
                  <c:v>0.25</c:v>
                </c:pt>
                <c:pt idx="2">
                  <c:v>0.15</c:v>
                </c:pt>
                <c:pt idx="3">
                  <c:v>0.1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131-4DCB-ABCA-FBF5005ECFB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389178407327619"/>
          <c:y val="0.35318782195415421"/>
          <c:w val="0.21411621826430396"/>
          <c:h val="0.410064029811400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7E-4FE0-9693-BE965E17BC9E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7E-4FE0-9693-BE965E17BC9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7E-4FE0-9693-BE965E17BC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F95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6B-48B5-8A69-02CB99CC26B0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6B-48B5-8A69-02CB99CC26B0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6B-48B5-8A69-02CB99CC26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66-4A25-BBF1-3C2C20576B03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66-4A25-BBF1-3C2C20576B0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66-4A25-BBF1-3C2C20576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F3-4231-853B-2C63B0FCDD51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5F3-4231-853B-2C63B0FCDD5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F3-4231-853B-2C63B0FCD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59027-ECB6-4732-957C-E67ABB19B2C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EBC299-7CF1-4364-9F8D-A22CE3BCD4C2}">
      <dgm:prSet phldrT="[Текст]"/>
      <dgm:spPr>
        <a:solidFill>
          <a:srgbClr val="9ED3D7"/>
        </a:solidFill>
        <a:ln>
          <a:solidFill>
            <a:srgbClr val="9ED3D7"/>
          </a:solidFill>
        </a:ln>
      </dgm:spPr>
      <dgm:t>
        <a:bodyPr/>
        <a:lstStyle/>
        <a:p>
          <a:r>
            <a:rPr lang="az-Cyrl-AZ" dirty="0"/>
            <a:t>ЩО БУДЕ СТВОРЕНО?</a:t>
          </a:r>
          <a:endParaRPr lang="en-US" dirty="0"/>
        </a:p>
      </dgm:t>
    </dgm:pt>
    <dgm:pt modelId="{6C46D845-6A86-4DD7-BED8-4A25D6B34005}" type="parTrans" cxnId="{4F28311B-F56B-4C6B-AD0E-C24F6C2CAFAA}">
      <dgm:prSet/>
      <dgm:spPr/>
      <dgm:t>
        <a:bodyPr/>
        <a:lstStyle/>
        <a:p>
          <a:endParaRPr lang="en-US"/>
        </a:p>
      </dgm:t>
    </dgm:pt>
    <dgm:pt modelId="{2936B7F2-1F49-4098-AAC5-EFDDEDC7CD0C}" type="sibTrans" cxnId="{4F28311B-F56B-4C6B-AD0E-C24F6C2CAFAA}">
      <dgm:prSet/>
      <dgm:spPr/>
      <dgm:t>
        <a:bodyPr/>
        <a:lstStyle/>
        <a:p>
          <a:endParaRPr lang="en-US"/>
        </a:p>
      </dgm:t>
    </dgm:pt>
    <dgm:pt modelId="{BD1A53F1-1056-4F0E-8C6D-EAD1E6781866}">
      <dgm:prSet phldrT="[Текст]" custT="1"/>
      <dgm:spPr>
        <a:solidFill>
          <a:srgbClr val="BBE0E3">
            <a:alpha val="90000"/>
          </a:srgbClr>
        </a:solidFill>
        <a:ln>
          <a:solidFill>
            <a:srgbClr val="BBE0E3">
              <a:alpha val="90000"/>
            </a:srgbClr>
          </a:solidFill>
        </a:ln>
      </dgm:spPr>
      <dgm:t>
        <a:bodyPr/>
        <a:lstStyle/>
        <a:p>
          <a:r>
            <a:rPr lang="ru-RU" sz="2000" dirty="0" err="1"/>
            <a:t>Навчально-практичний</a:t>
          </a:r>
          <a:r>
            <a:rPr lang="ru-RU" sz="2000" dirty="0"/>
            <a:t> центр
</a:t>
          </a:r>
          <a:r>
            <a:rPr lang="ru-RU" sz="2000" dirty="0" err="1"/>
            <a:t>Сучасна</a:t>
          </a:r>
          <a:r>
            <a:rPr lang="ru-RU" sz="2000" dirty="0"/>
            <a:t> </a:t>
          </a:r>
          <a:r>
            <a:rPr lang="ru-RU" sz="2000" dirty="0" err="1"/>
            <a:t>лабораторія</a:t>
          </a:r>
          <a:r>
            <a:rPr lang="ru-RU" sz="2000" dirty="0"/>
            <a:t> </a:t>
          </a:r>
          <a:r>
            <a:rPr lang="ru-RU" sz="2000" dirty="0" err="1"/>
            <a:t>технічного</a:t>
          </a:r>
          <a:r>
            <a:rPr lang="ru-RU" sz="2000" dirty="0"/>
            <a:t> </a:t>
          </a:r>
          <a:r>
            <a:rPr lang="ru-RU" sz="2000" dirty="0" err="1"/>
            <a:t>конструювання</a:t>
          </a:r>
          <a:r>
            <a:rPr lang="ru-RU" sz="2000" dirty="0"/>
            <a:t>
</a:t>
          </a:r>
          <a:r>
            <a:rPr lang="ru-RU" sz="2000" dirty="0" err="1"/>
            <a:t>Короткострокова</a:t>
          </a:r>
          <a:r>
            <a:rPr lang="ru-RU" sz="2000" dirty="0"/>
            <a:t> </a:t>
          </a:r>
          <a:r>
            <a:rPr lang="ru-RU" sz="2000" dirty="0" err="1"/>
            <a:t>освітня</a:t>
          </a:r>
          <a:r>
            <a:rPr lang="ru-RU" sz="2000" dirty="0"/>
            <a:t> </a:t>
          </a:r>
          <a:r>
            <a:rPr lang="ru-RU" sz="2000" dirty="0" err="1"/>
            <a:t>програма</a:t>
          </a:r>
          <a:r>
            <a:rPr lang="ru-RU" sz="2000" dirty="0"/>
            <a:t> (104 </a:t>
          </a:r>
          <a:r>
            <a:rPr lang="ru-RU" sz="2000" dirty="0" err="1"/>
            <a:t>години</a:t>
          </a:r>
          <a:r>
            <a:rPr lang="ru-RU" sz="2000" dirty="0"/>
            <a:t>)</a:t>
          </a:r>
          <a:endParaRPr lang="en-US" sz="2000" dirty="0"/>
        </a:p>
      </dgm:t>
    </dgm:pt>
    <dgm:pt modelId="{25E3CCFB-0595-475A-8962-BC3CF20F4E06}" type="parTrans" cxnId="{2E3714F6-5978-45F5-B7A6-4B049BBDF0F8}">
      <dgm:prSet/>
      <dgm:spPr/>
      <dgm:t>
        <a:bodyPr/>
        <a:lstStyle/>
        <a:p>
          <a:endParaRPr lang="en-US"/>
        </a:p>
      </dgm:t>
    </dgm:pt>
    <dgm:pt modelId="{471291AF-E17A-473C-9A12-44AF5F69EB3E}" type="sibTrans" cxnId="{2E3714F6-5978-45F5-B7A6-4B049BBDF0F8}">
      <dgm:prSet/>
      <dgm:spPr/>
      <dgm:t>
        <a:bodyPr/>
        <a:lstStyle/>
        <a:p>
          <a:endParaRPr lang="en-US"/>
        </a:p>
      </dgm:t>
    </dgm:pt>
    <dgm:pt modelId="{71619DB2-DD12-4FEC-97A6-E6B22FDACFD2}">
      <dgm:prSet phldrT="[Текст]"/>
      <dgm:spPr>
        <a:solidFill>
          <a:srgbClr val="EF95A0"/>
        </a:solidFill>
        <a:ln>
          <a:solidFill>
            <a:srgbClr val="EF95A0"/>
          </a:solidFill>
        </a:ln>
      </dgm:spPr>
      <dgm:t>
        <a:bodyPr/>
        <a:lstStyle/>
        <a:p>
          <a:r>
            <a:rPr lang="az-Cyrl-AZ" dirty="0"/>
            <a:t>ДЛЯ КОГО?</a:t>
          </a:r>
          <a:endParaRPr lang="en-US" dirty="0"/>
        </a:p>
      </dgm:t>
    </dgm:pt>
    <dgm:pt modelId="{D359D197-41EF-44C6-BCE8-2C3EE081D27E}" type="parTrans" cxnId="{44B6A3ED-0A0A-4D9D-8BBB-E67EC18D8507}">
      <dgm:prSet/>
      <dgm:spPr/>
      <dgm:t>
        <a:bodyPr/>
        <a:lstStyle/>
        <a:p>
          <a:endParaRPr lang="en-US"/>
        </a:p>
      </dgm:t>
    </dgm:pt>
    <dgm:pt modelId="{9D16B165-9E44-4116-9641-0BA3E72DB9A5}" type="sibTrans" cxnId="{44B6A3ED-0A0A-4D9D-8BBB-E67EC18D8507}">
      <dgm:prSet/>
      <dgm:spPr/>
      <dgm:t>
        <a:bodyPr/>
        <a:lstStyle/>
        <a:p>
          <a:endParaRPr lang="en-US"/>
        </a:p>
      </dgm:t>
    </dgm:pt>
    <dgm:pt modelId="{4B273DC8-D982-402F-B615-CA4387F17019}">
      <dgm:prSet phldrT="[Текст]" custT="1"/>
      <dgm:spPr>
        <a:solidFill>
          <a:srgbClr val="F7CAD0">
            <a:alpha val="90000"/>
          </a:srgbClr>
        </a:solidFill>
        <a:ln>
          <a:solidFill>
            <a:srgbClr val="F7CAD0">
              <a:alpha val="90000"/>
            </a:srgbClr>
          </a:solidFill>
        </a:ln>
      </dgm:spPr>
      <dgm:t>
        <a:bodyPr/>
        <a:lstStyle/>
        <a:p>
          <a:r>
            <a:rPr lang="ru-RU" sz="2000" dirty="0"/>
            <a:t>молодь
</a:t>
          </a:r>
          <a:r>
            <a:rPr lang="ru-RU" sz="2000" dirty="0" err="1"/>
            <a:t>ветерани</a:t>
          </a:r>
          <a:r>
            <a:rPr lang="ru-RU" sz="2000" dirty="0"/>
            <a:t>
</a:t>
          </a:r>
          <a:r>
            <a:rPr lang="ru-RU" sz="2000" dirty="0" err="1"/>
            <a:t>внутрішньо</a:t>
          </a:r>
          <a:r>
            <a:rPr lang="ru-RU" sz="2000" dirty="0"/>
            <a:t> </a:t>
          </a:r>
          <a:r>
            <a:rPr lang="ru-RU" sz="2000" dirty="0" err="1"/>
            <a:t>переміщені</a:t>
          </a:r>
          <a:r>
            <a:rPr lang="ru-RU" sz="2000" dirty="0"/>
            <a:t> особи
</a:t>
          </a:r>
          <a:r>
            <a:rPr lang="ru-RU" sz="2000" dirty="0" err="1"/>
            <a:t>безробітні</a:t>
          </a:r>
          <a:endParaRPr lang="en-US" sz="2000" dirty="0"/>
        </a:p>
      </dgm:t>
    </dgm:pt>
    <dgm:pt modelId="{CEAB4FC7-E368-48AB-AFE0-CEC229EB5E04}" type="parTrans" cxnId="{4B861A14-46BA-4979-833C-52AE306DF62D}">
      <dgm:prSet/>
      <dgm:spPr/>
      <dgm:t>
        <a:bodyPr/>
        <a:lstStyle/>
        <a:p>
          <a:endParaRPr lang="en-US"/>
        </a:p>
      </dgm:t>
    </dgm:pt>
    <dgm:pt modelId="{6E36E66C-4F09-46EB-9BFF-D7596B6A72ED}" type="sibTrans" cxnId="{4B861A14-46BA-4979-833C-52AE306DF62D}">
      <dgm:prSet/>
      <dgm:spPr/>
      <dgm:t>
        <a:bodyPr/>
        <a:lstStyle/>
        <a:p>
          <a:endParaRPr lang="en-US"/>
        </a:p>
      </dgm:t>
    </dgm:pt>
    <dgm:pt modelId="{73D43FA4-5B39-4E09-97CF-613F5195DB32}">
      <dgm:prSet phldrT="[Текст]"/>
      <dgm:spPr>
        <a:solidFill>
          <a:srgbClr val="9ED3D7"/>
        </a:solidFill>
      </dgm:spPr>
      <dgm:t>
        <a:bodyPr/>
        <a:lstStyle/>
        <a:p>
          <a:r>
            <a:rPr lang="ru-RU" dirty="0"/>
            <a:t>ЩО НЕ ВХОДИТЬ У МЕЖІ ПРОЄКТУ?</a:t>
          </a:r>
          <a:endParaRPr lang="en-US" dirty="0"/>
        </a:p>
      </dgm:t>
    </dgm:pt>
    <dgm:pt modelId="{E125BC83-81B1-4CFC-A72B-44600FB8515C}" type="parTrans" cxnId="{4B3DC0E6-CCB1-4450-9043-2B5955691342}">
      <dgm:prSet/>
      <dgm:spPr/>
      <dgm:t>
        <a:bodyPr/>
        <a:lstStyle/>
        <a:p>
          <a:endParaRPr lang="en-US"/>
        </a:p>
      </dgm:t>
    </dgm:pt>
    <dgm:pt modelId="{AAFFF660-F81D-4126-A0F1-EB599D683DA8}" type="sibTrans" cxnId="{4B3DC0E6-CCB1-4450-9043-2B5955691342}">
      <dgm:prSet/>
      <dgm:spPr/>
      <dgm:t>
        <a:bodyPr/>
        <a:lstStyle/>
        <a:p>
          <a:endParaRPr lang="en-US"/>
        </a:p>
      </dgm:t>
    </dgm:pt>
    <dgm:pt modelId="{0C22DF2D-E29F-4B63-A8FF-CD5F8A702565}">
      <dgm:prSet phldrT="[Текст]" custT="1"/>
      <dgm:spPr>
        <a:solidFill>
          <a:srgbClr val="BBE0E3">
            <a:alpha val="90000"/>
          </a:srgbClr>
        </a:solidFill>
        <a:ln>
          <a:solidFill>
            <a:srgbClr val="BBE0E3">
              <a:alpha val="90000"/>
            </a:srgbClr>
          </a:solidFill>
        </a:ln>
      </dgm:spPr>
      <dgm:t>
        <a:bodyPr/>
        <a:lstStyle/>
        <a:p>
          <a:r>
            <a:rPr lang="ru-RU" sz="2000" dirty="0" err="1"/>
            <a:t>довгострокові</a:t>
          </a:r>
          <a:r>
            <a:rPr lang="ru-RU" sz="2000" dirty="0"/>
            <a:t> </a:t>
          </a:r>
          <a:r>
            <a:rPr lang="ru-RU" sz="2000" dirty="0" err="1"/>
            <a:t>освітні</a:t>
          </a:r>
          <a:r>
            <a:rPr lang="ru-RU" sz="2000" dirty="0"/>
            <a:t> </a:t>
          </a:r>
          <a:r>
            <a:rPr lang="ru-RU" sz="2000" dirty="0" err="1"/>
            <a:t>програми</a:t>
          </a:r>
          <a:r>
            <a:rPr lang="ru-RU" sz="2000" dirty="0"/>
            <a:t>;
</a:t>
          </a:r>
          <a:r>
            <a:rPr lang="ru-RU" sz="2000" dirty="0" err="1"/>
            <a:t>будівництво</a:t>
          </a:r>
          <a:r>
            <a:rPr lang="ru-RU" sz="2000" dirty="0"/>
            <a:t> </a:t>
          </a:r>
          <a:r>
            <a:rPr lang="ru-RU" sz="2000" dirty="0" err="1"/>
            <a:t>нових</a:t>
          </a:r>
          <a:r>
            <a:rPr lang="ru-RU" sz="2000" dirty="0"/>
            <a:t> </a:t>
          </a:r>
          <a:r>
            <a:rPr lang="ru-RU" sz="2000" dirty="0" err="1"/>
            <a:t>приміщень</a:t>
          </a:r>
          <a:r>
            <a:rPr lang="ru-RU" sz="2000" dirty="0"/>
            <a:t>;
</a:t>
          </a:r>
          <a:r>
            <a:rPr lang="ru-RU" sz="2000" dirty="0" err="1"/>
            <a:t>масштабування</a:t>
          </a:r>
          <a:r>
            <a:rPr lang="ru-RU" sz="2000" dirty="0"/>
            <a:t> на </a:t>
          </a:r>
          <a:r>
            <a:rPr lang="ru-RU" sz="2000" dirty="0" err="1"/>
            <a:t>інші</a:t>
          </a:r>
          <a:r>
            <a:rPr lang="ru-RU" sz="2000" dirty="0"/>
            <a:t> </a:t>
          </a:r>
          <a:r>
            <a:rPr lang="ru-RU" sz="2000" dirty="0" err="1"/>
            <a:t>регіони</a:t>
          </a:r>
          <a:r>
            <a:rPr lang="ru-RU" sz="2000" dirty="0"/>
            <a:t> в межах поточного гранту.</a:t>
          </a:r>
          <a:endParaRPr lang="en-US" sz="2000" dirty="0"/>
        </a:p>
      </dgm:t>
    </dgm:pt>
    <dgm:pt modelId="{15191231-DC8E-447C-97D6-C1CA325481BB}" type="parTrans" cxnId="{3DA5C888-60EE-49CE-B5B1-A8472EFD79ED}">
      <dgm:prSet/>
      <dgm:spPr/>
      <dgm:t>
        <a:bodyPr/>
        <a:lstStyle/>
        <a:p>
          <a:endParaRPr lang="en-US"/>
        </a:p>
      </dgm:t>
    </dgm:pt>
    <dgm:pt modelId="{AD7687F3-36C9-4AEC-9CFB-7DBDAD90DF88}" type="sibTrans" cxnId="{3DA5C888-60EE-49CE-B5B1-A8472EFD79ED}">
      <dgm:prSet/>
      <dgm:spPr/>
      <dgm:t>
        <a:bodyPr/>
        <a:lstStyle/>
        <a:p>
          <a:endParaRPr lang="en-US"/>
        </a:p>
      </dgm:t>
    </dgm:pt>
    <dgm:pt modelId="{6FFA5289-D420-4863-B2EB-4D38CE49DB9B}" type="pres">
      <dgm:prSet presAssocID="{F9E59027-ECB6-4732-957C-E67ABB19B2C1}" presName="Name0" presStyleCnt="0">
        <dgm:presLayoutVars>
          <dgm:dir/>
          <dgm:animLvl val="lvl"/>
          <dgm:resizeHandles val="exact"/>
        </dgm:presLayoutVars>
      </dgm:prSet>
      <dgm:spPr/>
    </dgm:pt>
    <dgm:pt modelId="{A32C4C07-29C7-4F3F-B8B2-F6D10FC4455D}" type="pres">
      <dgm:prSet presAssocID="{2BEBC299-7CF1-4364-9F8D-A22CE3BCD4C2}" presName="composite" presStyleCnt="0"/>
      <dgm:spPr/>
    </dgm:pt>
    <dgm:pt modelId="{FC3DFBC6-E1AB-4C72-B37E-721307CC7741}" type="pres">
      <dgm:prSet presAssocID="{2BEBC299-7CF1-4364-9F8D-A22CE3BCD4C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753CD87-023A-4CE5-B9B1-A503CAE0C801}" type="pres">
      <dgm:prSet presAssocID="{2BEBC299-7CF1-4364-9F8D-A22CE3BCD4C2}" presName="desTx" presStyleLbl="alignAccFollowNode1" presStyleIdx="0" presStyleCnt="3">
        <dgm:presLayoutVars>
          <dgm:bulletEnabled val="1"/>
        </dgm:presLayoutVars>
      </dgm:prSet>
      <dgm:spPr/>
    </dgm:pt>
    <dgm:pt modelId="{62D83B42-C644-4B31-8EEA-39318C9BB122}" type="pres">
      <dgm:prSet presAssocID="{2936B7F2-1F49-4098-AAC5-EFDDEDC7CD0C}" presName="space" presStyleCnt="0"/>
      <dgm:spPr/>
    </dgm:pt>
    <dgm:pt modelId="{A5FE31A3-DE6F-451E-BBBB-E37A809D3FBA}" type="pres">
      <dgm:prSet presAssocID="{71619DB2-DD12-4FEC-97A6-E6B22FDACFD2}" presName="composite" presStyleCnt="0"/>
      <dgm:spPr/>
    </dgm:pt>
    <dgm:pt modelId="{65C8379C-F000-457C-A692-0B43EF936B20}" type="pres">
      <dgm:prSet presAssocID="{71619DB2-DD12-4FEC-97A6-E6B22FDACFD2}" presName="parTx" presStyleLbl="alignNode1" presStyleIdx="1" presStyleCnt="3" custLinFactNeighborY="-931">
        <dgm:presLayoutVars>
          <dgm:chMax val="0"/>
          <dgm:chPref val="0"/>
          <dgm:bulletEnabled val="1"/>
        </dgm:presLayoutVars>
      </dgm:prSet>
      <dgm:spPr/>
    </dgm:pt>
    <dgm:pt modelId="{914034FF-4FD8-4B0E-B789-EDF09A724A0D}" type="pres">
      <dgm:prSet presAssocID="{71619DB2-DD12-4FEC-97A6-E6B22FDACFD2}" presName="desTx" presStyleLbl="alignAccFollowNode1" presStyleIdx="1" presStyleCnt="3">
        <dgm:presLayoutVars>
          <dgm:bulletEnabled val="1"/>
        </dgm:presLayoutVars>
      </dgm:prSet>
      <dgm:spPr/>
    </dgm:pt>
    <dgm:pt modelId="{DD468B86-47EE-480E-8362-C9F54369D5DF}" type="pres">
      <dgm:prSet presAssocID="{9D16B165-9E44-4116-9641-0BA3E72DB9A5}" presName="space" presStyleCnt="0"/>
      <dgm:spPr/>
    </dgm:pt>
    <dgm:pt modelId="{0FA7FE49-E3A3-46F3-A27B-457B75AD938B}" type="pres">
      <dgm:prSet presAssocID="{73D43FA4-5B39-4E09-97CF-613F5195DB32}" presName="composite" presStyleCnt="0"/>
      <dgm:spPr/>
    </dgm:pt>
    <dgm:pt modelId="{5BA6F25F-D8D4-4E20-89B1-0AAABE9D7C31}" type="pres">
      <dgm:prSet presAssocID="{73D43FA4-5B39-4E09-97CF-613F5195DB3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A194DB4-F915-4D5F-BE96-99F84ADC913B}" type="pres">
      <dgm:prSet presAssocID="{73D43FA4-5B39-4E09-97CF-613F5195DB3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BA6410B-5B57-46D6-A0F3-1AC9863855F0}" type="presOf" srcId="{2BEBC299-7CF1-4364-9F8D-A22CE3BCD4C2}" destId="{FC3DFBC6-E1AB-4C72-B37E-721307CC7741}" srcOrd="0" destOrd="0" presId="urn:microsoft.com/office/officeart/2005/8/layout/hList1"/>
    <dgm:cxn modelId="{F6CA7B0D-7E1A-4F9E-80B3-0C63B3E9A19F}" type="presOf" srcId="{4B273DC8-D982-402F-B615-CA4387F17019}" destId="{914034FF-4FD8-4B0E-B789-EDF09A724A0D}" srcOrd="0" destOrd="0" presId="urn:microsoft.com/office/officeart/2005/8/layout/hList1"/>
    <dgm:cxn modelId="{4B861A14-46BA-4979-833C-52AE306DF62D}" srcId="{71619DB2-DD12-4FEC-97A6-E6B22FDACFD2}" destId="{4B273DC8-D982-402F-B615-CA4387F17019}" srcOrd="0" destOrd="0" parTransId="{CEAB4FC7-E368-48AB-AFE0-CEC229EB5E04}" sibTransId="{6E36E66C-4F09-46EB-9BFF-D7596B6A72ED}"/>
    <dgm:cxn modelId="{4F28311B-F56B-4C6B-AD0E-C24F6C2CAFAA}" srcId="{F9E59027-ECB6-4732-957C-E67ABB19B2C1}" destId="{2BEBC299-7CF1-4364-9F8D-A22CE3BCD4C2}" srcOrd="0" destOrd="0" parTransId="{6C46D845-6A86-4DD7-BED8-4A25D6B34005}" sibTransId="{2936B7F2-1F49-4098-AAC5-EFDDEDC7CD0C}"/>
    <dgm:cxn modelId="{1C06515F-C565-4DC7-8BBA-016E07A09864}" type="presOf" srcId="{F9E59027-ECB6-4732-957C-E67ABB19B2C1}" destId="{6FFA5289-D420-4863-B2EB-4D38CE49DB9B}" srcOrd="0" destOrd="0" presId="urn:microsoft.com/office/officeart/2005/8/layout/hList1"/>
    <dgm:cxn modelId="{E432DC4C-189D-4D42-BDB5-52DEE72FF4A1}" type="presOf" srcId="{0C22DF2D-E29F-4B63-A8FF-CD5F8A702565}" destId="{7A194DB4-F915-4D5F-BE96-99F84ADC913B}" srcOrd="0" destOrd="0" presId="urn:microsoft.com/office/officeart/2005/8/layout/hList1"/>
    <dgm:cxn modelId="{3CE0D26E-EA83-4C7A-9BE8-71EA7DCFD3E1}" type="presOf" srcId="{73D43FA4-5B39-4E09-97CF-613F5195DB32}" destId="{5BA6F25F-D8D4-4E20-89B1-0AAABE9D7C31}" srcOrd="0" destOrd="0" presId="urn:microsoft.com/office/officeart/2005/8/layout/hList1"/>
    <dgm:cxn modelId="{3DA5C888-60EE-49CE-B5B1-A8472EFD79ED}" srcId="{73D43FA4-5B39-4E09-97CF-613F5195DB32}" destId="{0C22DF2D-E29F-4B63-A8FF-CD5F8A702565}" srcOrd="0" destOrd="0" parTransId="{15191231-DC8E-447C-97D6-C1CA325481BB}" sibTransId="{AD7687F3-36C9-4AEC-9CFB-7DBDAD90DF88}"/>
    <dgm:cxn modelId="{FD10C39C-FF48-4E4C-B62C-FEBF9C069074}" type="presOf" srcId="{71619DB2-DD12-4FEC-97A6-E6B22FDACFD2}" destId="{65C8379C-F000-457C-A692-0B43EF936B20}" srcOrd="0" destOrd="0" presId="urn:microsoft.com/office/officeart/2005/8/layout/hList1"/>
    <dgm:cxn modelId="{39AE9FDA-D7AF-4339-B527-65C0F567999B}" type="presOf" srcId="{BD1A53F1-1056-4F0E-8C6D-EAD1E6781866}" destId="{6753CD87-023A-4CE5-B9B1-A503CAE0C801}" srcOrd="0" destOrd="0" presId="urn:microsoft.com/office/officeart/2005/8/layout/hList1"/>
    <dgm:cxn modelId="{4B3DC0E6-CCB1-4450-9043-2B5955691342}" srcId="{F9E59027-ECB6-4732-957C-E67ABB19B2C1}" destId="{73D43FA4-5B39-4E09-97CF-613F5195DB32}" srcOrd="2" destOrd="0" parTransId="{E125BC83-81B1-4CFC-A72B-44600FB8515C}" sibTransId="{AAFFF660-F81D-4126-A0F1-EB599D683DA8}"/>
    <dgm:cxn modelId="{44B6A3ED-0A0A-4D9D-8BBB-E67EC18D8507}" srcId="{F9E59027-ECB6-4732-957C-E67ABB19B2C1}" destId="{71619DB2-DD12-4FEC-97A6-E6B22FDACFD2}" srcOrd="1" destOrd="0" parTransId="{D359D197-41EF-44C6-BCE8-2C3EE081D27E}" sibTransId="{9D16B165-9E44-4116-9641-0BA3E72DB9A5}"/>
    <dgm:cxn modelId="{2E3714F6-5978-45F5-B7A6-4B049BBDF0F8}" srcId="{2BEBC299-7CF1-4364-9F8D-A22CE3BCD4C2}" destId="{BD1A53F1-1056-4F0E-8C6D-EAD1E6781866}" srcOrd="0" destOrd="0" parTransId="{25E3CCFB-0595-475A-8962-BC3CF20F4E06}" sibTransId="{471291AF-E17A-473C-9A12-44AF5F69EB3E}"/>
    <dgm:cxn modelId="{0589BB86-AD14-46C0-A929-4B8A23426A0D}" type="presParOf" srcId="{6FFA5289-D420-4863-B2EB-4D38CE49DB9B}" destId="{A32C4C07-29C7-4F3F-B8B2-F6D10FC4455D}" srcOrd="0" destOrd="0" presId="urn:microsoft.com/office/officeart/2005/8/layout/hList1"/>
    <dgm:cxn modelId="{EA9C1907-E71C-4976-8608-3AB21A0DBAE7}" type="presParOf" srcId="{A32C4C07-29C7-4F3F-B8B2-F6D10FC4455D}" destId="{FC3DFBC6-E1AB-4C72-B37E-721307CC7741}" srcOrd="0" destOrd="0" presId="urn:microsoft.com/office/officeart/2005/8/layout/hList1"/>
    <dgm:cxn modelId="{A2BB668E-D22D-45E1-9D79-A71F79CFF91F}" type="presParOf" srcId="{A32C4C07-29C7-4F3F-B8B2-F6D10FC4455D}" destId="{6753CD87-023A-4CE5-B9B1-A503CAE0C801}" srcOrd="1" destOrd="0" presId="urn:microsoft.com/office/officeart/2005/8/layout/hList1"/>
    <dgm:cxn modelId="{6AEDD1B9-4B39-4306-8EFF-BAD5B07DD3F1}" type="presParOf" srcId="{6FFA5289-D420-4863-B2EB-4D38CE49DB9B}" destId="{62D83B42-C644-4B31-8EEA-39318C9BB122}" srcOrd="1" destOrd="0" presId="urn:microsoft.com/office/officeart/2005/8/layout/hList1"/>
    <dgm:cxn modelId="{960185FF-36A2-4601-B3F8-3933A95B3DA6}" type="presParOf" srcId="{6FFA5289-D420-4863-B2EB-4D38CE49DB9B}" destId="{A5FE31A3-DE6F-451E-BBBB-E37A809D3FBA}" srcOrd="2" destOrd="0" presId="urn:microsoft.com/office/officeart/2005/8/layout/hList1"/>
    <dgm:cxn modelId="{D4A483A9-51EF-4F89-A493-C7E776684D4F}" type="presParOf" srcId="{A5FE31A3-DE6F-451E-BBBB-E37A809D3FBA}" destId="{65C8379C-F000-457C-A692-0B43EF936B20}" srcOrd="0" destOrd="0" presId="urn:microsoft.com/office/officeart/2005/8/layout/hList1"/>
    <dgm:cxn modelId="{B67B7133-8DAE-48CF-9B28-9F91A13DE0AF}" type="presParOf" srcId="{A5FE31A3-DE6F-451E-BBBB-E37A809D3FBA}" destId="{914034FF-4FD8-4B0E-B789-EDF09A724A0D}" srcOrd="1" destOrd="0" presId="urn:microsoft.com/office/officeart/2005/8/layout/hList1"/>
    <dgm:cxn modelId="{7F72DFBE-F7B3-4D62-B463-BB3F84FB593B}" type="presParOf" srcId="{6FFA5289-D420-4863-B2EB-4D38CE49DB9B}" destId="{DD468B86-47EE-480E-8362-C9F54369D5DF}" srcOrd="3" destOrd="0" presId="urn:microsoft.com/office/officeart/2005/8/layout/hList1"/>
    <dgm:cxn modelId="{7D58B503-D973-4F96-80A2-4D69061C80C6}" type="presParOf" srcId="{6FFA5289-D420-4863-B2EB-4D38CE49DB9B}" destId="{0FA7FE49-E3A3-46F3-A27B-457B75AD938B}" srcOrd="4" destOrd="0" presId="urn:microsoft.com/office/officeart/2005/8/layout/hList1"/>
    <dgm:cxn modelId="{235491DC-44F9-4FCF-A03C-990AEDE2F465}" type="presParOf" srcId="{0FA7FE49-E3A3-46F3-A27B-457B75AD938B}" destId="{5BA6F25F-D8D4-4E20-89B1-0AAABE9D7C31}" srcOrd="0" destOrd="0" presId="urn:microsoft.com/office/officeart/2005/8/layout/hList1"/>
    <dgm:cxn modelId="{C272E59A-2DDE-4B0B-99A2-EE427C6547B1}" type="presParOf" srcId="{0FA7FE49-E3A3-46F3-A27B-457B75AD938B}" destId="{7A194DB4-F915-4D5F-BE96-99F84ADC91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38336A-1E05-4D88-90E2-D08FF15B73D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136446-1862-42C3-9D09-534CE7ADA7B5}">
      <dgm:prSet phldrT="[Текст]"/>
      <dgm:spPr>
        <a:solidFill>
          <a:srgbClr val="9ED3D7"/>
        </a:solidFill>
        <a:ln>
          <a:solidFill>
            <a:srgbClr val="9ED3D7"/>
          </a:solidFill>
        </a:ln>
      </dgm:spPr>
      <dgm:t>
        <a:bodyPr/>
        <a:lstStyle/>
        <a:p>
          <a:r>
            <a:rPr lang="ru-RU" b="1" dirty="0">
              <a:latin typeface="+mj-lt"/>
            </a:rPr>
            <a:t>КОРОТКОСТРОКОВА ОСВІТА ДЛЯ МАШИНОБУДУВАННЯ</a:t>
          </a:r>
          <a:endParaRPr lang="en-US" b="1" dirty="0"/>
        </a:p>
      </dgm:t>
    </dgm:pt>
    <dgm:pt modelId="{753F416A-24E8-4DD7-9840-227638CA1B8A}" type="parTrans" cxnId="{0823B151-28CD-405A-BA5D-3B6C8B5CE269}">
      <dgm:prSet/>
      <dgm:spPr/>
      <dgm:t>
        <a:bodyPr/>
        <a:lstStyle/>
        <a:p>
          <a:endParaRPr lang="en-US"/>
        </a:p>
      </dgm:t>
    </dgm:pt>
    <dgm:pt modelId="{D2C2E0A2-901B-4F2F-978A-FCE89057FDA0}" type="sibTrans" cxnId="{0823B151-28CD-405A-BA5D-3B6C8B5CE269}">
      <dgm:prSet/>
      <dgm:spPr/>
      <dgm:t>
        <a:bodyPr/>
        <a:lstStyle/>
        <a:p>
          <a:endParaRPr lang="en-US"/>
        </a:p>
      </dgm:t>
    </dgm:pt>
    <dgm:pt modelId="{CE5AF25C-4F7C-4AB5-BA72-E0FFB7A0177E}">
      <dgm:prSet phldrT="[Текст]"/>
      <dgm:spPr>
        <a:solidFill>
          <a:srgbClr val="EF95A0"/>
        </a:solidFill>
      </dgm:spPr>
      <dgm:t>
        <a:bodyPr/>
        <a:lstStyle/>
        <a:p>
          <a:pPr>
            <a:buNone/>
          </a:pPr>
          <a:r>
            <a:rPr lang="uk-UA" b="1" dirty="0"/>
            <a:t>Створення концепції та підготовка </a:t>
          </a:r>
          <a:r>
            <a:rPr lang="uk-UA" b="1" dirty="0" err="1"/>
            <a:t>проєкту</a:t>
          </a:r>
          <a:endParaRPr lang="en-US" b="1" dirty="0"/>
        </a:p>
      </dgm:t>
    </dgm:pt>
    <dgm:pt modelId="{E7A89BFE-DC76-47DC-BF18-840B797CC625}" type="parTrans" cxnId="{03791F25-DA24-43A8-85A9-0128E9F451AE}">
      <dgm:prSet/>
      <dgm:spPr/>
      <dgm:t>
        <a:bodyPr/>
        <a:lstStyle/>
        <a:p>
          <a:endParaRPr lang="en-US"/>
        </a:p>
      </dgm:t>
    </dgm:pt>
    <dgm:pt modelId="{453102CF-63F4-4417-B92E-9F597C2CDB31}" type="sibTrans" cxnId="{03791F25-DA24-43A8-85A9-0128E9F451AE}">
      <dgm:prSet/>
      <dgm:spPr/>
      <dgm:t>
        <a:bodyPr/>
        <a:lstStyle/>
        <a:p>
          <a:endParaRPr lang="en-US"/>
        </a:p>
      </dgm:t>
    </dgm:pt>
    <dgm:pt modelId="{9B378B03-DF69-4148-9A99-F2B75E37D24E}">
      <dgm:prSet phldrT="[Текст]"/>
      <dgm:spPr>
        <a:solidFill>
          <a:srgbClr val="EF95A0"/>
        </a:solidFill>
      </dgm:spPr>
      <dgm:t>
        <a:bodyPr/>
        <a:lstStyle/>
        <a:p>
          <a:r>
            <a:rPr lang="az-Cyrl-AZ" b="1" dirty="0"/>
            <a:t>Розроблення проєктної документації</a:t>
          </a:r>
          <a:endParaRPr lang="en-US" b="1" dirty="0"/>
        </a:p>
      </dgm:t>
    </dgm:pt>
    <dgm:pt modelId="{DEE65AA3-C2FD-4F9F-BA0A-EE38F1257B44}" type="parTrans" cxnId="{FA75BA3C-617A-4B95-A7A5-415FD1DEB86E}">
      <dgm:prSet/>
      <dgm:spPr/>
      <dgm:t>
        <a:bodyPr/>
        <a:lstStyle/>
        <a:p>
          <a:endParaRPr lang="en-US"/>
        </a:p>
      </dgm:t>
    </dgm:pt>
    <dgm:pt modelId="{0D331E38-4CE3-4806-8D6F-E139E3FCC2AA}" type="sibTrans" cxnId="{FA75BA3C-617A-4B95-A7A5-415FD1DEB86E}">
      <dgm:prSet/>
      <dgm:spPr/>
      <dgm:t>
        <a:bodyPr/>
        <a:lstStyle/>
        <a:p>
          <a:endParaRPr lang="en-US"/>
        </a:p>
      </dgm:t>
    </dgm:pt>
    <dgm:pt modelId="{5994018F-89C1-483C-9E2D-88F2DE38177D}">
      <dgm:prSet phldrT="[Текст]"/>
      <dgm:spPr>
        <a:solidFill>
          <a:srgbClr val="EF95A0"/>
        </a:solidFill>
      </dgm:spPr>
      <dgm:t>
        <a:bodyPr/>
        <a:lstStyle/>
        <a:p>
          <a:r>
            <a:rPr lang="az-Cyrl-AZ" b="1" dirty="0"/>
            <a:t>Впровадження проєкту</a:t>
          </a:r>
          <a:endParaRPr lang="en-US" b="1" dirty="0"/>
        </a:p>
      </dgm:t>
    </dgm:pt>
    <dgm:pt modelId="{8CB763AD-DBD8-4E8C-B588-F075B19602C8}" type="parTrans" cxnId="{BD7E4A24-0A05-435C-99E2-C2C2F508A388}">
      <dgm:prSet/>
      <dgm:spPr/>
      <dgm:t>
        <a:bodyPr/>
        <a:lstStyle/>
        <a:p>
          <a:endParaRPr lang="en-US"/>
        </a:p>
      </dgm:t>
    </dgm:pt>
    <dgm:pt modelId="{EA607CD5-9465-4457-9D51-C4EA2E82BCD8}" type="sibTrans" cxnId="{BD7E4A24-0A05-435C-99E2-C2C2F508A388}">
      <dgm:prSet/>
      <dgm:spPr/>
      <dgm:t>
        <a:bodyPr/>
        <a:lstStyle/>
        <a:p>
          <a:endParaRPr lang="en-US"/>
        </a:p>
      </dgm:t>
    </dgm:pt>
    <dgm:pt modelId="{A32A0F3C-05ED-4CF1-AFE9-05AF72DDC771}">
      <dgm:prSet phldrT="[Текст]" phldr="0"/>
      <dgm:spPr>
        <a:solidFill>
          <a:srgbClr val="EF95A0"/>
        </a:solidFill>
      </dgm:spPr>
      <dgm:t>
        <a:bodyPr/>
        <a:lstStyle/>
        <a:p>
          <a:r>
            <a:rPr lang="az-Cyrl-AZ" b="1" dirty="0"/>
            <a:t>Завершення проєкту</a:t>
          </a:r>
          <a:endParaRPr lang="en-US" b="1" dirty="0"/>
        </a:p>
      </dgm:t>
    </dgm:pt>
    <dgm:pt modelId="{18839FC2-F3E5-4AD6-9CC7-9B9184478422}" type="parTrans" cxnId="{73361D54-6670-4CD1-B20C-0DF7B3AB007A}">
      <dgm:prSet/>
      <dgm:spPr/>
      <dgm:t>
        <a:bodyPr/>
        <a:lstStyle/>
        <a:p>
          <a:endParaRPr lang="en-US"/>
        </a:p>
      </dgm:t>
    </dgm:pt>
    <dgm:pt modelId="{EF16FE59-D3EC-44E0-8917-118CD1DDCBCF}" type="sibTrans" cxnId="{73361D54-6670-4CD1-B20C-0DF7B3AB007A}">
      <dgm:prSet/>
      <dgm:spPr/>
      <dgm:t>
        <a:bodyPr/>
        <a:lstStyle/>
        <a:p>
          <a:endParaRPr lang="en-US"/>
        </a:p>
      </dgm:t>
    </dgm:pt>
    <dgm:pt modelId="{702669F5-9E63-4610-ADD1-632DB58722BC}">
      <dgm:prSet phldrT="[Текст]" custT="1"/>
      <dgm:spPr/>
      <dgm:t>
        <a:bodyPr/>
        <a:lstStyle/>
        <a:p>
          <a:pPr>
            <a:buNone/>
          </a:pPr>
          <a:r>
            <a:rPr lang="ru-RU" sz="1700" dirty="0" err="1">
              <a:solidFill>
                <a:schemeClr val="tx2"/>
              </a:solidFill>
            </a:rPr>
            <a:t>Аналіз</a:t>
          </a:r>
          <a:r>
            <a:rPr lang="ru-RU" sz="1700" dirty="0">
              <a:solidFill>
                <a:schemeClr val="tx2"/>
              </a:solidFill>
            </a:rPr>
            <a:t> потреб, </a:t>
          </a:r>
          <a:r>
            <a:rPr lang="ru-RU" sz="1700" dirty="0" err="1">
              <a:solidFill>
                <a:schemeClr val="tx2"/>
              </a:solidFill>
            </a:rPr>
            <a:t>визначення</a:t>
          </a:r>
          <a:r>
            <a:rPr lang="ru-RU" sz="1700" dirty="0">
              <a:solidFill>
                <a:schemeClr val="tx2"/>
              </a:solidFill>
            </a:rPr>
            <a:t> </a:t>
          </a:r>
          <a:r>
            <a:rPr lang="ru-RU" sz="1700" dirty="0" err="1">
              <a:solidFill>
                <a:schemeClr val="tx2"/>
              </a:solidFill>
            </a:rPr>
            <a:t>цілей</a:t>
          </a:r>
          <a:r>
            <a:rPr lang="ru-RU" sz="1700" dirty="0">
              <a:solidFill>
                <a:schemeClr val="tx2"/>
              </a:solidFill>
            </a:rPr>
            <a:t> і </a:t>
          </a:r>
          <a:r>
            <a:rPr lang="ru-RU" sz="1700" dirty="0" err="1">
              <a:solidFill>
                <a:schemeClr val="tx2"/>
              </a:solidFill>
            </a:rPr>
            <a:t>партнерів</a:t>
          </a:r>
          <a:endParaRPr lang="en-US" sz="1700" dirty="0">
            <a:solidFill>
              <a:schemeClr val="tx2"/>
            </a:solidFill>
          </a:endParaRPr>
        </a:p>
      </dgm:t>
    </dgm:pt>
    <dgm:pt modelId="{8F2DB2DC-581F-4CAD-ABCE-F8387C38E094}" type="parTrans" cxnId="{F126081F-186E-4BE5-B586-E4291A215B26}">
      <dgm:prSet/>
      <dgm:spPr/>
      <dgm:t>
        <a:bodyPr/>
        <a:lstStyle/>
        <a:p>
          <a:endParaRPr lang="en-US"/>
        </a:p>
      </dgm:t>
    </dgm:pt>
    <dgm:pt modelId="{CC14ED84-8BD8-43EC-BF0C-17BB14D988B8}" type="sibTrans" cxnId="{F126081F-186E-4BE5-B586-E4291A215B26}">
      <dgm:prSet/>
      <dgm:spPr/>
      <dgm:t>
        <a:bodyPr/>
        <a:lstStyle/>
        <a:p>
          <a:endParaRPr lang="en-US"/>
        </a:p>
      </dgm:t>
    </dgm:pt>
    <dgm:pt modelId="{AD874F36-8C27-4C87-B8E5-4822B3151A31}">
      <dgm:prSet phldrT="[Текст]" custT="1"/>
      <dgm:spPr/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Підготовка</a:t>
          </a:r>
          <a:r>
            <a:rPr lang="ru-RU" sz="1600" kern="1200" dirty="0">
              <a:solidFill>
                <a:schemeClr val="tx2"/>
              </a:solidFill>
              <a:latin typeface="Calibri Light"/>
              <a:ea typeface="+mn-ea"/>
              <a:cs typeface="+mn-cs"/>
            </a:rPr>
            <a:t> </a:t>
          </a: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грантової</a:t>
          </a:r>
          <a:r>
            <a:rPr lang="ru-RU" sz="1600" kern="1200" dirty="0">
              <a:solidFill>
                <a:schemeClr val="tx2"/>
              </a:solidFill>
              <a:latin typeface="Calibri Light"/>
              <a:ea typeface="+mn-ea"/>
              <a:cs typeface="+mn-cs"/>
            </a:rPr>
            <a:t> заявки та </a:t>
          </a: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затвердження</a:t>
          </a:r>
          <a:r>
            <a:rPr lang="ru-RU" sz="1600" kern="1200" dirty="0">
              <a:solidFill>
                <a:schemeClr val="tx2"/>
              </a:solidFill>
              <a:latin typeface="Calibri Light"/>
              <a:ea typeface="+mn-ea"/>
              <a:cs typeface="+mn-cs"/>
            </a:rPr>
            <a:t> </a:t>
          </a: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проєкту</a:t>
          </a:r>
          <a:endParaRPr lang="en-US" sz="1600" kern="1200" dirty="0">
            <a:solidFill>
              <a:schemeClr val="tx2"/>
            </a:solidFill>
            <a:latin typeface="Calibri Light"/>
            <a:ea typeface="+mn-ea"/>
            <a:cs typeface="+mn-cs"/>
          </a:endParaRPr>
        </a:p>
      </dgm:t>
    </dgm:pt>
    <dgm:pt modelId="{958F8D84-FA11-40A0-8E70-A88F245BBDED}" type="parTrans" cxnId="{7B1DD1CE-D6C4-4EAD-83A6-FA7025629CD1}">
      <dgm:prSet/>
      <dgm:spPr/>
      <dgm:t>
        <a:bodyPr/>
        <a:lstStyle/>
        <a:p>
          <a:endParaRPr lang="en-US"/>
        </a:p>
      </dgm:t>
    </dgm:pt>
    <dgm:pt modelId="{1545850C-841B-4362-B78E-4A8C6BF309AF}" type="sibTrans" cxnId="{7B1DD1CE-D6C4-4EAD-83A6-FA7025629CD1}">
      <dgm:prSet/>
      <dgm:spPr/>
      <dgm:t>
        <a:bodyPr/>
        <a:lstStyle/>
        <a:p>
          <a:endParaRPr lang="en-US"/>
        </a:p>
      </dgm:t>
    </dgm:pt>
    <dgm:pt modelId="{02E89CD4-E116-4124-A38B-267F1DA4CEC0}">
      <dgm:prSet phldrT="[Текст]" custT="1"/>
      <dgm:spPr/>
      <dgm:t>
        <a:bodyPr/>
        <a:lstStyle/>
        <a:p>
          <a:r>
            <a:rPr lang="az-Cyrl-AZ" sz="1700" dirty="0">
              <a:solidFill>
                <a:schemeClr val="tx2"/>
              </a:solidFill>
            </a:rPr>
            <a:t>Планування реалізації проєкту</a:t>
          </a:r>
          <a:endParaRPr lang="en-US" sz="1700" dirty="0">
            <a:solidFill>
              <a:schemeClr val="tx2"/>
            </a:solidFill>
          </a:endParaRPr>
        </a:p>
      </dgm:t>
    </dgm:pt>
    <dgm:pt modelId="{3D508303-5BC3-4D8D-8461-FA3624E6E5B0}" type="parTrans" cxnId="{721FD093-4762-4832-8ACB-EC7DE5E67FA8}">
      <dgm:prSet/>
      <dgm:spPr/>
      <dgm:t>
        <a:bodyPr/>
        <a:lstStyle/>
        <a:p>
          <a:endParaRPr lang="en-US"/>
        </a:p>
      </dgm:t>
    </dgm:pt>
    <dgm:pt modelId="{39D19EE7-1C95-4581-A5A4-ABE0BED7435B}" type="sibTrans" cxnId="{721FD093-4762-4832-8ACB-EC7DE5E67FA8}">
      <dgm:prSet/>
      <dgm:spPr/>
      <dgm:t>
        <a:bodyPr/>
        <a:lstStyle/>
        <a:p>
          <a:endParaRPr lang="en-US"/>
        </a:p>
      </dgm:t>
    </dgm:pt>
    <dgm:pt modelId="{4FB0B1B3-4538-4C43-8F47-C3999B72DBC2}">
      <dgm:prSet phldrT="[Текст]" custT="1"/>
      <dgm:spPr/>
      <dgm:t>
        <a:bodyPr/>
        <a:lstStyle/>
        <a:p>
          <a:r>
            <a:rPr lang="az-Cyrl-AZ" sz="1700" dirty="0">
              <a:solidFill>
                <a:schemeClr val="tx2"/>
              </a:solidFill>
            </a:rPr>
            <a:t>Закупівля та монтаж обладнання</a:t>
          </a:r>
          <a:endParaRPr lang="en-US" sz="1700" dirty="0">
            <a:solidFill>
              <a:schemeClr val="tx2"/>
            </a:solidFill>
          </a:endParaRPr>
        </a:p>
      </dgm:t>
    </dgm:pt>
    <dgm:pt modelId="{5E661E02-0175-4922-94EE-CE1072B334AD}" type="parTrans" cxnId="{D647EF9A-9FB8-4ED6-B61D-7F151CAB64ED}">
      <dgm:prSet/>
      <dgm:spPr/>
      <dgm:t>
        <a:bodyPr/>
        <a:lstStyle/>
        <a:p>
          <a:endParaRPr lang="en-US"/>
        </a:p>
      </dgm:t>
    </dgm:pt>
    <dgm:pt modelId="{110BAEAB-6CEA-4D2C-98C2-F48EF7963BB5}" type="sibTrans" cxnId="{D647EF9A-9FB8-4ED6-B61D-7F151CAB64ED}">
      <dgm:prSet/>
      <dgm:spPr/>
      <dgm:t>
        <a:bodyPr/>
        <a:lstStyle/>
        <a:p>
          <a:endParaRPr lang="en-US"/>
        </a:p>
      </dgm:t>
    </dgm:pt>
    <dgm:pt modelId="{40A1B886-1486-432B-AC91-4B2849DF7CB8}">
      <dgm:prSet phldrT="[Текст]" custT="1"/>
      <dgm:spPr/>
      <dgm:t>
        <a:bodyPr/>
        <a:lstStyle/>
        <a:p>
          <a:r>
            <a:rPr lang="az-Cyrl-AZ" sz="1700" dirty="0">
              <a:solidFill>
                <a:schemeClr val="tx2"/>
              </a:solidFill>
            </a:rPr>
            <a:t>Організація навчального процесу</a:t>
          </a:r>
          <a:endParaRPr lang="en-US" sz="1700" dirty="0">
            <a:solidFill>
              <a:schemeClr val="tx2"/>
            </a:solidFill>
          </a:endParaRPr>
        </a:p>
      </dgm:t>
    </dgm:pt>
    <dgm:pt modelId="{7F646E74-E8C2-48A8-9375-5F5969F6879C}" type="parTrans" cxnId="{7A2EA452-B0FC-4CFA-BFC0-651D7870D728}">
      <dgm:prSet/>
      <dgm:spPr/>
      <dgm:t>
        <a:bodyPr/>
        <a:lstStyle/>
        <a:p>
          <a:endParaRPr lang="en-US"/>
        </a:p>
      </dgm:t>
    </dgm:pt>
    <dgm:pt modelId="{E40ABA73-D3E6-411E-82E0-52EB7C24981D}" type="sibTrans" cxnId="{7A2EA452-B0FC-4CFA-BFC0-651D7870D728}">
      <dgm:prSet/>
      <dgm:spPr/>
      <dgm:t>
        <a:bodyPr/>
        <a:lstStyle/>
        <a:p>
          <a:endParaRPr lang="en-US"/>
        </a:p>
      </dgm:t>
    </dgm:pt>
    <dgm:pt modelId="{45AC30AD-F088-4385-9B6B-A07DAD41E4CE}">
      <dgm:prSet phldrT="[Текст]" phldr="0" custT="1"/>
      <dgm:spPr/>
      <dgm:t>
        <a:bodyPr/>
        <a:lstStyle/>
        <a:p>
          <a:r>
            <a:rPr lang="ru-RU" sz="1700" dirty="0" err="1">
              <a:solidFill>
                <a:schemeClr val="tx2"/>
              </a:solidFill>
            </a:rPr>
            <a:t>Оцінка</a:t>
          </a:r>
          <a:r>
            <a:rPr lang="ru-RU" sz="1700" dirty="0">
              <a:solidFill>
                <a:schemeClr val="tx2"/>
              </a:solidFill>
            </a:rPr>
            <a:t> </a:t>
          </a:r>
          <a:r>
            <a:rPr lang="ru-RU" sz="1700" dirty="0" err="1">
              <a:solidFill>
                <a:schemeClr val="tx2"/>
              </a:solidFill>
            </a:rPr>
            <a:t>результатів</a:t>
          </a:r>
          <a:r>
            <a:rPr lang="ru-RU" sz="1700" dirty="0">
              <a:solidFill>
                <a:schemeClr val="tx2"/>
              </a:solidFill>
            </a:rPr>
            <a:t> і </a:t>
          </a:r>
          <a:r>
            <a:rPr lang="ru-RU" sz="1700" dirty="0" err="1">
              <a:solidFill>
                <a:schemeClr val="tx2"/>
              </a:solidFill>
            </a:rPr>
            <a:t>завершення</a:t>
          </a:r>
          <a:r>
            <a:rPr lang="ru-RU" sz="1700" dirty="0">
              <a:solidFill>
                <a:schemeClr val="tx2"/>
              </a:solidFill>
            </a:rPr>
            <a:t> </a:t>
          </a:r>
          <a:r>
            <a:rPr lang="ru-RU" sz="1700" dirty="0" err="1">
              <a:solidFill>
                <a:schemeClr val="tx2"/>
              </a:solidFill>
            </a:rPr>
            <a:t>робіт</a:t>
          </a:r>
          <a:endParaRPr lang="en-US" sz="1700" dirty="0">
            <a:solidFill>
              <a:schemeClr val="tx2"/>
            </a:solidFill>
          </a:endParaRPr>
        </a:p>
      </dgm:t>
    </dgm:pt>
    <dgm:pt modelId="{97475A7A-1CC1-451D-B974-21E359E48EDE}" type="parTrans" cxnId="{518B5E16-B929-4B00-B896-12C142DE47B5}">
      <dgm:prSet/>
      <dgm:spPr/>
      <dgm:t>
        <a:bodyPr/>
        <a:lstStyle/>
        <a:p>
          <a:endParaRPr lang="en-US"/>
        </a:p>
      </dgm:t>
    </dgm:pt>
    <dgm:pt modelId="{A0AB72BA-AE9C-4640-B8B9-5BDF99CD3738}" type="sibTrans" cxnId="{518B5E16-B929-4B00-B896-12C142DE47B5}">
      <dgm:prSet/>
      <dgm:spPr/>
      <dgm:t>
        <a:bodyPr/>
        <a:lstStyle/>
        <a:p>
          <a:endParaRPr lang="en-US"/>
        </a:p>
      </dgm:t>
    </dgm:pt>
    <dgm:pt modelId="{660ED98F-5698-4E52-A525-5A51A7CD3488}">
      <dgm:prSet phldrT="[Текст]" custT="1"/>
      <dgm:spPr/>
      <dgm:t>
        <a:bodyPr/>
        <a:lstStyle/>
        <a:p>
          <a:r>
            <a:rPr lang="az-Cyrl-AZ" sz="1700" dirty="0">
              <a:solidFill>
                <a:schemeClr val="tx2"/>
              </a:solidFill>
            </a:rPr>
            <a:t>Моніторинг і контроль реалізації</a:t>
          </a:r>
          <a:endParaRPr lang="en-US" sz="1700" dirty="0">
            <a:solidFill>
              <a:schemeClr val="tx2"/>
            </a:solidFill>
          </a:endParaRPr>
        </a:p>
      </dgm:t>
    </dgm:pt>
    <dgm:pt modelId="{2A462EEE-B589-4D0D-8AF3-A50E32F5D655}" type="parTrans" cxnId="{91EF450A-AA26-400B-8917-F59322716A50}">
      <dgm:prSet/>
      <dgm:spPr/>
      <dgm:t>
        <a:bodyPr/>
        <a:lstStyle/>
        <a:p>
          <a:endParaRPr lang="en-US"/>
        </a:p>
      </dgm:t>
    </dgm:pt>
    <dgm:pt modelId="{94F3F41C-9D14-4B4B-A854-7C36380F97D6}" type="sibTrans" cxnId="{91EF450A-AA26-400B-8917-F59322716A50}">
      <dgm:prSet/>
      <dgm:spPr/>
      <dgm:t>
        <a:bodyPr/>
        <a:lstStyle/>
        <a:p>
          <a:endParaRPr lang="en-US"/>
        </a:p>
      </dgm:t>
    </dgm:pt>
    <dgm:pt modelId="{0C9B5090-EA8A-4F21-93D9-E146AEC5EA72}">
      <dgm:prSet phldrT="[Текст]" phldr="0" custT="1"/>
      <dgm:spPr/>
      <dgm:t>
        <a:bodyPr/>
        <a:lstStyle/>
        <a:p>
          <a:r>
            <a:rPr lang="ru-RU" sz="1700" dirty="0">
              <a:solidFill>
                <a:schemeClr val="tx2"/>
              </a:solidFill>
            </a:rPr>
            <a:t>Передача </a:t>
          </a:r>
          <a:r>
            <a:rPr lang="ru-RU" sz="1700" dirty="0" err="1">
              <a:solidFill>
                <a:schemeClr val="tx2"/>
              </a:solidFill>
            </a:rPr>
            <a:t>лабораторії</a:t>
          </a:r>
          <a:r>
            <a:rPr lang="ru-RU" sz="1700" dirty="0">
              <a:solidFill>
                <a:schemeClr val="tx2"/>
              </a:solidFill>
            </a:rPr>
            <a:t> на баланс </a:t>
          </a:r>
          <a:r>
            <a:rPr lang="ru-RU" sz="1700" dirty="0" err="1">
              <a:solidFill>
                <a:schemeClr val="tx2"/>
              </a:solidFill>
            </a:rPr>
            <a:t>коледжу</a:t>
          </a:r>
          <a:endParaRPr lang="en-US" sz="1700" dirty="0">
            <a:solidFill>
              <a:schemeClr val="tx2"/>
            </a:solidFill>
          </a:endParaRPr>
        </a:p>
      </dgm:t>
    </dgm:pt>
    <dgm:pt modelId="{89DB1F19-0113-42BF-AC12-6C6A3B40051C}" type="parTrans" cxnId="{0156B7DF-BF53-477C-A768-2541FEC3A090}">
      <dgm:prSet/>
      <dgm:spPr/>
      <dgm:t>
        <a:bodyPr/>
        <a:lstStyle/>
        <a:p>
          <a:endParaRPr lang="en-US"/>
        </a:p>
      </dgm:t>
    </dgm:pt>
    <dgm:pt modelId="{CF0891C3-2873-4E9A-93FA-CF793E40DB60}" type="sibTrans" cxnId="{0156B7DF-BF53-477C-A768-2541FEC3A090}">
      <dgm:prSet/>
      <dgm:spPr/>
      <dgm:t>
        <a:bodyPr/>
        <a:lstStyle/>
        <a:p>
          <a:endParaRPr lang="en-US"/>
        </a:p>
      </dgm:t>
    </dgm:pt>
    <dgm:pt modelId="{372B3D41-ECFF-49D4-9901-1FF4AA562AB6}" type="pres">
      <dgm:prSet presAssocID="{AE38336A-1E05-4D88-90E2-D08FF15B73D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8A18CD-E731-4A95-B87A-6190B58959BC}" type="pres">
      <dgm:prSet presAssocID="{71136446-1862-42C3-9D09-534CE7ADA7B5}" presName="hierRoot1" presStyleCnt="0">
        <dgm:presLayoutVars>
          <dgm:hierBranch val="init"/>
        </dgm:presLayoutVars>
      </dgm:prSet>
      <dgm:spPr/>
    </dgm:pt>
    <dgm:pt modelId="{B3655CCD-3E7D-497F-A0FE-578092829ACA}" type="pres">
      <dgm:prSet presAssocID="{71136446-1862-42C3-9D09-534CE7ADA7B5}" presName="rootComposite1" presStyleCnt="0"/>
      <dgm:spPr/>
    </dgm:pt>
    <dgm:pt modelId="{D1A216A2-00E3-420B-A458-799B615823C9}" type="pres">
      <dgm:prSet presAssocID="{71136446-1862-42C3-9D09-534CE7ADA7B5}" presName="rootText1" presStyleLbl="node0" presStyleIdx="0" presStyleCnt="1" custScaleX="189123" custScaleY="71955">
        <dgm:presLayoutVars>
          <dgm:chPref val="3"/>
        </dgm:presLayoutVars>
      </dgm:prSet>
      <dgm:spPr/>
    </dgm:pt>
    <dgm:pt modelId="{EC649451-541E-4B12-BFF0-DDA06A43BDCA}" type="pres">
      <dgm:prSet presAssocID="{71136446-1862-42C3-9D09-534CE7ADA7B5}" presName="rootConnector1" presStyleLbl="node1" presStyleIdx="0" presStyleCnt="0"/>
      <dgm:spPr/>
    </dgm:pt>
    <dgm:pt modelId="{CD6EF859-2CAD-4E18-98A0-A47F1EBDFD9F}" type="pres">
      <dgm:prSet presAssocID="{71136446-1862-42C3-9D09-534CE7ADA7B5}" presName="hierChild2" presStyleCnt="0"/>
      <dgm:spPr/>
    </dgm:pt>
    <dgm:pt modelId="{85725BDB-64EA-4C97-B025-CC6E99DA0934}" type="pres">
      <dgm:prSet presAssocID="{E7A89BFE-DC76-47DC-BF18-840B797CC625}" presName="Name37" presStyleLbl="parChTrans1D2" presStyleIdx="0" presStyleCnt="4"/>
      <dgm:spPr/>
    </dgm:pt>
    <dgm:pt modelId="{4ED961DB-B123-45F1-89FA-9FBE04C13E85}" type="pres">
      <dgm:prSet presAssocID="{CE5AF25C-4F7C-4AB5-BA72-E0FFB7A0177E}" presName="hierRoot2" presStyleCnt="0">
        <dgm:presLayoutVars>
          <dgm:hierBranch val="init"/>
        </dgm:presLayoutVars>
      </dgm:prSet>
      <dgm:spPr/>
    </dgm:pt>
    <dgm:pt modelId="{7D76026F-68C5-4BD0-9686-1132706B9D6E}" type="pres">
      <dgm:prSet presAssocID="{CE5AF25C-4F7C-4AB5-BA72-E0FFB7A0177E}" presName="rootComposite" presStyleCnt="0"/>
      <dgm:spPr/>
    </dgm:pt>
    <dgm:pt modelId="{30ECA05D-3391-4777-8D1A-2C8ED309CC4B}" type="pres">
      <dgm:prSet presAssocID="{CE5AF25C-4F7C-4AB5-BA72-E0FFB7A0177E}" presName="rootText" presStyleLbl="node2" presStyleIdx="0" presStyleCnt="4">
        <dgm:presLayoutVars>
          <dgm:chPref val="3"/>
        </dgm:presLayoutVars>
      </dgm:prSet>
      <dgm:spPr/>
    </dgm:pt>
    <dgm:pt modelId="{AD7B4EC1-6E2E-4E2A-B856-A767A480AC7A}" type="pres">
      <dgm:prSet presAssocID="{CE5AF25C-4F7C-4AB5-BA72-E0FFB7A0177E}" presName="rootConnector" presStyleLbl="node2" presStyleIdx="0" presStyleCnt="4"/>
      <dgm:spPr/>
    </dgm:pt>
    <dgm:pt modelId="{31DBA00B-CD43-4EEC-88B0-1F2ACB09FFAA}" type="pres">
      <dgm:prSet presAssocID="{CE5AF25C-4F7C-4AB5-BA72-E0FFB7A0177E}" presName="hierChild4" presStyleCnt="0"/>
      <dgm:spPr/>
    </dgm:pt>
    <dgm:pt modelId="{AAF8D2BB-73DE-4DC2-8DCC-219EA66B7442}" type="pres">
      <dgm:prSet presAssocID="{8F2DB2DC-581F-4CAD-ABCE-F8387C38E094}" presName="Name37" presStyleLbl="parChTrans1D3" presStyleIdx="0" presStyleCnt="8"/>
      <dgm:spPr/>
    </dgm:pt>
    <dgm:pt modelId="{F1C49533-A06B-447E-BE1D-D3E2FE9F5FC0}" type="pres">
      <dgm:prSet presAssocID="{702669F5-9E63-4610-ADD1-632DB58722BC}" presName="hierRoot2" presStyleCnt="0">
        <dgm:presLayoutVars>
          <dgm:hierBranch val="init"/>
        </dgm:presLayoutVars>
      </dgm:prSet>
      <dgm:spPr/>
    </dgm:pt>
    <dgm:pt modelId="{D8E68090-BBF4-463F-BC86-2AC1B10168A5}" type="pres">
      <dgm:prSet presAssocID="{702669F5-9E63-4610-ADD1-632DB58722BC}" presName="rootComposite" presStyleCnt="0"/>
      <dgm:spPr/>
    </dgm:pt>
    <dgm:pt modelId="{BBE0FBB6-7EF5-4CBE-95BC-1AE5B166F9CD}" type="pres">
      <dgm:prSet presAssocID="{702669F5-9E63-4610-ADD1-632DB58722BC}" presName="rootText" presStyleLbl="node3" presStyleIdx="0" presStyleCnt="8" custScaleX="116261">
        <dgm:presLayoutVars>
          <dgm:chPref val="3"/>
        </dgm:presLayoutVars>
      </dgm:prSet>
      <dgm:spPr/>
    </dgm:pt>
    <dgm:pt modelId="{200DBC38-BD62-412F-982C-67683956CA14}" type="pres">
      <dgm:prSet presAssocID="{702669F5-9E63-4610-ADD1-632DB58722BC}" presName="rootConnector" presStyleLbl="node3" presStyleIdx="0" presStyleCnt="8"/>
      <dgm:spPr/>
    </dgm:pt>
    <dgm:pt modelId="{756A72AD-F4FB-4C26-AEFC-EA84490C9A6D}" type="pres">
      <dgm:prSet presAssocID="{702669F5-9E63-4610-ADD1-632DB58722BC}" presName="hierChild4" presStyleCnt="0"/>
      <dgm:spPr/>
    </dgm:pt>
    <dgm:pt modelId="{23A4ED79-79BE-4A18-B295-CFF6EF499286}" type="pres">
      <dgm:prSet presAssocID="{702669F5-9E63-4610-ADD1-632DB58722BC}" presName="hierChild5" presStyleCnt="0"/>
      <dgm:spPr/>
    </dgm:pt>
    <dgm:pt modelId="{9BD55E30-2657-4B50-B49D-06CB45223B4A}" type="pres">
      <dgm:prSet presAssocID="{958F8D84-FA11-40A0-8E70-A88F245BBDED}" presName="Name37" presStyleLbl="parChTrans1D3" presStyleIdx="1" presStyleCnt="8"/>
      <dgm:spPr/>
    </dgm:pt>
    <dgm:pt modelId="{88889335-275F-4A5B-A9E1-3B4A34DE9F6A}" type="pres">
      <dgm:prSet presAssocID="{AD874F36-8C27-4C87-B8E5-4822B3151A31}" presName="hierRoot2" presStyleCnt="0">
        <dgm:presLayoutVars>
          <dgm:hierBranch val="init"/>
        </dgm:presLayoutVars>
      </dgm:prSet>
      <dgm:spPr/>
    </dgm:pt>
    <dgm:pt modelId="{945530EB-98FD-4F72-8569-99463948796E}" type="pres">
      <dgm:prSet presAssocID="{AD874F36-8C27-4C87-B8E5-4822B3151A31}" presName="rootComposite" presStyleCnt="0"/>
      <dgm:spPr/>
    </dgm:pt>
    <dgm:pt modelId="{0F3EA3DD-1254-4595-8AAB-A595076FDEED}" type="pres">
      <dgm:prSet presAssocID="{AD874F36-8C27-4C87-B8E5-4822B3151A31}" presName="rootText" presStyleLbl="node3" presStyleIdx="1" presStyleCnt="8" custScaleX="132522" custScaleY="118340">
        <dgm:presLayoutVars>
          <dgm:chPref val="3"/>
        </dgm:presLayoutVars>
      </dgm:prSet>
      <dgm:spPr/>
    </dgm:pt>
    <dgm:pt modelId="{018E6F20-BB0E-4E41-98BA-42D57E0076EF}" type="pres">
      <dgm:prSet presAssocID="{AD874F36-8C27-4C87-B8E5-4822B3151A31}" presName="rootConnector" presStyleLbl="node3" presStyleIdx="1" presStyleCnt="8"/>
      <dgm:spPr/>
    </dgm:pt>
    <dgm:pt modelId="{81667E1B-BA43-4796-BFFE-766B31FE8F8D}" type="pres">
      <dgm:prSet presAssocID="{AD874F36-8C27-4C87-B8E5-4822B3151A31}" presName="hierChild4" presStyleCnt="0"/>
      <dgm:spPr/>
    </dgm:pt>
    <dgm:pt modelId="{38AC7402-E5B5-4FFD-A507-63F010346B2D}" type="pres">
      <dgm:prSet presAssocID="{AD874F36-8C27-4C87-B8E5-4822B3151A31}" presName="hierChild5" presStyleCnt="0"/>
      <dgm:spPr/>
    </dgm:pt>
    <dgm:pt modelId="{9A8A7EEB-1ABA-40E1-B1B2-57837166A079}" type="pres">
      <dgm:prSet presAssocID="{CE5AF25C-4F7C-4AB5-BA72-E0FFB7A0177E}" presName="hierChild5" presStyleCnt="0"/>
      <dgm:spPr/>
    </dgm:pt>
    <dgm:pt modelId="{604F149E-1109-4BE1-A386-E0DEAA6E0608}" type="pres">
      <dgm:prSet presAssocID="{DEE65AA3-C2FD-4F9F-BA0A-EE38F1257B44}" presName="Name37" presStyleLbl="parChTrans1D2" presStyleIdx="1" presStyleCnt="4"/>
      <dgm:spPr/>
    </dgm:pt>
    <dgm:pt modelId="{E13C70DF-BECB-4D1A-A650-7EDF78A72BA7}" type="pres">
      <dgm:prSet presAssocID="{9B378B03-DF69-4148-9A99-F2B75E37D24E}" presName="hierRoot2" presStyleCnt="0">
        <dgm:presLayoutVars>
          <dgm:hierBranch val="init"/>
        </dgm:presLayoutVars>
      </dgm:prSet>
      <dgm:spPr/>
    </dgm:pt>
    <dgm:pt modelId="{5E30C2D5-8A69-49F1-B233-0251B5136017}" type="pres">
      <dgm:prSet presAssocID="{9B378B03-DF69-4148-9A99-F2B75E37D24E}" presName="rootComposite" presStyleCnt="0"/>
      <dgm:spPr/>
    </dgm:pt>
    <dgm:pt modelId="{B10E599D-F22E-43B1-AD20-48FD04AB58BE}" type="pres">
      <dgm:prSet presAssocID="{9B378B03-DF69-4148-9A99-F2B75E37D24E}" presName="rootText" presStyleLbl="node2" presStyleIdx="1" presStyleCnt="4">
        <dgm:presLayoutVars>
          <dgm:chPref val="3"/>
        </dgm:presLayoutVars>
      </dgm:prSet>
      <dgm:spPr/>
    </dgm:pt>
    <dgm:pt modelId="{E4399A2C-94FA-406E-A603-C76FD867CD80}" type="pres">
      <dgm:prSet presAssocID="{9B378B03-DF69-4148-9A99-F2B75E37D24E}" presName="rootConnector" presStyleLbl="node2" presStyleIdx="1" presStyleCnt="4"/>
      <dgm:spPr/>
    </dgm:pt>
    <dgm:pt modelId="{43C1F450-30EA-4C8D-8281-CA491F0FBE61}" type="pres">
      <dgm:prSet presAssocID="{9B378B03-DF69-4148-9A99-F2B75E37D24E}" presName="hierChild4" presStyleCnt="0"/>
      <dgm:spPr/>
    </dgm:pt>
    <dgm:pt modelId="{B66AAD6F-E528-4F40-9ADD-90C6EC52B5BB}" type="pres">
      <dgm:prSet presAssocID="{3D508303-5BC3-4D8D-8461-FA3624E6E5B0}" presName="Name37" presStyleLbl="parChTrans1D3" presStyleIdx="2" presStyleCnt="8"/>
      <dgm:spPr/>
    </dgm:pt>
    <dgm:pt modelId="{25862872-E650-4D23-B3CD-2ADABB1485EB}" type="pres">
      <dgm:prSet presAssocID="{02E89CD4-E116-4124-A38B-267F1DA4CEC0}" presName="hierRoot2" presStyleCnt="0">
        <dgm:presLayoutVars>
          <dgm:hierBranch val="init"/>
        </dgm:presLayoutVars>
      </dgm:prSet>
      <dgm:spPr/>
    </dgm:pt>
    <dgm:pt modelId="{1828D012-01B3-423F-9B49-5239B2BB577E}" type="pres">
      <dgm:prSet presAssocID="{02E89CD4-E116-4124-A38B-267F1DA4CEC0}" presName="rootComposite" presStyleCnt="0"/>
      <dgm:spPr/>
    </dgm:pt>
    <dgm:pt modelId="{A15378B6-380F-449E-9417-5D7B3D7EFF58}" type="pres">
      <dgm:prSet presAssocID="{02E89CD4-E116-4124-A38B-267F1DA4CEC0}" presName="rootText" presStyleLbl="node3" presStyleIdx="2" presStyleCnt="8" custScaleY="89879" custLinFactNeighborX="-1605" custLinFactNeighborY="3209">
        <dgm:presLayoutVars>
          <dgm:chPref val="3"/>
        </dgm:presLayoutVars>
      </dgm:prSet>
      <dgm:spPr/>
    </dgm:pt>
    <dgm:pt modelId="{B6330A5D-D777-4CA1-B7A6-0F16CAF55B45}" type="pres">
      <dgm:prSet presAssocID="{02E89CD4-E116-4124-A38B-267F1DA4CEC0}" presName="rootConnector" presStyleLbl="node3" presStyleIdx="2" presStyleCnt="8"/>
      <dgm:spPr/>
    </dgm:pt>
    <dgm:pt modelId="{2EA79F47-B846-42F3-8418-D70A833E54B5}" type="pres">
      <dgm:prSet presAssocID="{02E89CD4-E116-4124-A38B-267F1DA4CEC0}" presName="hierChild4" presStyleCnt="0"/>
      <dgm:spPr/>
    </dgm:pt>
    <dgm:pt modelId="{B0E626EE-28B9-4D2A-B2A0-14F4D02301F3}" type="pres">
      <dgm:prSet presAssocID="{02E89CD4-E116-4124-A38B-267F1DA4CEC0}" presName="hierChild5" presStyleCnt="0"/>
      <dgm:spPr/>
    </dgm:pt>
    <dgm:pt modelId="{3488CEE5-F66F-4E28-B972-D0DDCE670817}" type="pres">
      <dgm:prSet presAssocID="{9B378B03-DF69-4148-9A99-F2B75E37D24E}" presName="hierChild5" presStyleCnt="0"/>
      <dgm:spPr/>
    </dgm:pt>
    <dgm:pt modelId="{5749E7C3-191A-4582-8078-43E255E66390}" type="pres">
      <dgm:prSet presAssocID="{8CB763AD-DBD8-4E8C-B588-F075B19602C8}" presName="Name37" presStyleLbl="parChTrans1D2" presStyleIdx="2" presStyleCnt="4"/>
      <dgm:spPr/>
    </dgm:pt>
    <dgm:pt modelId="{9EB2A684-7F6E-4D29-AD0A-FB8DB036E20D}" type="pres">
      <dgm:prSet presAssocID="{5994018F-89C1-483C-9E2D-88F2DE38177D}" presName="hierRoot2" presStyleCnt="0">
        <dgm:presLayoutVars>
          <dgm:hierBranch val="init"/>
        </dgm:presLayoutVars>
      </dgm:prSet>
      <dgm:spPr/>
    </dgm:pt>
    <dgm:pt modelId="{C8876EC5-BC5C-4BDF-8FC0-5B1B6CF2C3C2}" type="pres">
      <dgm:prSet presAssocID="{5994018F-89C1-483C-9E2D-88F2DE38177D}" presName="rootComposite" presStyleCnt="0"/>
      <dgm:spPr/>
    </dgm:pt>
    <dgm:pt modelId="{140A3C70-BEAB-4C09-9027-4F755956C815}" type="pres">
      <dgm:prSet presAssocID="{5994018F-89C1-483C-9E2D-88F2DE38177D}" presName="rootText" presStyleLbl="node2" presStyleIdx="2" presStyleCnt="4">
        <dgm:presLayoutVars>
          <dgm:chPref val="3"/>
        </dgm:presLayoutVars>
      </dgm:prSet>
      <dgm:spPr/>
    </dgm:pt>
    <dgm:pt modelId="{6222944A-BD17-4E7D-B1E2-4C279789F81E}" type="pres">
      <dgm:prSet presAssocID="{5994018F-89C1-483C-9E2D-88F2DE38177D}" presName="rootConnector" presStyleLbl="node2" presStyleIdx="2" presStyleCnt="4"/>
      <dgm:spPr/>
    </dgm:pt>
    <dgm:pt modelId="{56224C3C-3B37-4957-9EFA-9A46B0A8A1D8}" type="pres">
      <dgm:prSet presAssocID="{5994018F-89C1-483C-9E2D-88F2DE38177D}" presName="hierChild4" presStyleCnt="0"/>
      <dgm:spPr/>
    </dgm:pt>
    <dgm:pt modelId="{7674AD64-7942-435F-8226-864F58C426E9}" type="pres">
      <dgm:prSet presAssocID="{5E661E02-0175-4922-94EE-CE1072B334AD}" presName="Name37" presStyleLbl="parChTrans1D3" presStyleIdx="3" presStyleCnt="8"/>
      <dgm:spPr/>
    </dgm:pt>
    <dgm:pt modelId="{690C4BCB-C743-4B75-A941-D57099737C73}" type="pres">
      <dgm:prSet presAssocID="{4FB0B1B3-4538-4C43-8F47-C3999B72DBC2}" presName="hierRoot2" presStyleCnt="0">
        <dgm:presLayoutVars>
          <dgm:hierBranch val="init"/>
        </dgm:presLayoutVars>
      </dgm:prSet>
      <dgm:spPr/>
    </dgm:pt>
    <dgm:pt modelId="{FF9F9A1B-1BBB-4036-A19C-F1FC921E1031}" type="pres">
      <dgm:prSet presAssocID="{4FB0B1B3-4538-4C43-8F47-C3999B72DBC2}" presName="rootComposite" presStyleCnt="0"/>
      <dgm:spPr/>
    </dgm:pt>
    <dgm:pt modelId="{AC2A8FF6-E2A4-41D3-A4AA-E71D75F339C0}" type="pres">
      <dgm:prSet presAssocID="{4FB0B1B3-4538-4C43-8F47-C3999B72DBC2}" presName="rootText" presStyleLbl="node3" presStyleIdx="3" presStyleCnt="8" custScaleX="112976" custScaleY="87935">
        <dgm:presLayoutVars>
          <dgm:chPref val="3"/>
        </dgm:presLayoutVars>
      </dgm:prSet>
      <dgm:spPr/>
    </dgm:pt>
    <dgm:pt modelId="{BD926920-4292-4AA7-A569-DF6153C5D84B}" type="pres">
      <dgm:prSet presAssocID="{4FB0B1B3-4538-4C43-8F47-C3999B72DBC2}" presName="rootConnector" presStyleLbl="node3" presStyleIdx="3" presStyleCnt="8"/>
      <dgm:spPr/>
    </dgm:pt>
    <dgm:pt modelId="{F5DE0C06-F562-4390-9E26-11EA57064F58}" type="pres">
      <dgm:prSet presAssocID="{4FB0B1B3-4538-4C43-8F47-C3999B72DBC2}" presName="hierChild4" presStyleCnt="0"/>
      <dgm:spPr/>
    </dgm:pt>
    <dgm:pt modelId="{F470387F-4F0C-489C-AB64-87E2A1727DFD}" type="pres">
      <dgm:prSet presAssocID="{4FB0B1B3-4538-4C43-8F47-C3999B72DBC2}" presName="hierChild5" presStyleCnt="0"/>
      <dgm:spPr/>
    </dgm:pt>
    <dgm:pt modelId="{7F247643-7E18-45F7-B3FE-781626FE8138}" type="pres">
      <dgm:prSet presAssocID="{7F646E74-E8C2-48A8-9375-5F5969F6879C}" presName="Name37" presStyleLbl="parChTrans1D3" presStyleIdx="4" presStyleCnt="8"/>
      <dgm:spPr/>
    </dgm:pt>
    <dgm:pt modelId="{2BBA1ECF-6254-4AB3-B48E-919B5FE6D335}" type="pres">
      <dgm:prSet presAssocID="{40A1B886-1486-432B-AC91-4B2849DF7CB8}" presName="hierRoot2" presStyleCnt="0">
        <dgm:presLayoutVars>
          <dgm:hierBranch val="init"/>
        </dgm:presLayoutVars>
      </dgm:prSet>
      <dgm:spPr/>
    </dgm:pt>
    <dgm:pt modelId="{C94FC1D8-9916-4E74-9F72-305A920440DE}" type="pres">
      <dgm:prSet presAssocID="{40A1B886-1486-432B-AC91-4B2849DF7CB8}" presName="rootComposite" presStyleCnt="0"/>
      <dgm:spPr/>
    </dgm:pt>
    <dgm:pt modelId="{4D11BFE0-4892-4D93-B26D-457D6FDB6089}" type="pres">
      <dgm:prSet presAssocID="{40A1B886-1486-432B-AC91-4B2849DF7CB8}" presName="rootText" presStyleLbl="node3" presStyleIdx="4" presStyleCnt="8" custScaleX="113127" custScaleY="80917">
        <dgm:presLayoutVars>
          <dgm:chPref val="3"/>
        </dgm:presLayoutVars>
      </dgm:prSet>
      <dgm:spPr/>
    </dgm:pt>
    <dgm:pt modelId="{E0B1CACA-5A60-4746-A785-1032546EAAF2}" type="pres">
      <dgm:prSet presAssocID="{40A1B886-1486-432B-AC91-4B2849DF7CB8}" presName="rootConnector" presStyleLbl="node3" presStyleIdx="4" presStyleCnt="8"/>
      <dgm:spPr/>
    </dgm:pt>
    <dgm:pt modelId="{BD25033A-DF05-4172-B90E-91054C075BAF}" type="pres">
      <dgm:prSet presAssocID="{40A1B886-1486-432B-AC91-4B2849DF7CB8}" presName="hierChild4" presStyleCnt="0"/>
      <dgm:spPr/>
    </dgm:pt>
    <dgm:pt modelId="{420F2E88-44D8-42B7-8236-37B38CFB6353}" type="pres">
      <dgm:prSet presAssocID="{40A1B886-1486-432B-AC91-4B2849DF7CB8}" presName="hierChild5" presStyleCnt="0"/>
      <dgm:spPr/>
    </dgm:pt>
    <dgm:pt modelId="{410A4771-B5BF-4C84-8BF8-FD5F3042714B}" type="pres">
      <dgm:prSet presAssocID="{2A462EEE-B589-4D0D-8AF3-A50E32F5D655}" presName="Name37" presStyleLbl="parChTrans1D3" presStyleIdx="5" presStyleCnt="8"/>
      <dgm:spPr/>
    </dgm:pt>
    <dgm:pt modelId="{18E52A2F-2804-40EC-AF20-ADF3C935FB54}" type="pres">
      <dgm:prSet presAssocID="{660ED98F-5698-4E52-A525-5A51A7CD3488}" presName="hierRoot2" presStyleCnt="0">
        <dgm:presLayoutVars>
          <dgm:hierBranch val="init"/>
        </dgm:presLayoutVars>
      </dgm:prSet>
      <dgm:spPr/>
    </dgm:pt>
    <dgm:pt modelId="{4A65CABD-85F5-4B52-9E44-B73039118B35}" type="pres">
      <dgm:prSet presAssocID="{660ED98F-5698-4E52-A525-5A51A7CD3488}" presName="rootComposite" presStyleCnt="0"/>
      <dgm:spPr/>
    </dgm:pt>
    <dgm:pt modelId="{81A5E052-F6E3-41FA-AF0C-408FDE39B363}" type="pres">
      <dgm:prSet presAssocID="{660ED98F-5698-4E52-A525-5A51A7CD3488}" presName="rootText" presStyleLbl="node3" presStyleIdx="5" presStyleCnt="8" custScaleX="124582" custScaleY="63693">
        <dgm:presLayoutVars>
          <dgm:chPref val="3"/>
        </dgm:presLayoutVars>
      </dgm:prSet>
      <dgm:spPr/>
    </dgm:pt>
    <dgm:pt modelId="{16D4B38C-E3E2-4191-AD1E-26CF4A309E3D}" type="pres">
      <dgm:prSet presAssocID="{660ED98F-5698-4E52-A525-5A51A7CD3488}" presName="rootConnector" presStyleLbl="node3" presStyleIdx="5" presStyleCnt="8"/>
      <dgm:spPr/>
    </dgm:pt>
    <dgm:pt modelId="{0921DA5E-638D-49B2-ADC6-9E208A10F4C1}" type="pres">
      <dgm:prSet presAssocID="{660ED98F-5698-4E52-A525-5A51A7CD3488}" presName="hierChild4" presStyleCnt="0"/>
      <dgm:spPr/>
    </dgm:pt>
    <dgm:pt modelId="{B68EEA75-C8D8-494D-A195-685A198C5AEA}" type="pres">
      <dgm:prSet presAssocID="{660ED98F-5698-4E52-A525-5A51A7CD3488}" presName="hierChild5" presStyleCnt="0"/>
      <dgm:spPr/>
    </dgm:pt>
    <dgm:pt modelId="{0765D51A-71E1-40B1-9B82-37CB3CBC8F73}" type="pres">
      <dgm:prSet presAssocID="{5994018F-89C1-483C-9E2D-88F2DE38177D}" presName="hierChild5" presStyleCnt="0"/>
      <dgm:spPr/>
    </dgm:pt>
    <dgm:pt modelId="{7340ACD3-D265-4DD7-9EF0-1BDC1FDF9B5A}" type="pres">
      <dgm:prSet presAssocID="{18839FC2-F3E5-4AD6-9CC7-9B9184478422}" presName="Name37" presStyleLbl="parChTrans1D2" presStyleIdx="3" presStyleCnt="4"/>
      <dgm:spPr/>
    </dgm:pt>
    <dgm:pt modelId="{528EAE91-4B2D-45C6-88D5-CB9BD00A2A81}" type="pres">
      <dgm:prSet presAssocID="{A32A0F3C-05ED-4CF1-AFE9-05AF72DDC771}" presName="hierRoot2" presStyleCnt="0">
        <dgm:presLayoutVars>
          <dgm:hierBranch val="init"/>
        </dgm:presLayoutVars>
      </dgm:prSet>
      <dgm:spPr/>
    </dgm:pt>
    <dgm:pt modelId="{274E761B-CCED-43A5-85A6-ED77AAF412FF}" type="pres">
      <dgm:prSet presAssocID="{A32A0F3C-05ED-4CF1-AFE9-05AF72DDC771}" presName="rootComposite" presStyleCnt="0"/>
      <dgm:spPr/>
    </dgm:pt>
    <dgm:pt modelId="{F013B710-0470-429B-9FF4-374B485E7412}" type="pres">
      <dgm:prSet presAssocID="{A32A0F3C-05ED-4CF1-AFE9-05AF72DDC771}" presName="rootText" presStyleLbl="node2" presStyleIdx="3" presStyleCnt="4">
        <dgm:presLayoutVars>
          <dgm:chPref val="3"/>
        </dgm:presLayoutVars>
      </dgm:prSet>
      <dgm:spPr/>
    </dgm:pt>
    <dgm:pt modelId="{E2CDF137-4EF3-4783-A768-0F786B731E27}" type="pres">
      <dgm:prSet presAssocID="{A32A0F3C-05ED-4CF1-AFE9-05AF72DDC771}" presName="rootConnector" presStyleLbl="node2" presStyleIdx="3" presStyleCnt="4"/>
      <dgm:spPr/>
    </dgm:pt>
    <dgm:pt modelId="{1548906D-C03E-4F4C-98E0-6A6277163D36}" type="pres">
      <dgm:prSet presAssocID="{A32A0F3C-05ED-4CF1-AFE9-05AF72DDC771}" presName="hierChild4" presStyleCnt="0"/>
      <dgm:spPr/>
    </dgm:pt>
    <dgm:pt modelId="{91DBAAEB-BFBD-46A3-8F4C-11CFF23B6E83}" type="pres">
      <dgm:prSet presAssocID="{97475A7A-1CC1-451D-B974-21E359E48EDE}" presName="Name37" presStyleLbl="parChTrans1D3" presStyleIdx="6" presStyleCnt="8"/>
      <dgm:spPr/>
    </dgm:pt>
    <dgm:pt modelId="{6CC56508-D64F-4C0E-8326-8C827B2D07AE}" type="pres">
      <dgm:prSet presAssocID="{45AC30AD-F088-4385-9B6B-A07DAD41E4CE}" presName="hierRoot2" presStyleCnt="0">
        <dgm:presLayoutVars>
          <dgm:hierBranch val="init"/>
        </dgm:presLayoutVars>
      </dgm:prSet>
      <dgm:spPr/>
    </dgm:pt>
    <dgm:pt modelId="{DD276999-35F2-482A-816A-48FA83C0992E}" type="pres">
      <dgm:prSet presAssocID="{45AC30AD-F088-4385-9B6B-A07DAD41E4CE}" presName="rootComposite" presStyleCnt="0"/>
      <dgm:spPr/>
    </dgm:pt>
    <dgm:pt modelId="{4EAB61DA-B524-4F49-9C6C-5AC2BDA003DB}" type="pres">
      <dgm:prSet presAssocID="{45AC30AD-F088-4385-9B6B-A07DAD41E4CE}" presName="rootText" presStyleLbl="node3" presStyleIdx="6" presStyleCnt="8" custScaleX="117426">
        <dgm:presLayoutVars>
          <dgm:chPref val="3"/>
        </dgm:presLayoutVars>
      </dgm:prSet>
      <dgm:spPr/>
    </dgm:pt>
    <dgm:pt modelId="{8BAC6631-8AAB-4370-A2A3-5C402A4E969A}" type="pres">
      <dgm:prSet presAssocID="{45AC30AD-F088-4385-9B6B-A07DAD41E4CE}" presName="rootConnector" presStyleLbl="node3" presStyleIdx="6" presStyleCnt="8"/>
      <dgm:spPr/>
    </dgm:pt>
    <dgm:pt modelId="{D0344E82-714B-43DA-816E-00E45D71C485}" type="pres">
      <dgm:prSet presAssocID="{45AC30AD-F088-4385-9B6B-A07DAD41E4CE}" presName="hierChild4" presStyleCnt="0"/>
      <dgm:spPr/>
    </dgm:pt>
    <dgm:pt modelId="{116F1994-BC4F-4C3F-8906-CAA77C316DDA}" type="pres">
      <dgm:prSet presAssocID="{45AC30AD-F088-4385-9B6B-A07DAD41E4CE}" presName="hierChild5" presStyleCnt="0"/>
      <dgm:spPr/>
    </dgm:pt>
    <dgm:pt modelId="{BB70FFF5-186B-4544-ABDA-6877FA923009}" type="pres">
      <dgm:prSet presAssocID="{89DB1F19-0113-42BF-AC12-6C6A3B40051C}" presName="Name37" presStyleLbl="parChTrans1D3" presStyleIdx="7" presStyleCnt="8"/>
      <dgm:spPr/>
    </dgm:pt>
    <dgm:pt modelId="{77E9B13A-7A4B-4E27-ACC3-3CD54101B54C}" type="pres">
      <dgm:prSet presAssocID="{0C9B5090-EA8A-4F21-93D9-E146AEC5EA72}" presName="hierRoot2" presStyleCnt="0">
        <dgm:presLayoutVars>
          <dgm:hierBranch val="init"/>
        </dgm:presLayoutVars>
      </dgm:prSet>
      <dgm:spPr/>
    </dgm:pt>
    <dgm:pt modelId="{85612286-21CD-458F-8987-5CCB3C9435B5}" type="pres">
      <dgm:prSet presAssocID="{0C9B5090-EA8A-4F21-93D9-E146AEC5EA72}" presName="rootComposite" presStyleCnt="0"/>
      <dgm:spPr/>
    </dgm:pt>
    <dgm:pt modelId="{83C32B40-CEB8-4827-9A2C-06E633CBE275}" type="pres">
      <dgm:prSet presAssocID="{0C9B5090-EA8A-4F21-93D9-E146AEC5EA72}" presName="rootText" presStyleLbl="node3" presStyleIdx="7" presStyleCnt="8" custScaleX="115910">
        <dgm:presLayoutVars>
          <dgm:chPref val="3"/>
        </dgm:presLayoutVars>
      </dgm:prSet>
      <dgm:spPr/>
    </dgm:pt>
    <dgm:pt modelId="{5655DE00-3F1A-4BA3-8AD4-AD5FDA962D71}" type="pres">
      <dgm:prSet presAssocID="{0C9B5090-EA8A-4F21-93D9-E146AEC5EA72}" presName="rootConnector" presStyleLbl="node3" presStyleIdx="7" presStyleCnt="8"/>
      <dgm:spPr/>
    </dgm:pt>
    <dgm:pt modelId="{A34ACE2E-6C80-444B-BC1F-640321A03BF1}" type="pres">
      <dgm:prSet presAssocID="{0C9B5090-EA8A-4F21-93D9-E146AEC5EA72}" presName="hierChild4" presStyleCnt="0"/>
      <dgm:spPr/>
    </dgm:pt>
    <dgm:pt modelId="{31596B67-F7D9-4944-829C-0899C04DCBAD}" type="pres">
      <dgm:prSet presAssocID="{0C9B5090-EA8A-4F21-93D9-E146AEC5EA72}" presName="hierChild5" presStyleCnt="0"/>
      <dgm:spPr/>
    </dgm:pt>
    <dgm:pt modelId="{BA4CE277-054D-4B8A-8140-19A29BFBE4A1}" type="pres">
      <dgm:prSet presAssocID="{A32A0F3C-05ED-4CF1-AFE9-05AF72DDC771}" presName="hierChild5" presStyleCnt="0"/>
      <dgm:spPr/>
    </dgm:pt>
    <dgm:pt modelId="{03E9FBBB-A660-4C54-8411-2835A19C2BDD}" type="pres">
      <dgm:prSet presAssocID="{71136446-1862-42C3-9D09-534CE7ADA7B5}" presName="hierChild3" presStyleCnt="0"/>
      <dgm:spPr/>
    </dgm:pt>
  </dgm:ptLst>
  <dgm:cxnLst>
    <dgm:cxn modelId="{7FD0A405-DB1F-42B1-BD07-B27763530B73}" type="presOf" srcId="{AE38336A-1E05-4D88-90E2-D08FF15B73D2}" destId="{372B3D41-ECFF-49D4-9901-1FF4AA562AB6}" srcOrd="0" destOrd="0" presId="urn:microsoft.com/office/officeart/2005/8/layout/orgChart1"/>
    <dgm:cxn modelId="{19D7B306-F9E5-4333-9938-0EB110EB27EE}" type="presOf" srcId="{660ED98F-5698-4E52-A525-5A51A7CD3488}" destId="{16D4B38C-E3E2-4191-AD1E-26CF4A309E3D}" srcOrd="1" destOrd="0" presId="urn:microsoft.com/office/officeart/2005/8/layout/orgChart1"/>
    <dgm:cxn modelId="{220A6C07-54D3-461A-86CA-F5298B4A370D}" type="presOf" srcId="{DEE65AA3-C2FD-4F9F-BA0A-EE38F1257B44}" destId="{604F149E-1109-4BE1-A386-E0DEAA6E0608}" srcOrd="0" destOrd="0" presId="urn:microsoft.com/office/officeart/2005/8/layout/orgChart1"/>
    <dgm:cxn modelId="{91EF450A-AA26-400B-8917-F59322716A50}" srcId="{5994018F-89C1-483C-9E2D-88F2DE38177D}" destId="{660ED98F-5698-4E52-A525-5A51A7CD3488}" srcOrd="2" destOrd="0" parTransId="{2A462EEE-B589-4D0D-8AF3-A50E32F5D655}" sibTransId="{94F3F41C-9D14-4B4B-A854-7C36380F97D6}"/>
    <dgm:cxn modelId="{092A1212-2D0B-45BA-A34D-4863F01DC4A9}" type="presOf" srcId="{3D508303-5BC3-4D8D-8461-FA3624E6E5B0}" destId="{B66AAD6F-E528-4F40-9ADD-90C6EC52B5BB}" srcOrd="0" destOrd="0" presId="urn:microsoft.com/office/officeart/2005/8/layout/orgChart1"/>
    <dgm:cxn modelId="{518B5E16-B929-4B00-B896-12C142DE47B5}" srcId="{A32A0F3C-05ED-4CF1-AFE9-05AF72DDC771}" destId="{45AC30AD-F088-4385-9B6B-A07DAD41E4CE}" srcOrd="0" destOrd="0" parTransId="{97475A7A-1CC1-451D-B974-21E359E48EDE}" sibTransId="{A0AB72BA-AE9C-4640-B8B9-5BDF99CD3738}"/>
    <dgm:cxn modelId="{E1C54316-99F9-4BA9-AD54-8239047C72AF}" type="presOf" srcId="{9B378B03-DF69-4148-9A99-F2B75E37D24E}" destId="{B10E599D-F22E-43B1-AD20-48FD04AB58BE}" srcOrd="0" destOrd="0" presId="urn:microsoft.com/office/officeart/2005/8/layout/orgChart1"/>
    <dgm:cxn modelId="{7862831D-0113-433E-9D16-B886BEAFD1B6}" type="presOf" srcId="{702669F5-9E63-4610-ADD1-632DB58722BC}" destId="{BBE0FBB6-7EF5-4CBE-95BC-1AE5B166F9CD}" srcOrd="0" destOrd="0" presId="urn:microsoft.com/office/officeart/2005/8/layout/orgChart1"/>
    <dgm:cxn modelId="{F126081F-186E-4BE5-B586-E4291A215B26}" srcId="{CE5AF25C-4F7C-4AB5-BA72-E0FFB7A0177E}" destId="{702669F5-9E63-4610-ADD1-632DB58722BC}" srcOrd="0" destOrd="0" parTransId="{8F2DB2DC-581F-4CAD-ABCE-F8387C38E094}" sibTransId="{CC14ED84-8BD8-43EC-BF0C-17BB14D988B8}"/>
    <dgm:cxn modelId="{BD7E4A24-0A05-435C-99E2-C2C2F508A388}" srcId="{71136446-1862-42C3-9D09-534CE7ADA7B5}" destId="{5994018F-89C1-483C-9E2D-88F2DE38177D}" srcOrd="2" destOrd="0" parTransId="{8CB763AD-DBD8-4E8C-B588-F075B19602C8}" sibTransId="{EA607CD5-9465-4457-9D51-C4EA2E82BCD8}"/>
    <dgm:cxn modelId="{03791F25-DA24-43A8-85A9-0128E9F451AE}" srcId="{71136446-1862-42C3-9D09-534CE7ADA7B5}" destId="{CE5AF25C-4F7C-4AB5-BA72-E0FFB7A0177E}" srcOrd="0" destOrd="0" parTransId="{E7A89BFE-DC76-47DC-BF18-840B797CC625}" sibTransId="{453102CF-63F4-4417-B92E-9F597C2CDB31}"/>
    <dgm:cxn modelId="{B66E8127-61B3-407F-A3CB-DBDB08B0536E}" type="presOf" srcId="{4FB0B1B3-4538-4C43-8F47-C3999B72DBC2}" destId="{BD926920-4292-4AA7-A569-DF6153C5D84B}" srcOrd="1" destOrd="0" presId="urn:microsoft.com/office/officeart/2005/8/layout/orgChart1"/>
    <dgm:cxn modelId="{157B1D28-50FA-4154-8275-0AD686B5621D}" type="presOf" srcId="{02E89CD4-E116-4124-A38B-267F1DA4CEC0}" destId="{A15378B6-380F-449E-9417-5D7B3D7EFF58}" srcOrd="0" destOrd="0" presId="urn:microsoft.com/office/officeart/2005/8/layout/orgChart1"/>
    <dgm:cxn modelId="{1EFEF335-9620-47FE-B892-DE75FAE82657}" type="presOf" srcId="{5E661E02-0175-4922-94EE-CE1072B334AD}" destId="{7674AD64-7942-435F-8226-864F58C426E9}" srcOrd="0" destOrd="0" presId="urn:microsoft.com/office/officeart/2005/8/layout/orgChart1"/>
    <dgm:cxn modelId="{47DDB23A-B17D-4675-A4A9-FA7BBB49CB69}" type="presOf" srcId="{71136446-1862-42C3-9D09-534CE7ADA7B5}" destId="{D1A216A2-00E3-420B-A458-799B615823C9}" srcOrd="0" destOrd="0" presId="urn:microsoft.com/office/officeart/2005/8/layout/orgChart1"/>
    <dgm:cxn modelId="{D4DFAC3B-76C5-40E4-8FC2-E696E0446806}" type="presOf" srcId="{8F2DB2DC-581F-4CAD-ABCE-F8387C38E094}" destId="{AAF8D2BB-73DE-4DC2-8DCC-219EA66B7442}" srcOrd="0" destOrd="0" presId="urn:microsoft.com/office/officeart/2005/8/layout/orgChart1"/>
    <dgm:cxn modelId="{FA75BA3C-617A-4B95-A7A5-415FD1DEB86E}" srcId="{71136446-1862-42C3-9D09-534CE7ADA7B5}" destId="{9B378B03-DF69-4148-9A99-F2B75E37D24E}" srcOrd="1" destOrd="0" parTransId="{DEE65AA3-C2FD-4F9F-BA0A-EE38F1257B44}" sibTransId="{0D331E38-4CE3-4806-8D6F-E139E3FCC2AA}"/>
    <dgm:cxn modelId="{68358A3E-B8C0-4F9F-95AB-0C2A75A834E8}" type="presOf" srcId="{5994018F-89C1-483C-9E2D-88F2DE38177D}" destId="{6222944A-BD17-4E7D-B1E2-4C279789F81E}" srcOrd="1" destOrd="0" presId="urn:microsoft.com/office/officeart/2005/8/layout/orgChart1"/>
    <dgm:cxn modelId="{C61C9C60-6DDD-4BB3-AA68-1ED826E0B2EF}" type="presOf" srcId="{0C9B5090-EA8A-4F21-93D9-E146AEC5EA72}" destId="{5655DE00-3F1A-4BA3-8AD4-AD5FDA962D71}" srcOrd="1" destOrd="0" presId="urn:microsoft.com/office/officeart/2005/8/layout/orgChart1"/>
    <dgm:cxn modelId="{6C072342-88CA-4CB1-9B81-5A9319F1C756}" type="presOf" srcId="{45AC30AD-F088-4385-9B6B-A07DAD41E4CE}" destId="{8BAC6631-8AAB-4370-A2A3-5C402A4E969A}" srcOrd="1" destOrd="0" presId="urn:microsoft.com/office/officeart/2005/8/layout/orgChart1"/>
    <dgm:cxn modelId="{39DA8E44-8A50-4238-ABEA-E664E3F00E3D}" type="presOf" srcId="{CE5AF25C-4F7C-4AB5-BA72-E0FFB7A0177E}" destId="{AD7B4EC1-6E2E-4E2A-B856-A767A480AC7A}" srcOrd="1" destOrd="0" presId="urn:microsoft.com/office/officeart/2005/8/layout/orgChart1"/>
    <dgm:cxn modelId="{40182845-8906-4349-AD9D-8FAE4C25A801}" type="presOf" srcId="{18839FC2-F3E5-4AD6-9CC7-9B9184478422}" destId="{7340ACD3-D265-4DD7-9EF0-1BDC1FDF9B5A}" srcOrd="0" destOrd="0" presId="urn:microsoft.com/office/officeart/2005/8/layout/orgChart1"/>
    <dgm:cxn modelId="{D689A76D-A837-4119-B06F-5588018BC4D3}" type="presOf" srcId="{958F8D84-FA11-40A0-8E70-A88F245BBDED}" destId="{9BD55E30-2657-4B50-B49D-06CB45223B4A}" srcOrd="0" destOrd="0" presId="urn:microsoft.com/office/officeart/2005/8/layout/orgChart1"/>
    <dgm:cxn modelId="{A98B4A51-D739-42E3-AEE6-E862A015F287}" type="presOf" srcId="{702669F5-9E63-4610-ADD1-632DB58722BC}" destId="{200DBC38-BD62-412F-982C-67683956CA14}" srcOrd="1" destOrd="0" presId="urn:microsoft.com/office/officeart/2005/8/layout/orgChart1"/>
    <dgm:cxn modelId="{0823B151-28CD-405A-BA5D-3B6C8B5CE269}" srcId="{AE38336A-1E05-4D88-90E2-D08FF15B73D2}" destId="{71136446-1862-42C3-9D09-534CE7ADA7B5}" srcOrd="0" destOrd="0" parTransId="{753F416A-24E8-4DD7-9840-227638CA1B8A}" sibTransId="{D2C2E0A2-901B-4F2F-978A-FCE89057FDA0}"/>
    <dgm:cxn modelId="{7A2EA452-B0FC-4CFA-BFC0-651D7870D728}" srcId="{5994018F-89C1-483C-9E2D-88F2DE38177D}" destId="{40A1B886-1486-432B-AC91-4B2849DF7CB8}" srcOrd="1" destOrd="0" parTransId="{7F646E74-E8C2-48A8-9375-5F5969F6879C}" sibTransId="{E40ABA73-D3E6-411E-82E0-52EB7C24981D}"/>
    <dgm:cxn modelId="{73361D54-6670-4CD1-B20C-0DF7B3AB007A}" srcId="{71136446-1862-42C3-9D09-534CE7ADA7B5}" destId="{A32A0F3C-05ED-4CF1-AFE9-05AF72DDC771}" srcOrd="3" destOrd="0" parTransId="{18839FC2-F3E5-4AD6-9CC7-9B9184478422}" sibTransId="{EF16FE59-D3EC-44E0-8917-118CD1DDCBCF}"/>
    <dgm:cxn modelId="{4273DB76-07C4-45D1-9DF6-1ED7DBEF5CA4}" type="presOf" srcId="{02E89CD4-E116-4124-A38B-267F1DA4CEC0}" destId="{B6330A5D-D777-4CA1-B7A6-0F16CAF55B45}" srcOrd="1" destOrd="0" presId="urn:microsoft.com/office/officeart/2005/8/layout/orgChart1"/>
    <dgm:cxn modelId="{9686FA7E-217D-4573-B0DF-392259DE6983}" type="presOf" srcId="{5994018F-89C1-483C-9E2D-88F2DE38177D}" destId="{140A3C70-BEAB-4C09-9027-4F755956C815}" srcOrd="0" destOrd="0" presId="urn:microsoft.com/office/officeart/2005/8/layout/orgChart1"/>
    <dgm:cxn modelId="{1B065F81-218E-4C88-A7F7-188712E01414}" type="presOf" srcId="{E7A89BFE-DC76-47DC-BF18-840B797CC625}" destId="{85725BDB-64EA-4C97-B025-CC6E99DA0934}" srcOrd="0" destOrd="0" presId="urn:microsoft.com/office/officeart/2005/8/layout/orgChart1"/>
    <dgm:cxn modelId="{7630C888-F885-4F7D-8E09-913A4590BC7D}" type="presOf" srcId="{0C9B5090-EA8A-4F21-93D9-E146AEC5EA72}" destId="{83C32B40-CEB8-4827-9A2C-06E633CBE275}" srcOrd="0" destOrd="0" presId="urn:microsoft.com/office/officeart/2005/8/layout/orgChart1"/>
    <dgm:cxn modelId="{3C1A378C-60F7-4119-93BF-4C56CA75B451}" type="presOf" srcId="{A32A0F3C-05ED-4CF1-AFE9-05AF72DDC771}" destId="{E2CDF137-4EF3-4783-A768-0F786B731E27}" srcOrd="1" destOrd="0" presId="urn:microsoft.com/office/officeart/2005/8/layout/orgChart1"/>
    <dgm:cxn modelId="{8624F88C-0750-4048-890C-EA70B581FEC6}" type="presOf" srcId="{40A1B886-1486-432B-AC91-4B2849DF7CB8}" destId="{E0B1CACA-5A60-4746-A785-1032546EAAF2}" srcOrd="1" destOrd="0" presId="urn:microsoft.com/office/officeart/2005/8/layout/orgChart1"/>
    <dgm:cxn modelId="{3251E08E-2609-40F0-A34C-9260CCAAD6E5}" type="presOf" srcId="{71136446-1862-42C3-9D09-534CE7ADA7B5}" destId="{EC649451-541E-4B12-BFF0-DDA06A43BDCA}" srcOrd="1" destOrd="0" presId="urn:microsoft.com/office/officeart/2005/8/layout/orgChart1"/>
    <dgm:cxn modelId="{F3A5F28E-7929-4752-AABE-27CC831A5949}" type="presOf" srcId="{97475A7A-1CC1-451D-B974-21E359E48EDE}" destId="{91DBAAEB-BFBD-46A3-8F4C-11CFF23B6E83}" srcOrd="0" destOrd="0" presId="urn:microsoft.com/office/officeart/2005/8/layout/orgChart1"/>
    <dgm:cxn modelId="{C4222492-036E-41F9-9A5D-081D182AFAE0}" type="presOf" srcId="{AD874F36-8C27-4C87-B8E5-4822B3151A31}" destId="{018E6F20-BB0E-4E41-98BA-42D57E0076EF}" srcOrd="1" destOrd="0" presId="urn:microsoft.com/office/officeart/2005/8/layout/orgChart1"/>
    <dgm:cxn modelId="{721FD093-4762-4832-8ACB-EC7DE5E67FA8}" srcId="{9B378B03-DF69-4148-9A99-F2B75E37D24E}" destId="{02E89CD4-E116-4124-A38B-267F1DA4CEC0}" srcOrd="0" destOrd="0" parTransId="{3D508303-5BC3-4D8D-8461-FA3624E6E5B0}" sibTransId="{39D19EE7-1C95-4581-A5A4-ABE0BED7435B}"/>
    <dgm:cxn modelId="{B91F5F98-7F41-4B6C-A02F-412463DBE379}" type="presOf" srcId="{AD874F36-8C27-4C87-B8E5-4822B3151A31}" destId="{0F3EA3DD-1254-4595-8AAB-A595076FDEED}" srcOrd="0" destOrd="0" presId="urn:microsoft.com/office/officeart/2005/8/layout/orgChart1"/>
    <dgm:cxn modelId="{8C5AF599-B6F2-48A9-9415-95FB7A306731}" type="presOf" srcId="{A32A0F3C-05ED-4CF1-AFE9-05AF72DDC771}" destId="{F013B710-0470-429B-9FF4-374B485E7412}" srcOrd="0" destOrd="0" presId="urn:microsoft.com/office/officeart/2005/8/layout/orgChart1"/>
    <dgm:cxn modelId="{D647EF9A-9FB8-4ED6-B61D-7F151CAB64ED}" srcId="{5994018F-89C1-483C-9E2D-88F2DE38177D}" destId="{4FB0B1B3-4538-4C43-8F47-C3999B72DBC2}" srcOrd="0" destOrd="0" parTransId="{5E661E02-0175-4922-94EE-CE1072B334AD}" sibTransId="{110BAEAB-6CEA-4D2C-98C2-F48EF7963BB5}"/>
    <dgm:cxn modelId="{074259AB-261A-4D16-B7ED-24BEB38321A4}" type="presOf" srcId="{45AC30AD-F088-4385-9B6B-A07DAD41E4CE}" destId="{4EAB61DA-B524-4F49-9C6C-5AC2BDA003DB}" srcOrd="0" destOrd="0" presId="urn:microsoft.com/office/officeart/2005/8/layout/orgChart1"/>
    <dgm:cxn modelId="{2DDCB6AD-4312-47DE-8C16-8433E62DB2B6}" type="presOf" srcId="{2A462EEE-B589-4D0D-8AF3-A50E32F5D655}" destId="{410A4771-B5BF-4C84-8BF8-FD5F3042714B}" srcOrd="0" destOrd="0" presId="urn:microsoft.com/office/officeart/2005/8/layout/orgChart1"/>
    <dgm:cxn modelId="{D61DAEC3-CB7A-42D7-926E-BAB1B53AFE09}" type="presOf" srcId="{40A1B886-1486-432B-AC91-4B2849DF7CB8}" destId="{4D11BFE0-4892-4D93-B26D-457D6FDB6089}" srcOrd="0" destOrd="0" presId="urn:microsoft.com/office/officeart/2005/8/layout/orgChart1"/>
    <dgm:cxn modelId="{7B1DD1CE-D6C4-4EAD-83A6-FA7025629CD1}" srcId="{CE5AF25C-4F7C-4AB5-BA72-E0FFB7A0177E}" destId="{AD874F36-8C27-4C87-B8E5-4822B3151A31}" srcOrd="1" destOrd="0" parTransId="{958F8D84-FA11-40A0-8E70-A88F245BBDED}" sibTransId="{1545850C-841B-4362-B78E-4A8C6BF309AF}"/>
    <dgm:cxn modelId="{DD468DD2-791B-4D7D-8BCF-59C8B73DF212}" type="presOf" srcId="{9B378B03-DF69-4148-9A99-F2B75E37D24E}" destId="{E4399A2C-94FA-406E-A603-C76FD867CD80}" srcOrd="1" destOrd="0" presId="urn:microsoft.com/office/officeart/2005/8/layout/orgChart1"/>
    <dgm:cxn modelId="{D02155DA-7634-43ED-BE41-EC917478DB9D}" type="presOf" srcId="{4FB0B1B3-4538-4C43-8F47-C3999B72DBC2}" destId="{AC2A8FF6-E2A4-41D3-A4AA-E71D75F339C0}" srcOrd="0" destOrd="0" presId="urn:microsoft.com/office/officeart/2005/8/layout/orgChart1"/>
    <dgm:cxn modelId="{339348DF-8A2E-4DDC-9500-22A95E1AC09E}" type="presOf" srcId="{8CB763AD-DBD8-4E8C-B588-F075B19602C8}" destId="{5749E7C3-191A-4582-8078-43E255E66390}" srcOrd="0" destOrd="0" presId="urn:microsoft.com/office/officeart/2005/8/layout/orgChart1"/>
    <dgm:cxn modelId="{0156B7DF-BF53-477C-A768-2541FEC3A090}" srcId="{A32A0F3C-05ED-4CF1-AFE9-05AF72DDC771}" destId="{0C9B5090-EA8A-4F21-93D9-E146AEC5EA72}" srcOrd="1" destOrd="0" parTransId="{89DB1F19-0113-42BF-AC12-6C6A3B40051C}" sibTransId="{CF0891C3-2873-4E9A-93FA-CF793E40DB60}"/>
    <dgm:cxn modelId="{FCB122E8-36A0-492D-A0FF-0C76AC868EB9}" type="presOf" srcId="{CE5AF25C-4F7C-4AB5-BA72-E0FFB7A0177E}" destId="{30ECA05D-3391-4777-8D1A-2C8ED309CC4B}" srcOrd="0" destOrd="0" presId="urn:microsoft.com/office/officeart/2005/8/layout/orgChart1"/>
    <dgm:cxn modelId="{9C2F6BEE-4C29-40B0-922A-857CA1F25F8E}" type="presOf" srcId="{660ED98F-5698-4E52-A525-5A51A7CD3488}" destId="{81A5E052-F6E3-41FA-AF0C-408FDE39B363}" srcOrd="0" destOrd="0" presId="urn:microsoft.com/office/officeart/2005/8/layout/orgChart1"/>
    <dgm:cxn modelId="{D52813F6-90EF-4399-8E33-55AA3C29AD58}" type="presOf" srcId="{7F646E74-E8C2-48A8-9375-5F5969F6879C}" destId="{7F247643-7E18-45F7-B3FE-781626FE8138}" srcOrd="0" destOrd="0" presId="urn:microsoft.com/office/officeart/2005/8/layout/orgChart1"/>
    <dgm:cxn modelId="{4C6E77F9-7045-448F-B0D0-B4C361694837}" type="presOf" srcId="{89DB1F19-0113-42BF-AC12-6C6A3B40051C}" destId="{BB70FFF5-186B-4544-ABDA-6877FA923009}" srcOrd="0" destOrd="0" presId="urn:microsoft.com/office/officeart/2005/8/layout/orgChart1"/>
    <dgm:cxn modelId="{C6978809-A445-402B-9C98-900EDB85F995}" type="presParOf" srcId="{372B3D41-ECFF-49D4-9901-1FF4AA562AB6}" destId="{F58A18CD-E731-4A95-B87A-6190B58959BC}" srcOrd="0" destOrd="0" presId="urn:microsoft.com/office/officeart/2005/8/layout/orgChart1"/>
    <dgm:cxn modelId="{1A98A632-72FF-4C7C-ACFE-DC27463CF8F1}" type="presParOf" srcId="{F58A18CD-E731-4A95-B87A-6190B58959BC}" destId="{B3655CCD-3E7D-497F-A0FE-578092829ACA}" srcOrd="0" destOrd="0" presId="urn:microsoft.com/office/officeart/2005/8/layout/orgChart1"/>
    <dgm:cxn modelId="{F0E0279C-CCD1-4491-AF9F-4DBDA4FBA4D7}" type="presParOf" srcId="{B3655CCD-3E7D-497F-A0FE-578092829ACA}" destId="{D1A216A2-00E3-420B-A458-799B615823C9}" srcOrd="0" destOrd="0" presId="urn:microsoft.com/office/officeart/2005/8/layout/orgChart1"/>
    <dgm:cxn modelId="{9D3A7E53-C1B4-4013-A898-D7217218DD35}" type="presParOf" srcId="{B3655CCD-3E7D-497F-A0FE-578092829ACA}" destId="{EC649451-541E-4B12-BFF0-DDA06A43BDCA}" srcOrd="1" destOrd="0" presId="urn:microsoft.com/office/officeart/2005/8/layout/orgChart1"/>
    <dgm:cxn modelId="{256D2144-8C66-4297-8DE6-897C5992B319}" type="presParOf" srcId="{F58A18CD-E731-4A95-B87A-6190B58959BC}" destId="{CD6EF859-2CAD-4E18-98A0-A47F1EBDFD9F}" srcOrd="1" destOrd="0" presId="urn:microsoft.com/office/officeart/2005/8/layout/orgChart1"/>
    <dgm:cxn modelId="{93D1370D-11FE-4B8A-AB4F-E49A0422EA69}" type="presParOf" srcId="{CD6EF859-2CAD-4E18-98A0-A47F1EBDFD9F}" destId="{85725BDB-64EA-4C97-B025-CC6E99DA0934}" srcOrd="0" destOrd="0" presId="urn:microsoft.com/office/officeart/2005/8/layout/orgChart1"/>
    <dgm:cxn modelId="{CFC2F7E9-9957-469B-959C-71DEC746C1B3}" type="presParOf" srcId="{CD6EF859-2CAD-4E18-98A0-A47F1EBDFD9F}" destId="{4ED961DB-B123-45F1-89FA-9FBE04C13E85}" srcOrd="1" destOrd="0" presId="urn:microsoft.com/office/officeart/2005/8/layout/orgChart1"/>
    <dgm:cxn modelId="{EA8A952B-BCF5-4B8C-8B34-79B5F307CD9F}" type="presParOf" srcId="{4ED961DB-B123-45F1-89FA-9FBE04C13E85}" destId="{7D76026F-68C5-4BD0-9686-1132706B9D6E}" srcOrd="0" destOrd="0" presId="urn:microsoft.com/office/officeart/2005/8/layout/orgChart1"/>
    <dgm:cxn modelId="{5BC1F6F7-3DCA-4083-A7C4-FE36AE436C5D}" type="presParOf" srcId="{7D76026F-68C5-4BD0-9686-1132706B9D6E}" destId="{30ECA05D-3391-4777-8D1A-2C8ED309CC4B}" srcOrd="0" destOrd="0" presId="urn:microsoft.com/office/officeart/2005/8/layout/orgChart1"/>
    <dgm:cxn modelId="{17D819F9-7A69-4F43-99AF-217E6FA1402A}" type="presParOf" srcId="{7D76026F-68C5-4BD0-9686-1132706B9D6E}" destId="{AD7B4EC1-6E2E-4E2A-B856-A767A480AC7A}" srcOrd="1" destOrd="0" presId="urn:microsoft.com/office/officeart/2005/8/layout/orgChart1"/>
    <dgm:cxn modelId="{A6555C68-D4E9-493C-A8DC-D62AC32CEC0B}" type="presParOf" srcId="{4ED961DB-B123-45F1-89FA-9FBE04C13E85}" destId="{31DBA00B-CD43-4EEC-88B0-1F2ACB09FFAA}" srcOrd="1" destOrd="0" presId="urn:microsoft.com/office/officeart/2005/8/layout/orgChart1"/>
    <dgm:cxn modelId="{48657891-A521-441A-A5CA-DBE07953A49E}" type="presParOf" srcId="{31DBA00B-CD43-4EEC-88B0-1F2ACB09FFAA}" destId="{AAF8D2BB-73DE-4DC2-8DCC-219EA66B7442}" srcOrd="0" destOrd="0" presId="urn:microsoft.com/office/officeart/2005/8/layout/orgChart1"/>
    <dgm:cxn modelId="{77B139F1-12FE-4677-89E7-CD6ECA82D57D}" type="presParOf" srcId="{31DBA00B-CD43-4EEC-88B0-1F2ACB09FFAA}" destId="{F1C49533-A06B-447E-BE1D-D3E2FE9F5FC0}" srcOrd="1" destOrd="0" presId="urn:microsoft.com/office/officeart/2005/8/layout/orgChart1"/>
    <dgm:cxn modelId="{22FD3E4B-3076-4E78-B263-1B96AF42F9A7}" type="presParOf" srcId="{F1C49533-A06B-447E-BE1D-D3E2FE9F5FC0}" destId="{D8E68090-BBF4-463F-BC86-2AC1B10168A5}" srcOrd="0" destOrd="0" presId="urn:microsoft.com/office/officeart/2005/8/layout/orgChart1"/>
    <dgm:cxn modelId="{3E5AD512-BA18-4DF6-84CC-1EE00267956C}" type="presParOf" srcId="{D8E68090-BBF4-463F-BC86-2AC1B10168A5}" destId="{BBE0FBB6-7EF5-4CBE-95BC-1AE5B166F9CD}" srcOrd="0" destOrd="0" presId="urn:microsoft.com/office/officeart/2005/8/layout/orgChart1"/>
    <dgm:cxn modelId="{AE79A15D-FA8F-4E4A-9B02-3CDA965B465D}" type="presParOf" srcId="{D8E68090-BBF4-463F-BC86-2AC1B10168A5}" destId="{200DBC38-BD62-412F-982C-67683956CA14}" srcOrd="1" destOrd="0" presId="urn:microsoft.com/office/officeart/2005/8/layout/orgChart1"/>
    <dgm:cxn modelId="{9BF2E943-BEB5-4717-B096-9FEBDF8DB072}" type="presParOf" srcId="{F1C49533-A06B-447E-BE1D-D3E2FE9F5FC0}" destId="{756A72AD-F4FB-4C26-AEFC-EA84490C9A6D}" srcOrd="1" destOrd="0" presId="urn:microsoft.com/office/officeart/2005/8/layout/orgChart1"/>
    <dgm:cxn modelId="{50C113DC-E138-43D1-8284-BBC6AC6B327F}" type="presParOf" srcId="{F1C49533-A06B-447E-BE1D-D3E2FE9F5FC0}" destId="{23A4ED79-79BE-4A18-B295-CFF6EF499286}" srcOrd="2" destOrd="0" presId="urn:microsoft.com/office/officeart/2005/8/layout/orgChart1"/>
    <dgm:cxn modelId="{55745F59-4628-4D51-9178-A792C32ECDA6}" type="presParOf" srcId="{31DBA00B-CD43-4EEC-88B0-1F2ACB09FFAA}" destId="{9BD55E30-2657-4B50-B49D-06CB45223B4A}" srcOrd="2" destOrd="0" presId="urn:microsoft.com/office/officeart/2005/8/layout/orgChart1"/>
    <dgm:cxn modelId="{DB27D2CE-F1A4-41A6-90CF-C1FA735A04B9}" type="presParOf" srcId="{31DBA00B-CD43-4EEC-88B0-1F2ACB09FFAA}" destId="{88889335-275F-4A5B-A9E1-3B4A34DE9F6A}" srcOrd="3" destOrd="0" presId="urn:microsoft.com/office/officeart/2005/8/layout/orgChart1"/>
    <dgm:cxn modelId="{2A3D1B5E-89D8-4DAE-B551-AA0B1BEC7EBC}" type="presParOf" srcId="{88889335-275F-4A5B-A9E1-3B4A34DE9F6A}" destId="{945530EB-98FD-4F72-8569-99463948796E}" srcOrd="0" destOrd="0" presId="urn:microsoft.com/office/officeart/2005/8/layout/orgChart1"/>
    <dgm:cxn modelId="{7A7238B2-FD2D-452D-A420-FFA58F3D2627}" type="presParOf" srcId="{945530EB-98FD-4F72-8569-99463948796E}" destId="{0F3EA3DD-1254-4595-8AAB-A595076FDEED}" srcOrd="0" destOrd="0" presId="urn:microsoft.com/office/officeart/2005/8/layout/orgChart1"/>
    <dgm:cxn modelId="{A522F1DC-F489-499E-8D15-1C1C86792FF6}" type="presParOf" srcId="{945530EB-98FD-4F72-8569-99463948796E}" destId="{018E6F20-BB0E-4E41-98BA-42D57E0076EF}" srcOrd="1" destOrd="0" presId="urn:microsoft.com/office/officeart/2005/8/layout/orgChart1"/>
    <dgm:cxn modelId="{03DA87D3-9244-4367-AB1D-C97D31032AA7}" type="presParOf" srcId="{88889335-275F-4A5B-A9E1-3B4A34DE9F6A}" destId="{81667E1B-BA43-4796-BFFE-766B31FE8F8D}" srcOrd="1" destOrd="0" presId="urn:microsoft.com/office/officeart/2005/8/layout/orgChart1"/>
    <dgm:cxn modelId="{E38826C8-FD58-4F44-B8E8-F09059C11C16}" type="presParOf" srcId="{88889335-275F-4A5B-A9E1-3B4A34DE9F6A}" destId="{38AC7402-E5B5-4FFD-A507-63F010346B2D}" srcOrd="2" destOrd="0" presId="urn:microsoft.com/office/officeart/2005/8/layout/orgChart1"/>
    <dgm:cxn modelId="{8C9266AE-4C51-4ED8-B42D-41722EFE30D2}" type="presParOf" srcId="{4ED961DB-B123-45F1-89FA-9FBE04C13E85}" destId="{9A8A7EEB-1ABA-40E1-B1B2-57837166A079}" srcOrd="2" destOrd="0" presId="urn:microsoft.com/office/officeart/2005/8/layout/orgChart1"/>
    <dgm:cxn modelId="{45F8BF61-D454-4476-815D-B4F6EFCAD1FD}" type="presParOf" srcId="{CD6EF859-2CAD-4E18-98A0-A47F1EBDFD9F}" destId="{604F149E-1109-4BE1-A386-E0DEAA6E0608}" srcOrd="2" destOrd="0" presId="urn:microsoft.com/office/officeart/2005/8/layout/orgChart1"/>
    <dgm:cxn modelId="{641B27D4-4092-4CB2-A70A-D20890C29D5D}" type="presParOf" srcId="{CD6EF859-2CAD-4E18-98A0-A47F1EBDFD9F}" destId="{E13C70DF-BECB-4D1A-A650-7EDF78A72BA7}" srcOrd="3" destOrd="0" presId="urn:microsoft.com/office/officeart/2005/8/layout/orgChart1"/>
    <dgm:cxn modelId="{E1170AD8-F604-44BD-ADF9-07B525AA5B92}" type="presParOf" srcId="{E13C70DF-BECB-4D1A-A650-7EDF78A72BA7}" destId="{5E30C2D5-8A69-49F1-B233-0251B5136017}" srcOrd="0" destOrd="0" presId="urn:microsoft.com/office/officeart/2005/8/layout/orgChart1"/>
    <dgm:cxn modelId="{2FA6F976-97A7-46A0-A3A6-960EE62CC662}" type="presParOf" srcId="{5E30C2D5-8A69-49F1-B233-0251B5136017}" destId="{B10E599D-F22E-43B1-AD20-48FD04AB58BE}" srcOrd="0" destOrd="0" presId="urn:microsoft.com/office/officeart/2005/8/layout/orgChart1"/>
    <dgm:cxn modelId="{C6AB0814-B11E-4473-91AC-9A34003DF5DD}" type="presParOf" srcId="{5E30C2D5-8A69-49F1-B233-0251B5136017}" destId="{E4399A2C-94FA-406E-A603-C76FD867CD80}" srcOrd="1" destOrd="0" presId="urn:microsoft.com/office/officeart/2005/8/layout/orgChart1"/>
    <dgm:cxn modelId="{34CF36E5-CEB3-443A-A55F-7A9D3499E395}" type="presParOf" srcId="{E13C70DF-BECB-4D1A-A650-7EDF78A72BA7}" destId="{43C1F450-30EA-4C8D-8281-CA491F0FBE61}" srcOrd="1" destOrd="0" presId="urn:microsoft.com/office/officeart/2005/8/layout/orgChart1"/>
    <dgm:cxn modelId="{340256A9-5056-4F6D-9313-24EC2CEF5C1D}" type="presParOf" srcId="{43C1F450-30EA-4C8D-8281-CA491F0FBE61}" destId="{B66AAD6F-E528-4F40-9ADD-90C6EC52B5BB}" srcOrd="0" destOrd="0" presId="urn:microsoft.com/office/officeart/2005/8/layout/orgChart1"/>
    <dgm:cxn modelId="{54661FF7-D9C1-4D67-8E11-A76003A56761}" type="presParOf" srcId="{43C1F450-30EA-4C8D-8281-CA491F0FBE61}" destId="{25862872-E650-4D23-B3CD-2ADABB1485EB}" srcOrd="1" destOrd="0" presId="urn:microsoft.com/office/officeart/2005/8/layout/orgChart1"/>
    <dgm:cxn modelId="{2FCCF25F-1466-4CD3-A503-C29358DE1B30}" type="presParOf" srcId="{25862872-E650-4D23-B3CD-2ADABB1485EB}" destId="{1828D012-01B3-423F-9B49-5239B2BB577E}" srcOrd="0" destOrd="0" presId="urn:microsoft.com/office/officeart/2005/8/layout/orgChart1"/>
    <dgm:cxn modelId="{BD26CE41-7AC1-4D73-9B3F-A2A5AC0D41CC}" type="presParOf" srcId="{1828D012-01B3-423F-9B49-5239B2BB577E}" destId="{A15378B6-380F-449E-9417-5D7B3D7EFF58}" srcOrd="0" destOrd="0" presId="urn:microsoft.com/office/officeart/2005/8/layout/orgChart1"/>
    <dgm:cxn modelId="{A168391D-4758-4979-A4C2-81C26DEDB25C}" type="presParOf" srcId="{1828D012-01B3-423F-9B49-5239B2BB577E}" destId="{B6330A5D-D777-4CA1-B7A6-0F16CAF55B45}" srcOrd="1" destOrd="0" presId="urn:microsoft.com/office/officeart/2005/8/layout/orgChart1"/>
    <dgm:cxn modelId="{5A7356C3-A810-40E8-9B1B-3B0E4DB6006C}" type="presParOf" srcId="{25862872-E650-4D23-B3CD-2ADABB1485EB}" destId="{2EA79F47-B846-42F3-8418-D70A833E54B5}" srcOrd="1" destOrd="0" presId="urn:microsoft.com/office/officeart/2005/8/layout/orgChart1"/>
    <dgm:cxn modelId="{97145EE2-18DC-4019-95F0-39C84C662699}" type="presParOf" srcId="{25862872-E650-4D23-B3CD-2ADABB1485EB}" destId="{B0E626EE-28B9-4D2A-B2A0-14F4D02301F3}" srcOrd="2" destOrd="0" presId="urn:microsoft.com/office/officeart/2005/8/layout/orgChart1"/>
    <dgm:cxn modelId="{D343795C-03DB-4033-9B82-E32049631BE0}" type="presParOf" srcId="{E13C70DF-BECB-4D1A-A650-7EDF78A72BA7}" destId="{3488CEE5-F66F-4E28-B972-D0DDCE670817}" srcOrd="2" destOrd="0" presId="urn:microsoft.com/office/officeart/2005/8/layout/orgChart1"/>
    <dgm:cxn modelId="{9ABF87D2-8D17-495D-A3C2-2FCF252DD675}" type="presParOf" srcId="{CD6EF859-2CAD-4E18-98A0-A47F1EBDFD9F}" destId="{5749E7C3-191A-4582-8078-43E255E66390}" srcOrd="4" destOrd="0" presId="urn:microsoft.com/office/officeart/2005/8/layout/orgChart1"/>
    <dgm:cxn modelId="{67F117D0-26A8-4A37-9213-7C6A81D2862F}" type="presParOf" srcId="{CD6EF859-2CAD-4E18-98A0-A47F1EBDFD9F}" destId="{9EB2A684-7F6E-4D29-AD0A-FB8DB036E20D}" srcOrd="5" destOrd="0" presId="urn:microsoft.com/office/officeart/2005/8/layout/orgChart1"/>
    <dgm:cxn modelId="{F541F040-A435-4E0F-83F2-EEBA22EC87A3}" type="presParOf" srcId="{9EB2A684-7F6E-4D29-AD0A-FB8DB036E20D}" destId="{C8876EC5-BC5C-4BDF-8FC0-5B1B6CF2C3C2}" srcOrd="0" destOrd="0" presId="urn:microsoft.com/office/officeart/2005/8/layout/orgChart1"/>
    <dgm:cxn modelId="{C57F9980-ECF0-44C5-81D6-AD8B6EA37ADD}" type="presParOf" srcId="{C8876EC5-BC5C-4BDF-8FC0-5B1B6CF2C3C2}" destId="{140A3C70-BEAB-4C09-9027-4F755956C815}" srcOrd="0" destOrd="0" presId="urn:microsoft.com/office/officeart/2005/8/layout/orgChart1"/>
    <dgm:cxn modelId="{26672BDA-4F49-4D1B-AF0C-38AF0C93D9ED}" type="presParOf" srcId="{C8876EC5-BC5C-4BDF-8FC0-5B1B6CF2C3C2}" destId="{6222944A-BD17-4E7D-B1E2-4C279789F81E}" srcOrd="1" destOrd="0" presId="urn:microsoft.com/office/officeart/2005/8/layout/orgChart1"/>
    <dgm:cxn modelId="{9C665DF7-31D5-41A4-A343-DB396532AB79}" type="presParOf" srcId="{9EB2A684-7F6E-4D29-AD0A-FB8DB036E20D}" destId="{56224C3C-3B37-4957-9EFA-9A46B0A8A1D8}" srcOrd="1" destOrd="0" presId="urn:microsoft.com/office/officeart/2005/8/layout/orgChart1"/>
    <dgm:cxn modelId="{31933312-17AB-48C0-99FD-B6B3EE2F4E1D}" type="presParOf" srcId="{56224C3C-3B37-4957-9EFA-9A46B0A8A1D8}" destId="{7674AD64-7942-435F-8226-864F58C426E9}" srcOrd="0" destOrd="0" presId="urn:microsoft.com/office/officeart/2005/8/layout/orgChart1"/>
    <dgm:cxn modelId="{741EFF00-F876-4E3B-B4A3-228A278CB080}" type="presParOf" srcId="{56224C3C-3B37-4957-9EFA-9A46B0A8A1D8}" destId="{690C4BCB-C743-4B75-A941-D57099737C73}" srcOrd="1" destOrd="0" presId="urn:microsoft.com/office/officeart/2005/8/layout/orgChart1"/>
    <dgm:cxn modelId="{852003A5-A83A-4917-815E-6DB6E70AD9AF}" type="presParOf" srcId="{690C4BCB-C743-4B75-A941-D57099737C73}" destId="{FF9F9A1B-1BBB-4036-A19C-F1FC921E1031}" srcOrd="0" destOrd="0" presId="urn:microsoft.com/office/officeart/2005/8/layout/orgChart1"/>
    <dgm:cxn modelId="{EC5BAF1E-0461-4A48-8DA1-1EA40D98B77E}" type="presParOf" srcId="{FF9F9A1B-1BBB-4036-A19C-F1FC921E1031}" destId="{AC2A8FF6-E2A4-41D3-A4AA-E71D75F339C0}" srcOrd="0" destOrd="0" presId="urn:microsoft.com/office/officeart/2005/8/layout/orgChart1"/>
    <dgm:cxn modelId="{23BB93F9-AFC8-4B58-8B9C-14405EDB24F2}" type="presParOf" srcId="{FF9F9A1B-1BBB-4036-A19C-F1FC921E1031}" destId="{BD926920-4292-4AA7-A569-DF6153C5D84B}" srcOrd="1" destOrd="0" presId="urn:microsoft.com/office/officeart/2005/8/layout/orgChart1"/>
    <dgm:cxn modelId="{B6D050BC-A482-416D-AB9D-D50CFAB90716}" type="presParOf" srcId="{690C4BCB-C743-4B75-A941-D57099737C73}" destId="{F5DE0C06-F562-4390-9E26-11EA57064F58}" srcOrd="1" destOrd="0" presId="urn:microsoft.com/office/officeart/2005/8/layout/orgChart1"/>
    <dgm:cxn modelId="{729ABB5F-2BC6-4C34-8E91-4DF65C7D502F}" type="presParOf" srcId="{690C4BCB-C743-4B75-A941-D57099737C73}" destId="{F470387F-4F0C-489C-AB64-87E2A1727DFD}" srcOrd="2" destOrd="0" presId="urn:microsoft.com/office/officeart/2005/8/layout/orgChart1"/>
    <dgm:cxn modelId="{358D93BF-DC28-47D8-B94A-6E50311ADA3D}" type="presParOf" srcId="{56224C3C-3B37-4957-9EFA-9A46B0A8A1D8}" destId="{7F247643-7E18-45F7-B3FE-781626FE8138}" srcOrd="2" destOrd="0" presId="urn:microsoft.com/office/officeart/2005/8/layout/orgChart1"/>
    <dgm:cxn modelId="{D008442C-BA40-41A9-828F-C798CD4B6037}" type="presParOf" srcId="{56224C3C-3B37-4957-9EFA-9A46B0A8A1D8}" destId="{2BBA1ECF-6254-4AB3-B48E-919B5FE6D335}" srcOrd="3" destOrd="0" presId="urn:microsoft.com/office/officeart/2005/8/layout/orgChart1"/>
    <dgm:cxn modelId="{00D3E52B-0150-4B27-B496-41687EDF77D7}" type="presParOf" srcId="{2BBA1ECF-6254-4AB3-B48E-919B5FE6D335}" destId="{C94FC1D8-9916-4E74-9F72-305A920440DE}" srcOrd="0" destOrd="0" presId="urn:microsoft.com/office/officeart/2005/8/layout/orgChart1"/>
    <dgm:cxn modelId="{D2DF6356-A73C-4522-8434-643965B4CB45}" type="presParOf" srcId="{C94FC1D8-9916-4E74-9F72-305A920440DE}" destId="{4D11BFE0-4892-4D93-B26D-457D6FDB6089}" srcOrd="0" destOrd="0" presId="urn:microsoft.com/office/officeart/2005/8/layout/orgChart1"/>
    <dgm:cxn modelId="{88179FEA-C0F4-4857-BD84-922B4DEBC13D}" type="presParOf" srcId="{C94FC1D8-9916-4E74-9F72-305A920440DE}" destId="{E0B1CACA-5A60-4746-A785-1032546EAAF2}" srcOrd="1" destOrd="0" presId="urn:microsoft.com/office/officeart/2005/8/layout/orgChart1"/>
    <dgm:cxn modelId="{6300B3E2-8735-4DAC-9A4B-67A419BB11C0}" type="presParOf" srcId="{2BBA1ECF-6254-4AB3-B48E-919B5FE6D335}" destId="{BD25033A-DF05-4172-B90E-91054C075BAF}" srcOrd="1" destOrd="0" presId="urn:microsoft.com/office/officeart/2005/8/layout/orgChart1"/>
    <dgm:cxn modelId="{D1B9CCFB-7AEE-4C9C-B93C-2FB2940F2168}" type="presParOf" srcId="{2BBA1ECF-6254-4AB3-B48E-919B5FE6D335}" destId="{420F2E88-44D8-42B7-8236-37B38CFB6353}" srcOrd="2" destOrd="0" presId="urn:microsoft.com/office/officeart/2005/8/layout/orgChart1"/>
    <dgm:cxn modelId="{9F65D918-8C23-4AFB-8509-5B6033F73B89}" type="presParOf" srcId="{56224C3C-3B37-4957-9EFA-9A46B0A8A1D8}" destId="{410A4771-B5BF-4C84-8BF8-FD5F3042714B}" srcOrd="4" destOrd="0" presId="urn:microsoft.com/office/officeart/2005/8/layout/orgChart1"/>
    <dgm:cxn modelId="{9C91EE72-AFDE-4AD3-B964-A2321C6FF534}" type="presParOf" srcId="{56224C3C-3B37-4957-9EFA-9A46B0A8A1D8}" destId="{18E52A2F-2804-40EC-AF20-ADF3C935FB54}" srcOrd="5" destOrd="0" presId="urn:microsoft.com/office/officeart/2005/8/layout/orgChart1"/>
    <dgm:cxn modelId="{F10E8CB4-C3B8-4BDD-8E9E-3A08D4201397}" type="presParOf" srcId="{18E52A2F-2804-40EC-AF20-ADF3C935FB54}" destId="{4A65CABD-85F5-4B52-9E44-B73039118B35}" srcOrd="0" destOrd="0" presId="urn:microsoft.com/office/officeart/2005/8/layout/orgChart1"/>
    <dgm:cxn modelId="{A2929BA0-2538-4434-98A2-A5812E56E92C}" type="presParOf" srcId="{4A65CABD-85F5-4B52-9E44-B73039118B35}" destId="{81A5E052-F6E3-41FA-AF0C-408FDE39B363}" srcOrd="0" destOrd="0" presId="urn:microsoft.com/office/officeart/2005/8/layout/orgChart1"/>
    <dgm:cxn modelId="{B5B6C20E-96D9-489A-A260-76125B89A517}" type="presParOf" srcId="{4A65CABD-85F5-4B52-9E44-B73039118B35}" destId="{16D4B38C-E3E2-4191-AD1E-26CF4A309E3D}" srcOrd="1" destOrd="0" presId="urn:microsoft.com/office/officeart/2005/8/layout/orgChart1"/>
    <dgm:cxn modelId="{CDD96336-8CF8-413B-A943-0EC1C12398CC}" type="presParOf" srcId="{18E52A2F-2804-40EC-AF20-ADF3C935FB54}" destId="{0921DA5E-638D-49B2-ADC6-9E208A10F4C1}" srcOrd="1" destOrd="0" presId="urn:microsoft.com/office/officeart/2005/8/layout/orgChart1"/>
    <dgm:cxn modelId="{24ACBE9D-AA5C-4C4C-9E28-D98DD28FD0E7}" type="presParOf" srcId="{18E52A2F-2804-40EC-AF20-ADF3C935FB54}" destId="{B68EEA75-C8D8-494D-A195-685A198C5AEA}" srcOrd="2" destOrd="0" presId="urn:microsoft.com/office/officeart/2005/8/layout/orgChart1"/>
    <dgm:cxn modelId="{8C5EF55A-8FD9-4B88-AA75-57B28C2C6A6D}" type="presParOf" srcId="{9EB2A684-7F6E-4D29-AD0A-FB8DB036E20D}" destId="{0765D51A-71E1-40B1-9B82-37CB3CBC8F73}" srcOrd="2" destOrd="0" presId="urn:microsoft.com/office/officeart/2005/8/layout/orgChart1"/>
    <dgm:cxn modelId="{C068934D-4F29-407D-AB86-5A67466ECDB4}" type="presParOf" srcId="{CD6EF859-2CAD-4E18-98A0-A47F1EBDFD9F}" destId="{7340ACD3-D265-4DD7-9EF0-1BDC1FDF9B5A}" srcOrd="6" destOrd="0" presId="urn:microsoft.com/office/officeart/2005/8/layout/orgChart1"/>
    <dgm:cxn modelId="{96632E1A-6B44-48D4-9384-AA1E77205E08}" type="presParOf" srcId="{CD6EF859-2CAD-4E18-98A0-A47F1EBDFD9F}" destId="{528EAE91-4B2D-45C6-88D5-CB9BD00A2A81}" srcOrd="7" destOrd="0" presId="urn:microsoft.com/office/officeart/2005/8/layout/orgChart1"/>
    <dgm:cxn modelId="{528F6454-F14D-41A3-8D92-6C6357D2F3B3}" type="presParOf" srcId="{528EAE91-4B2D-45C6-88D5-CB9BD00A2A81}" destId="{274E761B-CCED-43A5-85A6-ED77AAF412FF}" srcOrd="0" destOrd="0" presId="urn:microsoft.com/office/officeart/2005/8/layout/orgChart1"/>
    <dgm:cxn modelId="{EBE45411-2F43-4429-9756-01127BD2124B}" type="presParOf" srcId="{274E761B-CCED-43A5-85A6-ED77AAF412FF}" destId="{F013B710-0470-429B-9FF4-374B485E7412}" srcOrd="0" destOrd="0" presId="urn:microsoft.com/office/officeart/2005/8/layout/orgChart1"/>
    <dgm:cxn modelId="{1B68EF7B-7D5D-4281-AC28-608248B7FCD8}" type="presParOf" srcId="{274E761B-CCED-43A5-85A6-ED77AAF412FF}" destId="{E2CDF137-4EF3-4783-A768-0F786B731E27}" srcOrd="1" destOrd="0" presId="urn:microsoft.com/office/officeart/2005/8/layout/orgChart1"/>
    <dgm:cxn modelId="{5F7D635A-8587-4E12-928F-DA7861BBB5D1}" type="presParOf" srcId="{528EAE91-4B2D-45C6-88D5-CB9BD00A2A81}" destId="{1548906D-C03E-4F4C-98E0-6A6277163D36}" srcOrd="1" destOrd="0" presId="urn:microsoft.com/office/officeart/2005/8/layout/orgChart1"/>
    <dgm:cxn modelId="{79A1A72C-B853-4758-9432-A4F7A6D985D4}" type="presParOf" srcId="{1548906D-C03E-4F4C-98E0-6A6277163D36}" destId="{91DBAAEB-BFBD-46A3-8F4C-11CFF23B6E83}" srcOrd="0" destOrd="0" presId="urn:microsoft.com/office/officeart/2005/8/layout/orgChart1"/>
    <dgm:cxn modelId="{487A7D64-F4A8-48F6-85D0-5858242A6083}" type="presParOf" srcId="{1548906D-C03E-4F4C-98E0-6A6277163D36}" destId="{6CC56508-D64F-4C0E-8326-8C827B2D07AE}" srcOrd="1" destOrd="0" presId="urn:microsoft.com/office/officeart/2005/8/layout/orgChart1"/>
    <dgm:cxn modelId="{84A9C2F8-87C2-48C2-A30A-F2B7F6164940}" type="presParOf" srcId="{6CC56508-D64F-4C0E-8326-8C827B2D07AE}" destId="{DD276999-35F2-482A-816A-48FA83C0992E}" srcOrd="0" destOrd="0" presId="urn:microsoft.com/office/officeart/2005/8/layout/orgChart1"/>
    <dgm:cxn modelId="{DF9B3889-C1EA-4ED0-8E4E-66D22C284D6C}" type="presParOf" srcId="{DD276999-35F2-482A-816A-48FA83C0992E}" destId="{4EAB61DA-B524-4F49-9C6C-5AC2BDA003DB}" srcOrd="0" destOrd="0" presId="urn:microsoft.com/office/officeart/2005/8/layout/orgChart1"/>
    <dgm:cxn modelId="{179B3CD0-351C-427E-B811-0EED4637DE22}" type="presParOf" srcId="{DD276999-35F2-482A-816A-48FA83C0992E}" destId="{8BAC6631-8AAB-4370-A2A3-5C402A4E969A}" srcOrd="1" destOrd="0" presId="urn:microsoft.com/office/officeart/2005/8/layout/orgChart1"/>
    <dgm:cxn modelId="{90C789B1-AC11-46F3-8B0B-5BDF2AE4B944}" type="presParOf" srcId="{6CC56508-D64F-4C0E-8326-8C827B2D07AE}" destId="{D0344E82-714B-43DA-816E-00E45D71C485}" srcOrd="1" destOrd="0" presId="urn:microsoft.com/office/officeart/2005/8/layout/orgChart1"/>
    <dgm:cxn modelId="{34A5863E-8436-4363-880B-485AC396AD2B}" type="presParOf" srcId="{6CC56508-D64F-4C0E-8326-8C827B2D07AE}" destId="{116F1994-BC4F-4C3F-8906-CAA77C316DDA}" srcOrd="2" destOrd="0" presId="urn:microsoft.com/office/officeart/2005/8/layout/orgChart1"/>
    <dgm:cxn modelId="{180A0C15-7D4C-44E9-A19A-7463A7863D20}" type="presParOf" srcId="{1548906D-C03E-4F4C-98E0-6A6277163D36}" destId="{BB70FFF5-186B-4544-ABDA-6877FA923009}" srcOrd="2" destOrd="0" presId="urn:microsoft.com/office/officeart/2005/8/layout/orgChart1"/>
    <dgm:cxn modelId="{DD59B846-2C36-4ABB-AF04-352B1998DD27}" type="presParOf" srcId="{1548906D-C03E-4F4C-98E0-6A6277163D36}" destId="{77E9B13A-7A4B-4E27-ACC3-3CD54101B54C}" srcOrd="3" destOrd="0" presId="urn:microsoft.com/office/officeart/2005/8/layout/orgChart1"/>
    <dgm:cxn modelId="{88D81355-86FE-49AE-A73E-CFC21F9697B4}" type="presParOf" srcId="{77E9B13A-7A4B-4E27-ACC3-3CD54101B54C}" destId="{85612286-21CD-458F-8987-5CCB3C9435B5}" srcOrd="0" destOrd="0" presId="urn:microsoft.com/office/officeart/2005/8/layout/orgChart1"/>
    <dgm:cxn modelId="{CF5C5CE4-FB2B-4AEF-A45D-DC72E4DCA613}" type="presParOf" srcId="{85612286-21CD-458F-8987-5CCB3C9435B5}" destId="{83C32B40-CEB8-4827-9A2C-06E633CBE275}" srcOrd="0" destOrd="0" presId="urn:microsoft.com/office/officeart/2005/8/layout/orgChart1"/>
    <dgm:cxn modelId="{1BB1C866-6FDA-4008-938B-FA5983D2EF06}" type="presParOf" srcId="{85612286-21CD-458F-8987-5CCB3C9435B5}" destId="{5655DE00-3F1A-4BA3-8AD4-AD5FDA962D71}" srcOrd="1" destOrd="0" presId="urn:microsoft.com/office/officeart/2005/8/layout/orgChart1"/>
    <dgm:cxn modelId="{6A758A8C-C05D-4D3E-A4C6-2AB7CB22CC51}" type="presParOf" srcId="{77E9B13A-7A4B-4E27-ACC3-3CD54101B54C}" destId="{A34ACE2E-6C80-444B-BC1F-640321A03BF1}" srcOrd="1" destOrd="0" presId="urn:microsoft.com/office/officeart/2005/8/layout/orgChart1"/>
    <dgm:cxn modelId="{5FB8968F-1954-4719-BE8B-6CC4A4F51C5F}" type="presParOf" srcId="{77E9B13A-7A4B-4E27-ACC3-3CD54101B54C}" destId="{31596B67-F7D9-4944-829C-0899C04DCBAD}" srcOrd="2" destOrd="0" presId="urn:microsoft.com/office/officeart/2005/8/layout/orgChart1"/>
    <dgm:cxn modelId="{99409AFA-04A4-4C69-8944-EB210A21ECE1}" type="presParOf" srcId="{528EAE91-4B2D-45C6-88D5-CB9BD00A2A81}" destId="{BA4CE277-054D-4B8A-8140-19A29BFBE4A1}" srcOrd="2" destOrd="0" presId="urn:microsoft.com/office/officeart/2005/8/layout/orgChart1"/>
    <dgm:cxn modelId="{7AF18F54-FDC2-4429-88DF-B2BD67E24658}" type="presParOf" srcId="{F58A18CD-E731-4A95-B87A-6190B58959BC}" destId="{03E9FBBB-A660-4C54-8411-2835A19C2BD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DE22AA-F174-4728-9F30-DB5354503D2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E752C6-A65A-4B90-AD26-432C9B78780C}">
      <dgm:prSet phldrT="[Текст]" phldr="0"/>
      <dgm:spPr>
        <a:solidFill>
          <a:srgbClr val="72BFC5"/>
        </a:solidFill>
      </dgm:spPr>
      <dgm:t>
        <a:bodyPr/>
        <a:lstStyle/>
        <a:p>
          <a:r>
            <a:rPr lang="ru-RU" b="1" dirty="0"/>
            <a:t>Голова проекту – Голова </a:t>
          </a:r>
          <a:r>
            <a:rPr lang="ru-RU" b="1" dirty="0" err="1"/>
            <a:t>Благод</a:t>
          </a:r>
          <a:r>
            <a:rPr lang="uk-UA" b="1" dirty="0" err="1"/>
            <a:t>ійного</a:t>
          </a:r>
          <a:r>
            <a:rPr lang="uk-UA" b="1" dirty="0"/>
            <a:t> фонду «Шлях до здоров’я»:</a:t>
          </a:r>
          <a:r>
            <a:rPr lang="uk-UA" dirty="0"/>
            <a:t> </a:t>
          </a:r>
        </a:p>
        <a:p>
          <a:r>
            <a:rPr lang="uk-UA" dirty="0"/>
            <a:t>здійснює загальне керівництво проектом</a:t>
          </a:r>
          <a:endParaRPr lang="en-US" dirty="0"/>
        </a:p>
      </dgm:t>
    </dgm:pt>
    <dgm:pt modelId="{E35AED48-D63A-461C-BD63-43E8F48FDA87}" type="parTrans" cxnId="{5E08A317-28B2-4330-9FE8-A602EC14F29F}">
      <dgm:prSet/>
      <dgm:spPr/>
      <dgm:t>
        <a:bodyPr/>
        <a:lstStyle/>
        <a:p>
          <a:endParaRPr lang="en-US"/>
        </a:p>
      </dgm:t>
    </dgm:pt>
    <dgm:pt modelId="{B254B520-3676-4364-9287-8F5A1497FEF2}" type="sibTrans" cxnId="{5E08A317-28B2-4330-9FE8-A602EC14F29F}">
      <dgm:prSet/>
      <dgm:spPr/>
      <dgm:t>
        <a:bodyPr/>
        <a:lstStyle/>
        <a:p>
          <a:endParaRPr lang="en-US"/>
        </a:p>
      </dgm:t>
    </dgm:pt>
    <dgm:pt modelId="{0E81A0B4-99B4-430A-A064-9D8DD2A31B8A}">
      <dgm:prSet phldrT="[Текст]" phldr="0"/>
      <dgm:spPr>
        <a:solidFill>
          <a:srgbClr val="E75F71"/>
        </a:solidFill>
      </dgm:spPr>
      <dgm:t>
        <a:bodyPr/>
        <a:lstStyle/>
        <a:p>
          <a:r>
            <a:rPr lang="uk-UA" b="1" dirty="0"/>
            <a:t>Менеджер проекту:</a:t>
          </a:r>
        </a:p>
        <a:p>
          <a:r>
            <a:rPr lang="uk-UA" b="1" dirty="0"/>
            <a:t> </a:t>
          </a:r>
          <a:r>
            <a:rPr lang="uk-UA" dirty="0"/>
            <a:t>організовує поточну діяльність</a:t>
          </a:r>
          <a:endParaRPr lang="en-US" dirty="0"/>
        </a:p>
      </dgm:t>
    </dgm:pt>
    <dgm:pt modelId="{EB83BE9E-91FD-45FB-85F3-A8B824F1C03F}" type="parTrans" cxnId="{E022CE11-9683-42C0-B0B7-70B69871EBBF}">
      <dgm:prSet/>
      <dgm:spPr/>
      <dgm:t>
        <a:bodyPr/>
        <a:lstStyle/>
        <a:p>
          <a:endParaRPr lang="en-US"/>
        </a:p>
      </dgm:t>
    </dgm:pt>
    <dgm:pt modelId="{67185576-D93F-41A5-AC08-FD663B8146E0}" type="sibTrans" cxnId="{E022CE11-9683-42C0-B0B7-70B69871EBBF}">
      <dgm:prSet/>
      <dgm:spPr/>
      <dgm:t>
        <a:bodyPr/>
        <a:lstStyle/>
        <a:p>
          <a:endParaRPr lang="en-US"/>
        </a:p>
      </dgm:t>
    </dgm:pt>
    <dgm:pt modelId="{93C671CC-1A6E-4187-954B-9B94C2E83B03}">
      <dgm:prSet phldrT="[Текст]" phldr="0"/>
      <dgm:spPr>
        <a:solidFill>
          <a:srgbClr val="9ED3D7"/>
        </a:solidFill>
      </dgm:spPr>
      <dgm:t>
        <a:bodyPr/>
        <a:lstStyle/>
        <a:p>
          <a:r>
            <a:rPr lang="uk-UA" b="1" dirty="0"/>
            <a:t>Фінансовий координатор:</a:t>
          </a:r>
        </a:p>
        <a:p>
          <a:r>
            <a:rPr lang="uk-UA" b="1" dirty="0"/>
            <a:t> </a:t>
          </a:r>
          <a:r>
            <a:rPr lang="uk-UA" dirty="0"/>
            <a:t>відповідає за виплати працівникам</a:t>
          </a:r>
          <a:endParaRPr lang="en-US" dirty="0"/>
        </a:p>
      </dgm:t>
    </dgm:pt>
    <dgm:pt modelId="{B121DFF8-C047-4484-B115-2F5C88097148}" type="parTrans" cxnId="{6F5F68DD-226A-44E5-9135-F23F7AA1467F}">
      <dgm:prSet/>
      <dgm:spPr/>
      <dgm:t>
        <a:bodyPr/>
        <a:lstStyle/>
        <a:p>
          <a:endParaRPr lang="en-US"/>
        </a:p>
      </dgm:t>
    </dgm:pt>
    <dgm:pt modelId="{EA390FCF-BB4C-4180-B917-E8904EA2DEF0}" type="sibTrans" cxnId="{6F5F68DD-226A-44E5-9135-F23F7AA1467F}">
      <dgm:prSet/>
      <dgm:spPr/>
      <dgm:t>
        <a:bodyPr/>
        <a:lstStyle/>
        <a:p>
          <a:endParaRPr lang="en-US"/>
        </a:p>
      </dgm:t>
    </dgm:pt>
    <dgm:pt modelId="{F9D7F90A-F604-4661-9861-8D6D75E0179F}">
      <dgm:prSet phldrT="[Текст]" phldr="0"/>
      <dgm:spPr>
        <a:solidFill>
          <a:srgbClr val="9ED3D7"/>
        </a:solidFill>
      </dgm:spPr>
      <dgm:t>
        <a:bodyPr/>
        <a:lstStyle/>
        <a:p>
          <a:r>
            <a:rPr lang="uk-UA" b="1" dirty="0"/>
            <a:t>Бухгалтерія проекту:</a:t>
          </a:r>
        </a:p>
        <a:p>
          <a:r>
            <a:rPr lang="uk-UA" dirty="0"/>
            <a:t> веде фінансову документацію</a:t>
          </a:r>
          <a:endParaRPr lang="en-US" dirty="0"/>
        </a:p>
      </dgm:t>
    </dgm:pt>
    <dgm:pt modelId="{0E874509-38D7-4C6A-9852-DB1BEA7B15AF}" type="parTrans" cxnId="{9E54F9AC-8F96-465B-BD3F-069793BD39BB}">
      <dgm:prSet/>
      <dgm:spPr/>
      <dgm:t>
        <a:bodyPr/>
        <a:lstStyle/>
        <a:p>
          <a:endParaRPr lang="en-US"/>
        </a:p>
      </dgm:t>
    </dgm:pt>
    <dgm:pt modelId="{9ECCBCCD-B946-4F32-B5D6-04513A06C4FC}" type="sibTrans" cxnId="{9E54F9AC-8F96-465B-BD3F-069793BD39BB}">
      <dgm:prSet/>
      <dgm:spPr/>
      <dgm:t>
        <a:bodyPr/>
        <a:lstStyle/>
        <a:p>
          <a:endParaRPr lang="en-US"/>
        </a:p>
      </dgm:t>
    </dgm:pt>
    <dgm:pt modelId="{0525A7C9-5244-4495-9081-D35FD4FE453B}">
      <dgm:prSet phldrT="[Текст]" phldr="0"/>
      <dgm:spPr>
        <a:solidFill>
          <a:srgbClr val="9ED3D7"/>
        </a:solidFill>
      </dgm:spPr>
      <dgm:t>
        <a:bodyPr/>
        <a:lstStyle/>
        <a:p>
          <a:r>
            <a:rPr lang="uk-UA" b="1" dirty="0"/>
            <a:t>Представник від коледжу – директор:</a:t>
          </a:r>
          <a:r>
            <a:rPr lang="uk-UA" dirty="0"/>
            <a:t> </a:t>
          </a:r>
        </a:p>
        <a:p>
          <a:r>
            <a:rPr lang="uk-UA" dirty="0"/>
            <a:t>координує освітню частину</a:t>
          </a:r>
          <a:endParaRPr lang="en-US" dirty="0"/>
        </a:p>
      </dgm:t>
    </dgm:pt>
    <dgm:pt modelId="{5F537507-BBD4-481F-8937-4D45CCDC2CF3}" type="parTrans" cxnId="{29E6EB87-7004-469A-9A20-3A3A6CF55736}">
      <dgm:prSet/>
      <dgm:spPr/>
      <dgm:t>
        <a:bodyPr/>
        <a:lstStyle/>
        <a:p>
          <a:endParaRPr lang="en-US"/>
        </a:p>
      </dgm:t>
    </dgm:pt>
    <dgm:pt modelId="{DB53C187-ADDF-4DC0-BD92-B6D361DE089C}" type="sibTrans" cxnId="{29E6EB87-7004-469A-9A20-3A3A6CF55736}">
      <dgm:prSet/>
      <dgm:spPr/>
      <dgm:t>
        <a:bodyPr/>
        <a:lstStyle/>
        <a:p>
          <a:endParaRPr lang="en-US"/>
        </a:p>
      </dgm:t>
    </dgm:pt>
    <dgm:pt modelId="{E582CE58-9A37-49D0-AF34-8DF8B746F151}">
      <dgm:prSet phldrT="[Текст]" phldr="0"/>
      <dgm:spPr>
        <a:solidFill>
          <a:srgbClr val="EF95A0"/>
        </a:solidFill>
      </dgm:spPr>
      <dgm:t>
        <a:bodyPr/>
        <a:lstStyle/>
        <a:p>
          <a:r>
            <a:rPr lang="uk-UA" b="1" dirty="0"/>
            <a:t>Навчальна команда: </a:t>
          </a:r>
          <a:r>
            <a:rPr lang="uk-UA" dirty="0"/>
            <a:t>викладачі курсів</a:t>
          </a:r>
          <a:endParaRPr lang="en-US" dirty="0"/>
        </a:p>
      </dgm:t>
    </dgm:pt>
    <dgm:pt modelId="{73A0919E-26C8-4FA9-90F8-7CF8B1AF2A51}" type="parTrans" cxnId="{75BDD1A2-5C84-4CFE-9666-6C2E8D959142}">
      <dgm:prSet/>
      <dgm:spPr/>
      <dgm:t>
        <a:bodyPr/>
        <a:lstStyle/>
        <a:p>
          <a:endParaRPr lang="en-US"/>
        </a:p>
      </dgm:t>
    </dgm:pt>
    <dgm:pt modelId="{118EFC09-6077-4AA4-A9EA-2ACBB1FA264D}" type="sibTrans" cxnId="{75BDD1A2-5C84-4CFE-9666-6C2E8D959142}">
      <dgm:prSet/>
      <dgm:spPr/>
      <dgm:t>
        <a:bodyPr/>
        <a:lstStyle/>
        <a:p>
          <a:endParaRPr lang="en-US"/>
        </a:p>
      </dgm:t>
    </dgm:pt>
    <dgm:pt modelId="{C9E1B5B2-AE3B-42F5-B628-9B3DCEC8A6A1}" type="pres">
      <dgm:prSet presAssocID="{27DE22AA-F174-4728-9F30-DB5354503D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36757E3-AA46-47FA-AFD2-36EF4751381D}" type="pres">
      <dgm:prSet presAssocID="{9EE752C6-A65A-4B90-AD26-432C9B78780C}" presName="hierRoot1" presStyleCnt="0">
        <dgm:presLayoutVars>
          <dgm:hierBranch val="init"/>
        </dgm:presLayoutVars>
      </dgm:prSet>
      <dgm:spPr/>
    </dgm:pt>
    <dgm:pt modelId="{5EE9ACC7-9908-421E-9685-B22EB9A6AA44}" type="pres">
      <dgm:prSet presAssocID="{9EE752C6-A65A-4B90-AD26-432C9B78780C}" presName="rootComposite1" presStyleCnt="0"/>
      <dgm:spPr/>
    </dgm:pt>
    <dgm:pt modelId="{6D1A7D4D-BD64-4E59-8BBD-330A9268E8E0}" type="pres">
      <dgm:prSet presAssocID="{9EE752C6-A65A-4B90-AD26-432C9B78780C}" presName="rootText1" presStyleLbl="node0" presStyleIdx="0" presStyleCnt="1" custScaleX="163795">
        <dgm:presLayoutVars>
          <dgm:chPref val="3"/>
        </dgm:presLayoutVars>
      </dgm:prSet>
      <dgm:spPr/>
    </dgm:pt>
    <dgm:pt modelId="{D684E838-E0AC-49A3-8181-2E0147D24104}" type="pres">
      <dgm:prSet presAssocID="{9EE752C6-A65A-4B90-AD26-432C9B78780C}" presName="rootConnector1" presStyleLbl="node1" presStyleIdx="0" presStyleCnt="0"/>
      <dgm:spPr/>
    </dgm:pt>
    <dgm:pt modelId="{70C0EA0C-5DD2-4DF8-9DC6-C73CDBC67B0E}" type="pres">
      <dgm:prSet presAssocID="{9EE752C6-A65A-4B90-AD26-432C9B78780C}" presName="hierChild2" presStyleCnt="0"/>
      <dgm:spPr/>
    </dgm:pt>
    <dgm:pt modelId="{4B3CBC87-B93A-4280-8D35-301EF2412904}" type="pres">
      <dgm:prSet presAssocID="{EB83BE9E-91FD-45FB-85F3-A8B824F1C03F}" presName="Name37" presStyleLbl="parChTrans1D2" presStyleIdx="0" presStyleCnt="1"/>
      <dgm:spPr/>
    </dgm:pt>
    <dgm:pt modelId="{B2EED5CA-F86F-44E2-9730-8C2CC17113E8}" type="pres">
      <dgm:prSet presAssocID="{0E81A0B4-99B4-430A-A064-9D8DD2A31B8A}" presName="hierRoot2" presStyleCnt="0">
        <dgm:presLayoutVars>
          <dgm:hierBranch val="init"/>
        </dgm:presLayoutVars>
      </dgm:prSet>
      <dgm:spPr/>
    </dgm:pt>
    <dgm:pt modelId="{146406A3-3C94-4E4C-B501-2C257BF74CA2}" type="pres">
      <dgm:prSet presAssocID="{0E81A0B4-99B4-430A-A064-9D8DD2A31B8A}" presName="rootComposite" presStyleCnt="0"/>
      <dgm:spPr/>
    </dgm:pt>
    <dgm:pt modelId="{45B6CE9E-B88D-40DC-9446-B9FF83082361}" type="pres">
      <dgm:prSet presAssocID="{0E81A0B4-99B4-430A-A064-9D8DD2A31B8A}" presName="rootText" presStyleLbl="node2" presStyleIdx="0" presStyleCnt="1">
        <dgm:presLayoutVars>
          <dgm:chPref val="3"/>
        </dgm:presLayoutVars>
      </dgm:prSet>
      <dgm:spPr/>
    </dgm:pt>
    <dgm:pt modelId="{DDB12A2B-B0F1-418D-9715-65E97E18D5F3}" type="pres">
      <dgm:prSet presAssocID="{0E81A0B4-99B4-430A-A064-9D8DD2A31B8A}" presName="rootConnector" presStyleLbl="node2" presStyleIdx="0" presStyleCnt="1"/>
      <dgm:spPr/>
    </dgm:pt>
    <dgm:pt modelId="{5D591851-4970-4925-84EC-DBB95B1506AF}" type="pres">
      <dgm:prSet presAssocID="{0E81A0B4-99B4-430A-A064-9D8DD2A31B8A}" presName="hierChild4" presStyleCnt="0"/>
      <dgm:spPr/>
    </dgm:pt>
    <dgm:pt modelId="{7C5124F1-041B-4ACD-845F-88C157D64D16}" type="pres">
      <dgm:prSet presAssocID="{B121DFF8-C047-4484-B115-2F5C88097148}" presName="Name37" presStyleLbl="parChTrans1D3" presStyleIdx="0" presStyleCnt="3"/>
      <dgm:spPr/>
    </dgm:pt>
    <dgm:pt modelId="{E4CEE61A-DDF3-415F-8E93-A7FE730B67D2}" type="pres">
      <dgm:prSet presAssocID="{93C671CC-1A6E-4187-954B-9B94C2E83B03}" presName="hierRoot2" presStyleCnt="0">
        <dgm:presLayoutVars>
          <dgm:hierBranch val="init"/>
        </dgm:presLayoutVars>
      </dgm:prSet>
      <dgm:spPr/>
    </dgm:pt>
    <dgm:pt modelId="{4CC1F5B6-86DB-4672-AFE5-F97CF9F2DB78}" type="pres">
      <dgm:prSet presAssocID="{93C671CC-1A6E-4187-954B-9B94C2E83B03}" presName="rootComposite" presStyleCnt="0"/>
      <dgm:spPr/>
    </dgm:pt>
    <dgm:pt modelId="{69D4B5EC-61CF-4C5B-A6A4-639E7A12F3D1}" type="pres">
      <dgm:prSet presAssocID="{93C671CC-1A6E-4187-954B-9B94C2E83B03}" presName="rootText" presStyleLbl="node3" presStyleIdx="0" presStyleCnt="3">
        <dgm:presLayoutVars>
          <dgm:chPref val="3"/>
        </dgm:presLayoutVars>
      </dgm:prSet>
      <dgm:spPr/>
    </dgm:pt>
    <dgm:pt modelId="{C046ED9B-D5EF-408B-A68E-A727EC02AE12}" type="pres">
      <dgm:prSet presAssocID="{93C671CC-1A6E-4187-954B-9B94C2E83B03}" presName="rootConnector" presStyleLbl="node3" presStyleIdx="0" presStyleCnt="3"/>
      <dgm:spPr/>
    </dgm:pt>
    <dgm:pt modelId="{AC268E76-74D9-4D95-A57B-B5A63D52270D}" type="pres">
      <dgm:prSet presAssocID="{93C671CC-1A6E-4187-954B-9B94C2E83B03}" presName="hierChild4" presStyleCnt="0"/>
      <dgm:spPr/>
    </dgm:pt>
    <dgm:pt modelId="{937D1FF9-A35B-47ED-868A-384A1F597463}" type="pres">
      <dgm:prSet presAssocID="{93C671CC-1A6E-4187-954B-9B94C2E83B03}" presName="hierChild5" presStyleCnt="0"/>
      <dgm:spPr/>
    </dgm:pt>
    <dgm:pt modelId="{09C6C081-272D-472B-BBE2-A59FC0C4EBD5}" type="pres">
      <dgm:prSet presAssocID="{0E874509-38D7-4C6A-9852-DB1BEA7B15AF}" presName="Name37" presStyleLbl="parChTrans1D3" presStyleIdx="1" presStyleCnt="3"/>
      <dgm:spPr/>
    </dgm:pt>
    <dgm:pt modelId="{3A611876-12C0-4A8A-A264-55E65D22F7F4}" type="pres">
      <dgm:prSet presAssocID="{F9D7F90A-F604-4661-9861-8D6D75E0179F}" presName="hierRoot2" presStyleCnt="0">
        <dgm:presLayoutVars>
          <dgm:hierBranch val="init"/>
        </dgm:presLayoutVars>
      </dgm:prSet>
      <dgm:spPr/>
    </dgm:pt>
    <dgm:pt modelId="{995A7787-DB04-49E0-80CB-F7FC268CBF2B}" type="pres">
      <dgm:prSet presAssocID="{F9D7F90A-F604-4661-9861-8D6D75E0179F}" presName="rootComposite" presStyleCnt="0"/>
      <dgm:spPr/>
    </dgm:pt>
    <dgm:pt modelId="{76493428-82D4-4E25-A291-1B09BEC97F12}" type="pres">
      <dgm:prSet presAssocID="{F9D7F90A-F604-4661-9861-8D6D75E0179F}" presName="rootText" presStyleLbl="node3" presStyleIdx="1" presStyleCnt="3">
        <dgm:presLayoutVars>
          <dgm:chPref val="3"/>
        </dgm:presLayoutVars>
      </dgm:prSet>
      <dgm:spPr/>
    </dgm:pt>
    <dgm:pt modelId="{72D048C2-0E2B-4530-8D90-F16B9E7DE800}" type="pres">
      <dgm:prSet presAssocID="{F9D7F90A-F604-4661-9861-8D6D75E0179F}" presName="rootConnector" presStyleLbl="node3" presStyleIdx="1" presStyleCnt="3"/>
      <dgm:spPr/>
    </dgm:pt>
    <dgm:pt modelId="{847819D3-1A9F-45F3-B692-2CD66BC9FD82}" type="pres">
      <dgm:prSet presAssocID="{F9D7F90A-F604-4661-9861-8D6D75E0179F}" presName="hierChild4" presStyleCnt="0"/>
      <dgm:spPr/>
    </dgm:pt>
    <dgm:pt modelId="{C996D5B2-E90C-443E-991E-AABBC36BC386}" type="pres">
      <dgm:prSet presAssocID="{F9D7F90A-F604-4661-9861-8D6D75E0179F}" presName="hierChild5" presStyleCnt="0"/>
      <dgm:spPr/>
    </dgm:pt>
    <dgm:pt modelId="{C7FE7ADA-A271-4B3A-8F9B-761DF29670B9}" type="pres">
      <dgm:prSet presAssocID="{5F537507-BBD4-481F-8937-4D45CCDC2CF3}" presName="Name37" presStyleLbl="parChTrans1D3" presStyleIdx="2" presStyleCnt="3"/>
      <dgm:spPr/>
    </dgm:pt>
    <dgm:pt modelId="{C2AF7581-62D9-4E9B-A404-33A01F70CF54}" type="pres">
      <dgm:prSet presAssocID="{0525A7C9-5244-4495-9081-D35FD4FE453B}" presName="hierRoot2" presStyleCnt="0">
        <dgm:presLayoutVars>
          <dgm:hierBranch val="init"/>
        </dgm:presLayoutVars>
      </dgm:prSet>
      <dgm:spPr/>
    </dgm:pt>
    <dgm:pt modelId="{1AFDA3CA-C2D3-40FA-ABAF-716783CC6FED}" type="pres">
      <dgm:prSet presAssocID="{0525A7C9-5244-4495-9081-D35FD4FE453B}" presName="rootComposite" presStyleCnt="0"/>
      <dgm:spPr/>
    </dgm:pt>
    <dgm:pt modelId="{30046B15-A76B-4F7B-B0FA-15135B0E8C58}" type="pres">
      <dgm:prSet presAssocID="{0525A7C9-5244-4495-9081-D35FD4FE453B}" presName="rootText" presStyleLbl="node3" presStyleIdx="2" presStyleCnt="3" custScaleX="111205" custScaleY="106941">
        <dgm:presLayoutVars>
          <dgm:chPref val="3"/>
        </dgm:presLayoutVars>
      </dgm:prSet>
      <dgm:spPr/>
    </dgm:pt>
    <dgm:pt modelId="{02B93979-5716-4465-BF12-6559FAA76722}" type="pres">
      <dgm:prSet presAssocID="{0525A7C9-5244-4495-9081-D35FD4FE453B}" presName="rootConnector" presStyleLbl="node3" presStyleIdx="2" presStyleCnt="3"/>
      <dgm:spPr/>
    </dgm:pt>
    <dgm:pt modelId="{1F865B24-4421-4308-89DD-3AA629A6DA19}" type="pres">
      <dgm:prSet presAssocID="{0525A7C9-5244-4495-9081-D35FD4FE453B}" presName="hierChild4" presStyleCnt="0"/>
      <dgm:spPr/>
    </dgm:pt>
    <dgm:pt modelId="{53943A92-818E-4FEB-B484-967A05FFD02A}" type="pres">
      <dgm:prSet presAssocID="{73A0919E-26C8-4FA9-90F8-7CF8B1AF2A51}" presName="Name37" presStyleLbl="parChTrans1D4" presStyleIdx="0" presStyleCnt="1"/>
      <dgm:spPr/>
    </dgm:pt>
    <dgm:pt modelId="{8F6CDAEE-76C7-4F13-B208-7321F98B71CA}" type="pres">
      <dgm:prSet presAssocID="{E582CE58-9A37-49D0-AF34-8DF8B746F151}" presName="hierRoot2" presStyleCnt="0">
        <dgm:presLayoutVars>
          <dgm:hierBranch val="init"/>
        </dgm:presLayoutVars>
      </dgm:prSet>
      <dgm:spPr/>
    </dgm:pt>
    <dgm:pt modelId="{70EA4253-2460-4A11-BD50-C2A18E98D0CE}" type="pres">
      <dgm:prSet presAssocID="{E582CE58-9A37-49D0-AF34-8DF8B746F151}" presName="rootComposite" presStyleCnt="0"/>
      <dgm:spPr/>
    </dgm:pt>
    <dgm:pt modelId="{D24B2660-2989-49F9-9D86-9CD5EA71F33F}" type="pres">
      <dgm:prSet presAssocID="{E582CE58-9A37-49D0-AF34-8DF8B746F151}" presName="rootText" presStyleLbl="node4" presStyleIdx="0" presStyleCnt="1" custLinFactX="-44643" custLinFactNeighborX="-100000" custLinFactNeighborY="-17537">
        <dgm:presLayoutVars>
          <dgm:chPref val="3"/>
        </dgm:presLayoutVars>
      </dgm:prSet>
      <dgm:spPr/>
    </dgm:pt>
    <dgm:pt modelId="{001DACC3-AD31-40BA-BDEA-8E120ADD8E30}" type="pres">
      <dgm:prSet presAssocID="{E582CE58-9A37-49D0-AF34-8DF8B746F151}" presName="rootConnector" presStyleLbl="node4" presStyleIdx="0" presStyleCnt="1"/>
      <dgm:spPr/>
    </dgm:pt>
    <dgm:pt modelId="{14B6A63D-74BF-4DB4-8C1C-50330ED42D12}" type="pres">
      <dgm:prSet presAssocID="{E582CE58-9A37-49D0-AF34-8DF8B746F151}" presName="hierChild4" presStyleCnt="0"/>
      <dgm:spPr/>
    </dgm:pt>
    <dgm:pt modelId="{CA24D2E3-C84F-4459-A74D-CBAD894C81B9}" type="pres">
      <dgm:prSet presAssocID="{E582CE58-9A37-49D0-AF34-8DF8B746F151}" presName="hierChild5" presStyleCnt="0"/>
      <dgm:spPr/>
    </dgm:pt>
    <dgm:pt modelId="{3CB6CBED-4650-4E53-8E26-A75EB1FF65C9}" type="pres">
      <dgm:prSet presAssocID="{0525A7C9-5244-4495-9081-D35FD4FE453B}" presName="hierChild5" presStyleCnt="0"/>
      <dgm:spPr/>
    </dgm:pt>
    <dgm:pt modelId="{0C0685B3-C22E-4E08-871A-1098284AC31E}" type="pres">
      <dgm:prSet presAssocID="{0E81A0B4-99B4-430A-A064-9D8DD2A31B8A}" presName="hierChild5" presStyleCnt="0"/>
      <dgm:spPr/>
    </dgm:pt>
    <dgm:pt modelId="{0FFB7AF8-A414-4CA0-B4E7-FC5128452805}" type="pres">
      <dgm:prSet presAssocID="{9EE752C6-A65A-4B90-AD26-432C9B78780C}" presName="hierChild3" presStyleCnt="0"/>
      <dgm:spPr/>
    </dgm:pt>
  </dgm:ptLst>
  <dgm:cxnLst>
    <dgm:cxn modelId="{75288909-9AE0-423F-B2DD-37C737583B9B}" type="presOf" srcId="{0525A7C9-5244-4495-9081-D35FD4FE453B}" destId="{02B93979-5716-4465-BF12-6559FAA76722}" srcOrd="1" destOrd="0" presId="urn:microsoft.com/office/officeart/2005/8/layout/orgChart1"/>
    <dgm:cxn modelId="{E022CE11-9683-42C0-B0B7-70B69871EBBF}" srcId="{9EE752C6-A65A-4B90-AD26-432C9B78780C}" destId="{0E81A0B4-99B4-430A-A064-9D8DD2A31B8A}" srcOrd="0" destOrd="0" parTransId="{EB83BE9E-91FD-45FB-85F3-A8B824F1C03F}" sibTransId="{67185576-D93F-41A5-AC08-FD663B8146E0}"/>
    <dgm:cxn modelId="{E89F3517-C749-4ED9-8687-D84A30F8B571}" type="presOf" srcId="{0E81A0B4-99B4-430A-A064-9D8DD2A31B8A}" destId="{45B6CE9E-B88D-40DC-9446-B9FF83082361}" srcOrd="0" destOrd="0" presId="urn:microsoft.com/office/officeart/2005/8/layout/orgChart1"/>
    <dgm:cxn modelId="{5E08A317-28B2-4330-9FE8-A602EC14F29F}" srcId="{27DE22AA-F174-4728-9F30-DB5354503D29}" destId="{9EE752C6-A65A-4B90-AD26-432C9B78780C}" srcOrd="0" destOrd="0" parTransId="{E35AED48-D63A-461C-BD63-43E8F48FDA87}" sibTransId="{B254B520-3676-4364-9287-8F5A1497FEF2}"/>
    <dgm:cxn modelId="{C7D7421A-8504-4CC1-A8CA-E2328019B730}" type="presOf" srcId="{0E874509-38D7-4C6A-9852-DB1BEA7B15AF}" destId="{09C6C081-272D-472B-BBE2-A59FC0C4EBD5}" srcOrd="0" destOrd="0" presId="urn:microsoft.com/office/officeart/2005/8/layout/orgChart1"/>
    <dgm:cxn modelId="{4488C31F-C33E-405C-B600-BA14576CCB8B}" type="presOf" srcId="{B121DFF8-C047-4484-B115-2F5C88097148}" destId="{7C5124F1-041B-4ACD-845F-88C157D64D16}" srcOrd="0" destOrd="0" presId="urn:microsoft.com/office/officeart/2005/8/layout/orgChart1"/>
    <dgm:cxn modelId="{A3514C23-384F-445F-A7F5-296C19C6C445}" type="presOf" srcId="{93C671CC-1A6E-4187-954B-9B94C2E83B03}" destId="{69D4B5EC-61CF-4C5B-A6A4-639E7A12F3D1}" srcOrd="0" destOrd="0" presId="urn:microsoft.com/office/officeart/2005/8/layout/orgChart1"/>
    <dgm:cxn modelId="{FBB33428-8535-4FE4-B998-6D194D13ACAE}" type="presOf" srcId="{27DE22AA-F174-4728-9F30-DB5354503D29}" destId="{C9E1B5B2-AE3B-42F5-B628-9B3DCEC8A6A1}" srcOrd="0" destOrd="0" presId="urn:microsoft.com/office/officeart/2005/8/layout/orgChart1"/>
    <dgm:cxn modelId="{D2F53F33-7454-4B08-BC07-7E303F8CAF99}" type="presOf" srcId="{F9D7F90A-F604-4661-9861-8D6D75E0179F}" destId="{72D048C2-0E2B-4530-8D90-F16B9E7DE800}" srcOrd="1" destOrd="0" presId="urn:microsoft.com/office/officeart/2005/8/layout/orgChart1"/>
    <dgm:cxn modelId="{4EDE7A39-D2FC-48C2-9DE5-DAB0DA5A383D}" type="presOf" srcId="{E582CE58-9A37-49D0-AF34-8DF8B746F151}" destId="{D24B2660-2989-49F9-9D86-9CD5EA71F33F}" srcOrd="0" destOrd="0" presId="urn:microsoft.com/office/officeart/2005/8/layout/orgChart1"/>
    <dgm:cxn modelId="{F3A35C4B-4097-42E9-AC33-DB70C68E36AF}" type="presOf" srcId="{93C671CC-1A6E-4187-954B-9B94C2E83B03}" destId="{C046ED9B-D5EF-408B-A68E-A727EC02AE12}" srcOrd="1" destOrd="0" presId="urn:microsoft.com/office/officeart/2005/8/layout/orgChart1"/>
    <dgm:cxn modelId="{C0D0417F-959B-492D-8DF6-6B99396A4289}" type="presOf" srcId="{E582CE58-9A37-49D0-AF34-8DF8B746F151}" destId="{001DACC3-AD31-40BA-BDEA-8E120ADD8E30}" srcOrd="1" destOrd="0" presId="urn:microsoft.com/office/officeart/2005/8/layout/orgChart1"/>
    <dgm:cxn modelId="{D4E0BE80-14A1-41FF-972F-709943426E81}" type="presOf" srcId="{9EE752C6-A65A-4B90-AD26-432C9B78780C}" destId="{D684E838-E0AC-49A3-8181-2E0147D24104}" srcOrd="1" destOrd="0" presId="urn:microsoft.com/office/officeart/2005/8/layout/orgChart1"/>
    <dgm:cxn modelId="{29E6EB87-7004-469A-9A20-3A3A6CF55736}" srcId="{0E81A0B4-99B4-430A-A064-9D8DD2A31B8A}" destId="{0525A7C9-5244-4495-9081-D35FD4FE453B}" srcOrd="2" destOrd="0" parTransId="{5F537507-BBD4-481F-8937-4D45CCDC2CF3}" sibTransId="{DB53C187-ADDF-4DC0-BD92-B6D361DE089C}"/>
    <dgm:cxn modelId="{75BDD1A2-5C84-4CFE-9666-6C2E8D959142}" srcId="{0525A7C9-5244-4495-9081-D35FD4FE453B}" destId="{E582CE58-9A37-49D0-AF34-8DF8B746F151}" srcOrd="0" destOrd="0" parTransId="{73A0919E-26C8-4FA9-90F8-7CF8B1AF2A51}" sibTransId="{118EFC09-6077-4AA4-A9EA-2ACBB1FA264D}"/>
    <dgm:cxn modelId="{9E54F9AC-8F96-465B-BD3F-069793BD39BB}" srcId="{0E81A0B4-99B4-430A-A064-9D8DD2A31B8A}" destId="{F9D7F90A-F604-4661-9861-8D6D75E0179F}" srcOrd="1" destOrd="0" parTransId="{0E874509-38D7-4C6A-9852-DB1BEA7B15AF}" sibTransId="{9ECCBCCD-B946-4F32-B5D6-04513A06C4FC}"/>
    <dgm:cxn modelId="{5824BFAF-3183-4725-A69F-5503DDE85D76}" type="presOf" srcId="{5F537507-BBD4-481F-8937-4D45CCDC2CF3}" destId="{C7FE7ADA-A271-4B3A-8F9B-761DF29670B9}" srcOrd="0" destOrd="0" presId="urn:microsoft.com/office/officeart/2005/8/layout/orgChart1"/>
    <dgm:cxn modelId="{7C3436C0-FEBC-4388-B674-EAC6BEB08A00}" type="presOf" srcId="{0E81A0B4-99B4-430A-A064-9D8DD2A31B8A}" destId="{DDB12A2B-B0F1-418D-9715-65E97E18D5F3}" srcOrd="1" destOrd="0" presId="urn:microsoft.com/office/officeart/2005/8/layout/orgChart1"/>
    <dgm:cxn modelId="{DBFA16C1-567B-4F0F-8195-2A6F26756C3A}" type="presOf" srcId="{0525A7C9-5244-4495-9081-D35FD4FE453B}" destId="{30046B15-A76B-4F7B-B0FA-15135B0E8C58}" srcOrd="0" destOrd="0" presId="urn:microsoft.com/office/officeart/2005/8/layout/orgChart1"/>
    <dgm:cxn modelId="{2EF242C4-793C-456F-925C-8D55EC66399C}" type="presOf" srcId="{73A0919E-26C8-4FA9-90F8-7CF8B1AF2A51}" destId="{53943A92-818E-4FEB-B484-967A05FFD02A}" srcOrd="0" destOrd="0" presId="urn:microsoft.com/office/officeart/2005/8/layout/orgChart1"/>
    <dgm:cxn modelId="{DB0116DA-5173-4061-8737-77278AEB8AEB}" type="presOf" srcId="{9EE752C6-A65A-4B90-AD26-432C9B78780C}" destId="{6D1A7D4D-BD64-4E59-8BBD-330A9268E8E0}" srcOrd="0" destOrd="0" presId="urn:microsoft.com/office/officeart/2005/8/layout/orgChart1"/>
    <dgm:cxn modelId="{6F5F68DD-226A-44E5-9135-F23F7AA1467F}" srcId="{0E81A0B4-99B4-430A-A064-9D8DD2A31B8A}" destId="{93C671CC-1A6E-4187-954B-9B94C2E83B03}" srcOrd="0" destOrd="0" parTransId="{B121DFF8-C047-4484-B115-2F5C88097148}" sibTransId="{EA390FCF-BB4C-4180-B917-E8904EA2DEF0}"/>
    <dgm:cxn modelId="{E14101DF-9E36-4890-A5D6-E05D6DE61590}" type="presOf" srcId="{EB83BE9E-91FD-45FB-85F3-A8B824F1C03F}" destId="{4B3CBC87-B93A-4280-8D35-301EF2412904}" srcOrd="0" destOrd="0" presId="urn:microsoft.com/office/officeart/2005/8/layout/orgChart1"/>
    <dgm:cxn modelId="{9D242EE5-9A80-43F4-9E29-C1C6BFB4E179}" type="presOf" srcId="{F9D7F90A-F604-4661-9861-8D6D75E0179F}" destId="{76493428-82D4-4E25-A291-1B09BEC97F12}" srcOrd="0" destOrd="0" presId="urn:microsoft.com/office/officeart/2005/8/layout/orgChart1"/>
    <dgm:cxn modelId="{7A26DCE2-6EAD-40CA-A9AF-15C13D85A4F9}" type="presParOf" srcId="{C9E1B5B2-AE3B-42F5-B628-9B3DCEC8A6A1}" destId="{736757E3-AA46-47FA-AFD2-36EF4751381D}" srcOrd="0" destOrd="0" presId="urn:microsoft.com/office/officeart/2005/8/layout/orgChart1"/>
    <dgm:cxn modelId="{7935B579-C74D-4C78-8600-97062263AECB}" type="presParOf" srcId="{736757E3-AA46-47FA-AFD2-36EF4751381D}" destId="{5EE9ACC7-9908-421E-9685-B22EB9A6AA44}" srcOrd="0" destOrd="0" presId="urn:microsoft.com/office/officeart/2005/8/layout/orgChart1"/>
    <dgm:cxn modelId="{FF227CCA-114A-404B-9980-DADE0A8FA356}" type="presParOf" srcId="{5EE9ACC7-9908-421E-9685-B22EB9A6AA44}" destId="{6D1A7D4D-BD64-4E59-8BBD-330A9268E8E0}" srcOrd="0" destOrd="0" presId="urn:microsoft.com/office/officeart/2005/8/layout/orgChart1"/>
    <dgm:cxn modelId="{BBDF2A48-5D89-40A6-B557-86BFA98338EC}" type="presParOf" srcId="{5EE9ACC7-9908-421E-9685-B22EB9A6AA44}" destId="{D684E838-E0AC-49A3-8181-2E0147D24104}" srcOrd="1" destOrd="0" presId="urn:microsoft.com/office/officeart/2005/8/layout/orgChart1"/>
    <dgm:cxn modelId="{04090E94-A30A-4735-BE9F-3998382AEB64}" type="presParOf" srcId="{736757E3-AA46-47FA-AFD2-36EF4751381D}" destId="{70C0EA0C-5DD2-4DF8-9DC6-C73CDBC67B0E}" srcOrd="1" destOrd="0" presId="urn:microsoft.com/office/officeart/2005/8/layout/orgChart1"/>
    <dgm:cxn modelId="{09CA95C3-AC77-4DCA-A931-495F0B9ACF14}" type="presParOf" srcId="{70C0EA0C-5DD2-4DF8-9DC6-C73CDBC67B0E}" destId="{4B3CBC87-B93A-4280-8D35-301EF2412904}" srcOrd="0" destOrd="0" presId="urn:microsoft.com/office/officeart/2005/8/layout/orgChart1"/>
    <dgm:cxn modelId="{6A21FC83-8C38-493E-94B1-46D0A11A0089}" type="presParOf" srcId="{70C0EA0C-5DD2-4DF8-9DC6-C73CDBC67B0E}" destId="{B2EED5CA-F86F-44E2-9730-8C2CC17113E8}" srcOrd="1" destOrd="0" presId="urn:microsoft.com/office/officeart/2005/8/layout/orgChart1"/>
    <dgm:cxn modelId="{668B08CF-10C1-435E-AB56-F50D3BABE572}" type="presParOf" srcId="{B2EED5CA-F86F-44E2-9730-8C2CC17113E8}" destId="{146406A3-3C94-4E4C-B501-2C257BF74CA2}" srcOrd="0" destOrd="0" presId="urn:microsoft.com/office/officeart/2005/8/layout/orgChart1"/>
    <dgm:cxn modelId="{651F610D-8C84-4A3C-863B-6520C6820CE7}" type="presParOf" srcId="{146406A3-3C94-4E4C-B501-2C257BF74CA2}" destId="{45B6CE9E-B88D-40DC-9446-B9FF83082361}" srcOrd="0" destOrd="0" presId="urn:microsoft.com/office/officeart/2005/8/layout/orgChart1"/>
    <dgm:cxn modelId="{D8F176AB-96F0-42BA-AEC7-858E30B9A083}" type="presParOf" srcId="{146406A3-3C94-4E4C-B501-2C257BF74CA2}" destId="{DDB12A2B-B0F1-418D-9715-65E97E18D5F3}" srcOrd="1" destOrd="0" presId="urn:microsoft.com/office/officeart/2005/8/layout/orgChart1"/>
    <dgm:cxn modelId="{2096299E-B262-4211-91BA-698C449D8F47}" type="presParOf" srcId="{B2EED5CA-F86F-44E2-9730-8C2CC17113E8}" destId="{5D591851-4970-4925-84EC-DBB95B1506AF}" srcOrd="1" destOrd="0" presId="urn:microsoft.com/office/officeart/2005/8/layout/orgChart1"/>
    <dgm:cxn modelId="{7DC48330-0188-4A5B-B90B-A33E23ED1BC2}" type="presParOf" srcId="{5D591851-4970-4925-84EC-DBB95B1506AF}" destId="{7C5124F1-041B-4ACD-845F-88C157D64D16}" srcOrd="0" destOrd="0" presId="urn:microsoft.com/office/officeart/2005/8/layout/orgChart1"/>
    <dgm:cxn modelId="{0090BCD0-6B73-4D30-982A-C13FF429FC00}" type="presParOf" srcId="{5D591851-4970-4925-84EC-DBB95B1506AF}" destId="{E4CEE61A-DDF3-415F-8E93-A7FE730B67D2}" srcOrd="1" destOrd="0" presId="urn:microsoft.com/office/officeart/2005/8/layout/orgChart1"/>
    <dgm:cxn modelId="{6812BD3B-AA40-48A7-A9E8-1B6B70E7D5D6}" type="presParOf" srcId="{E4CEE61A-DDF3-415F-8E93-A7FE730B67D2}" destId="{4CC1F5B6-86DB-4672-AFE5-F97CF9F2DB78}" srcOrd="0" destOrd="0" presId="urn:microsoft.com/office/officeart/2005/8/layout/orgChart1"/>
    <dgm:cxn modelId="{4040E5E4-E16F-42D1-80AD-86BA19792E42}" type="presParOf" srcId="{4CC1F5B6-86DB-4672-AFE5-F97CF9F2DB78}" destId="{69D4B5EC-61CF-4C5B-A6A4-639E7A12F3D1}" srcOrd="0" destOrd="0" presId="urn:microsoft.com/office/officeart/2005/8/layout/orgChart1"/>
    <dgm:cxn modelId="{771C36E8-BECC-4C1F-8F28-3E2B57611506}" type="presParOf" srcId="{4CC1F5B6-86DB-4672-AFE5-F97CF9F2DB78}" destId="{C046ED9B-D5EF-408B-A68E-A727EC02AE12}" srcOrd="1" destOrd="0" presId="urn:microsoft.com/office/officeart/2005/8/layout/orgChart1"/>
    <dgm:cxn modelId="{5EE9C47C-C484-4DFD-ADF0-0AD41DA13723}" type="presParOf" srcId="{E4CEE61A-DDF3-415F-8E93-A7FE730B67D2}" destId="{AC268E76-74D9-4D95-A57B-B5A63D52270D}" srcOrd="1" destOrd="0" presId="urn:microsoft.com/office/officeart/2005/8/layout/orgChart1"/>
    <dgm:cxn modelId="{3A99E774-6BCF-455A-9CB5-C60E04E36697}" type="presParOf" srcId="{E4CEE61A-DDF3-415F-8E93-A7FE730B67D2}" destId="{937D1FF9-A35B-47ED-868A-384A1F597463}" srcOrd="2" destOrd="0" presId="urn:microsoft.com/office/officeart/2005/8/layout/orgChart1"/>
    <dgm:cxn modelId="{42C14F86-71C9-4AAA-BBF2-CE8BC3FFDD13}" type="presParOf" srcId="{5D591851-4970-4925-84EC-DBB95B1506AF}" destId="{09C6C081-272D-472B-BBE2-A59FC0C4EBD5}" srcOrd="2" destOrd="0" presId="urn:microsoft.com/office/officeart/2005/8/layout/orgChart1"/>
    <dgm:cxn modelId="{7D6BDBD4-9A9C-4EB7-A046-5B7E573CCDB9}" type="presParOf" srcId="{5D591851-4970-4925-84EC-DBB95B1506AF}" destId="{3A611876-12C0-4A8A-A264-55E65D22F7F4}" srcOrd="3" destOrd="0" presId="urn:microsoft.com/office/officeart/2005/8/layout/orgChart1"/>
    <dgm:cxn modelId="{FBEC926B-1486-4C56-A028-1A8F2568E0B6}" type="presParOf" srcId="{3A611876-12C0-4A8A-A264-55E65D22F7F4}" destId="{995A7787-DB04-49E0-80CB-F7FC268CBF2B}" srcOrd="0" destOrd="0" presId="urn:microsoft.com/office/officeart/2005/8/layout/orgChart1"/>
    <dgm:cxn modelId="{ADBAD86A-538C-41AB-A978-0330465C116F}" type="presParOf" srcId="{995A7787-DB04-49E0-80CB-F7FC268CBF2B}" destId="{76493428-82D4-4E25-A291-1B09BEC97F12}" srcOrd="0" destOrd="0" presId="urn:microsoft.com/office/officeart/2005/8/layout/orgChart1"/>
    <dgm:cxn modelId="{94083B0A-C426-4707-8B86-2DF31C0B349A}" type="presParOf" srcId="{995A7787-DB04-49E0-80CB-F7FC268CBF2B}" destId="{72D048C2-0E2B-4530-8D90-F16B9E7DE800}" srcOrd="1" destOrd="0" presId="urn:microsoft.com/office/officeart/2005/8/layout/orgChart1"/>
    <dgm:cxn modelId="{3BA715E7-8204-41ED-B3D6-5385226AC951}" type="presParOf" srcId="{3A611876-12C0-4A8A-A264-55E65D22F7F4}" destId="{847819D3-1A9F-45F3-B692-2CD66BC9FD82}" srcOrd="1" destOrd="0" presId="urn:microsoft.com/office/officeart/2005/8/layout/orgChart1"/>
    <dgm:cxn modelId="{27EE548F-452D-4870-B6A2-E5BDC5F232CB}" type="presParOf" srcId="{3A611876-12C0-4A8A-A264-55E65D22F7F4}" destId="{C996D5B2-E90C-443E-991E-AABBC36BC386}" srcOrd="2" destOrd="0" presId="urn:microsoft.com/office/officeart/2005/8/layout/orgChart1"/>
    <dgm:cxn modelId="{82E07F89-9EC6-4E4C-B025-E9280A34A9C2}" type="presParOf" srcId="{5D591851-4970-4925-84EC-DBB95B1506AF}" destId="{C7FE7ADA-A271-4B3A-8F9B-761DF29670B9}" srcOrd="4" destOrd="0" presId="urn:microsoft.com/office/officeart/2005/8/layout/orgChart1"/>
    <dgm:cxn modelId="{0D78818F-E464-4E8E-9797-3CBCCA1C50F9}" type="presParOf" srcId="{5D591851-4970-4925-84EC-DBB95B1506AF}" destId="{C2AF7581-62D9-4E9B-A404-33A01F70CF54}" srcOrd="5" destOrd="0" presId="urn:microsoft.com/office/officeart/2005/8/layout/orgChart1"/>
    <dgm:cxn modelId="{09674A24-90F9-4CEC-9FBC-E26F518B00AD}" type="presParOf" srcId="{C2AF7581-62D9-4E9B-A404-33A01F70CF54}" destId="{1AFDA3CA-C2D3-40FA-ABAF-716783CC6FED}" srcOrd="0" destOrd="0" presId="urn:microsoft.com/office/officeart/2005/8/layout/orgChart1"/>
    <dgm:cxn modelId="{004BA37D-9F8C-4A5D-971F-82AF2D9B4B69}" type="presParOf" srcId="{1AFDA3CA-C2D3-40FA-ABAF-716783CC6FED}" destId="{30046B15-A76B-4F7B-B0FA-15135B0E8C58}" srcOrd="0" destOrd="0" presId="urn:microsoft.com/office/officeart/2005/8/layout/orgChart1"/>
    <dgm:cxn modelId="{F291B982-33FB-44E7-9F2B-052BA766CCC6}" type="presParOf" srcId="{1AFDA3CA-C2D3-40FA-ABAF-716783CC6FED}" destId="{02B93979-5716-4465-BF12-6559FAA76722}" srcOrd="1" destOrd="0" presId="urn:microsoft.com/office/officeart/2005/8/layout/orgChart1"/>
    <dgm:cxn modelId="{9B63569A-49FE-401E-9C69-A17F5D4FD799}" type="presParOf" srcId="{C2AF7581-62D9-4E9B-A404-33A01F70CF54}" destId="{1F865B24-4421-4308-89DD-3AA629A6DA19}" srcOrd="1" destOrd="0" presId="urn:microsoft.com/office/officeart/2005/8/layout/orgChart1"/>
    <dgm:cxn modelId="{77AC72CE-42A0-4D66-A69D-E41DFCA6E9A1}" type="presParOf" srcId="{1F865B24-4421-4308-89DD-3AA629A6DA19}" destId="{53943A92-818E-4FEB-B484-967A05FFD02A}" srcOrd="0" destOrd="0" presId="urn:microsoft.com/office/officeart/2005/8/layout/orgChart1"/>
    <dgm:cxn modelId="{A8FEF1BA-2778-4D26-AE49-01419E502FCD}" type="presParOf" srcId="{1F865B24-4421-4308-89DD-3AA629A6DA19}" destId="{8F6CDAEE-76C7-4F13-B208-7321F98B71CA}" srcOrd="1" destOrd="0" presId="urn:microsoft.com/office/officeart/2005/8/layout/orgChart1"/>
    <dgm:cxn modelId="{5FA0965B-11CE-46F3-828B-B50CA0B6E6BF}" type="presParOf" srcId="{8F6CDAEE-76C7-4F13-B208-7321F98B71CA}" destId="{70EA4253-2460-4A11-BD50-C2A18E98D0CE}" srcOrd="0" destOrd="0" presId="urn:microsoft.com/office/officeart/2005/8/layout/orgChart1"/>
    <dgm:cxn modelId="{6AE33D79-74BC-4D63-93AA-74EFC806EDC2}" type="presParOf" srcId="{70EA4253-2460-4A11-BD50-C2A18E98D0CE}" destId="{D24B2660-2989-49F9-9D86-9CD5EA71F33F}" srcOrd="0" destOrd="0" presId="urn:microsoft.com/office/officeart/2005/8/layout/orgChart1"/>
    <dgm:cxn modelId="{1CBEE7FD-BD5C-4326-8001-1C597EA830AE}" type="presParOf" srcId="{70EA4253-2460-4A11-BD50-C2A18E98D0CE}" destId="{001DACC3-AD31-40BA-BDEA-8E120ADD8E30}" srcOrd="1" destOrd="0" presId="urn:microsoft.com/office/officeart/2005/8/layout/orgChart1"/>
    <dgm:cxn modelId="{40C1E927-D2FB-4911-8E76-5444D643B91E}" type="presParOf" srcId="{8F6CDAEE-76C7-4F13-B208-7321F98B71CA}" destId="{14B6A63D-74BF-4DB4-8C1C-50330ED42D12}" srcOrd="1" destOrd="0" presId="urn:microsoft.com/office/officeart/2005/8/layout/orgChart1"/>
    <dgm:cxn modelId="{BD360D09-A8F9-4A40-BC6E-B3D26642CB14}" type="presParOf" srcId="{8F6CDAEE-76C7-4F13-B208-7321F98B71CA}" destId="{CA24D2E3-C84F-4459-A74D-CBAD894C81B9}" srcOrd="2" destOrd="0" presId="urn:microsoft.com/office/officeart/2005/8/layout/orgChart1"/>
    <dgm:cxn modelId="{88268360-B523-4056-A1C7-61C1B3A72B84}" type="presParOf" srcId="{C2AF7581-62D9-4E9B-A404-33A01F70CF54}" destId="{3CB6CBED-4650-4E53-8E26-A75EB1FF65C9}" srcOrd="2" destOrd="0" presId="urn:microsoft.com/office/officeart/2005/8/layout/orgChart1"/>
    <dgm:cxn modelId="{F2F5095D-8371-42E5-9882-E5EED69FBD5A}" type="presParOf" srcId="{B2EED5CA-F86F-44E2-9730-8C2CC17113E8}" destId="{0C0685B3-C22E-4E08-871A-1098284AC31E}" srcOrd="2" destOrd="0" presId="urn:microsoft.com/office/officeart/2005/8/layout/orgChart1"/>
    <dgm:cxn modelId="{4321F0DE-4050-4AE6-BD34-60FF00953F31}" type="presParOf" srcId="{736757E3-AA46-47FA-AFD2-36EF4751381D}" destId="{0FFB7AF8-A414-4CA0-B4E7-FC512845280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EF9528-8130-48FD-BF39-23D5E170F69B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AF0949-421E-4A55-9BCF-3A5E5762961C}">
      <dgm:prSet phldrT="[Текст]"/>
      <dgm:spPr/>
      <dgm:t>
        <a:bodyPr/>
        <a:lstStyle/>
        <a:p>
          <a:r>
            <a:rPr lang="az-Cyrl-AZ" dirty="0"/>
            <a:t>Трудові ресурси</a:t>
          </a:r>
          <a:endParaRPr lang="en-US" dirty="0"/>
        </a:p>
      </dgm:t>
    </dgm:pt>
    <dgm:pt modelId="{90CE5E72-9FFF-4721-94F3-86A56B965A89}" type="parTrans" cxnId="{B82DC774-FC67-409F-8A4C-0C6F8A65330F}">
      <dgm:prSet/>
      <dgm:spPr/>
      <dgm:t>
        <a:bodyPr/>
        <a:lstStyle/>
        <a:p>
          <a:endParaRPr lang="en-US"/>
        </a:p>
      </dgm:t>
    </dgm:pt>
    <dgm:pt modelId="{0E4497F8-071E-41FB-9F59-01F150A1D3BC}" type="sibTrans" cxnId="{B82DC774-FC67-409F-8A4C-0C6F8A65330F}">
      <dgm:prSet/>
      <dgm:spPr/>
      <dgm:t>
        <a:bodyPr/>
        <a:lstStyle/>
        <a:p>
          <a:endParaRPr lang="en-US"/>
        </a:p>
      </dgm:t>
    </dgm:pt>
    <dgm:pt modelId="{26E1C15A-FC4E-45C9-821B-1C2150535115}">
      <dgm:prSet phldrT="[Текст]"/>
      <dgm:spPr/>
      <dgm:t>
        <a:bodyPr/>
        <a:lstStyle/>
        <a:p>
          <a:r>
            <a:rPr lang="az-Cyrl-AZ" dirty="0"/>
            <a:t>адміністративна команда;</a:t>
          </a:r>
          <a:endParaRPr lang="en-US" dirty="0"/>
        </a:p>
      </dgm:t>
    </dgm:pt>
    <dgm:pt modelId="{2A3255F2-4658-4ACC-B40E-7340E8B4D51C}" type="parTrans" cxnId="{5C2246D2-3CAA-443A-AA33-3610CE1F7A4D}">
      <dgm:prSet/>
      <dgm:spPr/>
      <dgm:t>
        <a:bodyPr/>
        <a:lstStyle/>
        <a:p>
          <a:endParaRPr lang="en-US"/>
        </a:p>
      </dgm:t>
    </dgm:pt>
    <dgm:pt modelId="{D9D32821-CAE4-47BC-9CEC-2625792D8953}" type="sibTrans" cxnId="{5C2246D2-3CAA-443A-AA33-3610CE1F7A4D}">
      <dgm:prSet/>
      <dgm:spPr/>
      <dgm:t>
        <a:bodyPr/>
        <a:lstStyle/>
        <a:p>
          <a:endParaRPr lang="en-US"/>
        </a:p>
      </dgm:t>
    </dgm:pt>
    <dgm:pt modelId="{AEBD618F-46F0-4571-A367-E35C0AE5BD20}">
      <dgm:prSet phldrT="[Текст]"/>
      <dgm:spPr/>
      <dgm:t>
        <a:bodyPr/>
        <a:lstStyle/>
        <a:p>
          <a:r>
            <a:rPr lang="az-Cyrl-AZ" dirty="0"/>
            <a:t>викладачі;</a:t>
          </a:r>
          <a:endParaRPr lang="en-US" dirty="0"/>
        </a:p>
      </dgm:t>
    </dgm:pt>
    <dgm:pt modelId="{CC0B944D-6F2D-4CE6-99EF-329517194DDF}" type="parTrans" cxnId="{4B461206-9069-4393-8FE0-4A09FD5C981D}">
      <dgm:prSet/>
      <dgm:spPr/>
      <dgm:t>
        <a:bodyPr/>
        <a:lstStyle/>
        <a:p>
          <a:endParaRPr lang="en-US"/>
        </a:p>
      </dgm:t>
    </dgm:pt>
    <dgm:pt modelId="{1E2D104F-C037-4001-98E6-916DB801E00D}" type="sibTrans" cxnId="{4B461206-9069-4393-8FE0-4A09FD5C981D}">
      <dgm:prSet/>
      <dgm:spPr/>
      <dgm:t>
        <a:bodyPr/>
        <a:lstStyle/>
        <a:p>
          <a:endParaRPr lang="en-US"/>
        </a:p>
      </dgm:t>
    </dgm:pt>
    <dgm:pt modelId="{AEDF78DA-70AA-4B53-BD8F-C118652CFF4E}">
      <dgm:prSet phldrT="[Текст]"/>
      <dgm:spPr/>
      <dgm:t>
        <a:bodyPr/>
        <a:lstStyle/>
        <a:p>
          <a:r>
            <a:rPr lang="az-Cyrl-AZ" dirty="0"/>
            <a:t>Матеріальні ресурси</a:t>
          </a:r>
          <a:endParaRPr lang="en-US" dirty="0"/>
        </a:p>
      </dgm:t>
    </dgm:pt>
    <dgm:pt modelId="{932453C6-54A9-41FB-85AF-7B2ACAA7695E}" type="parTrans" cxnId="{00B8DE86-1974-42C4-A51F-6AD9AC9C89E0}">
      <dgm:prSet/>
      <dgm:spPr/>
      <dgm:t>
        <a:bodyPr/>
        <a:lstStyle/>
        <a:p>
          <a:endParaRPr lang="en-US"/>
        </a:p>
      </dgm:t>
    </dgm:pt>
    <dgm:pt modelId="{86C84108-5B10-4F0B-808D-DFA89CB8664A}" type="sibTrans" cxnId="{00B8DE86-1974-42C4-A51F-6AD9AC9C89E0}">
      <dgm:prSet/>
      <dgm:spPr/>
      <dgm:t>
        <a:bodyPr/>
        <a:lstStyle/>
        <a:p>
          <a:endParaRPr lang="en-US"/>
        </a:p>
      </dgm:t>
    </dgm:pt>
    <dgm:pt modelId="{5BB6D753-5BF5-4F32-8BFC-318031434F5C}">
      <dgm:prSet phldrT="[Текст]"/>
      <dgm:spPr/>
      <dgm:t>
        <a:bodyPr/>
        <a:lstStyle/>
        <a:p>
          <a:r>
            <a:rPr lang="en-US" dirty="0"/>
            <a:t>3D-</a:t>
          </a:r>
          <a:r>
            <a:rPr lang="az-Cyrl-AZ" dirty="0"/>
            <a:t>принтер;</a:t>
          </a:r>
          <a:endParaRPr lang="en-US" dirty="0"/>
        </a:p>
      </dgm:t>
    </dgm:pt>
    <dgm:pt modelId="{E664978C-7ED6-47A6-8A00-A680712B3DDE}" type="parTrans" cxnId="{70E7D5F7-1D12-4C9D-85C8-3C40FDDABA7D}">
      <dgm:prSet/>
      <dgm:spPr/>
      <dgm:t>
        <a:bodyPr/>
        <a:lstStyle/>
        <a:p>
          <a:endParaRPr lang="en-US"/>
        </a:p>
      </dgm:t>
    </dgm:pt>
    <dgm:pt modelId="{3E9FFDD6-4ADE-4FB3-906F-EC5FD0B73DDA}" type="sibTrans" cxnId="{70E7D5F7-1D12-4C9D-85C8-3C40FDDABA7D}">
      <dgm:prSet/>
      <dgm:spPr/>
      <dgm:t>
        <a:bodyPr/>
        <a:lstStyle/>
        <a:p>
          <a:endParaRPr lang="en-US"/>
        </a:p>
      </dgm:t>
    </dgm:pt>
    <dgm:pt modelId="{3EEDF6D0-6835-4AEA-99AC-6502F684CBE6}">
      <dgm:prSet phldrT="[Текст]"/>
      <dgm:spPr/>
      <dgm:t>
        <a:bodyPr/>
        <a:lstStyle/>
        <a:p>
          <a:r>
            <a:rPr lang="az-Cyrl-AZ" dirty="0"/>
            <a:t>лазерний гравер;</a:t>
          </a:r>
          <a:endParaRPr lang="en-US" dirty="0"/>
        </a:p>
      </dgm:t>
    </dgm:pt>
    <dgm:pt modelId="{28F2F1AE-6AF7-482F-A601-373754043004}" type="parTrans" cxnId="{E3DEE813-3A6D-4A39-9123-C0F0E9382B05}">
      <dgm:prSet/>
      <dgm:spPr/>
      <dgm:t>
        <a:bodyPr/>
        <a:lstStyle/>
        <a:p>
          <a:endParaRPr lang="en-US"/>
        </a:p>
      </dgm:t>
    </dgm:pt>
    <dgm:pt modelId="{DB559351-2E73-449E-9256-C7D339096BCD}" type="sibTrans" cxnId="{E3DEE813-3A6D-4A39-9123-C0F0E9382B05}">
      <dgm:prSet/>
      <dgm:spPr/>
      <dgm:t>
        <a:bodyPr/>
        <a:lstStyle/>
        <a:p>
          <a:endParaRPr lang="en-US"/>
        </a:p>
      </dgm:t>
    </dgm:pt>
    <dgm:pt modelId="{569D64CC-7FDA-4D9E-9A45-07692E3B2D21}">
      <dgm:prSet phldrT="[Текст]"/>
      <dgm:spPr/>
      <dgm:t>
        <a:bodyPr/>
        <a:lstStyle/>
        <a:p>
          <a:r>
            <a:rPr lang="az-Cyrl-AZ" dirty="0"/>
            <a:t>Технічні ресурси</a:t>
          </a:r>
          <a:endParaRPr lang="en-US" dirty="0"/>
        </a:p>
      </dgm:t>
    </dgm:pt>
    <dgm:pt modelId="{7E90B865-F1E0-41DC-A543-B564938533C5}" type="parTrans" cxnId="{32F8731C-6B33-49EF-ADA8-0E9D20D99072}">
      <dgm:prSet/>
      <dgm:spPr/>
      <dgm:t>
        <a:bodyPr/>
        <a:lstStyle/>
        <a:p>
          <a:endParaRPr lang="en-US"/>
        </a:p>
      </dgm:t>
    </dgm:pt>
    <dgm:pt modelId="{76EF8E91-B8D9-4AE8-BE6F-44E22C4846B6}" type="sibTrans" cxnId="{32F8731C-6B33-49EF-ADA8-0E9D20D99072}">
      <dgm:prSet/>
      <dgm:spPr/>
      <dgm:t>
        <a:bodyPr/>
        <a:lstStyle/>
        <a:p>
          <a:endParaRPr lang="en-US"/>
        </a:p>
      </dgm:t>
    </dgm:pt>
    <dgm:pt modelId="{1CBBF339-FCAF-4FF3-B96F-A36593D563DB}">
      <dgm:prSet phldrT="[Текст]"/>
      <dgm:spPr/>
      <dgm:t>
        <a:bodyPr/>
        <a:lstStyle/>
        <a:p>
          <a:r>
            <a:rPr lang="en-US" dirty="0"/>
            <a:t>CAD/CAM </a:t>
          </a:r>
          <a:r>
            <a:rPr lang="az-Cyrl-AZ" dirty="0"/>
            <a:t>системи;</a:t>
          </a:r>
          <a:endParaRPr lang="en-US" dirty="0"/>
        </a:p>
      </dgm:t>
    </dgm:pt>
    <dgm:pt modelId="{AAF1420F-318D-4BBC-8325-5606A3E09CA9}" type="parTrans" cxnId="{9F0B59AB-1718-4C9E-ACE7-ED9A49B77227}">
      <dgm:prSet/>
      <dgm:spPr/>
      <dgm:t>
        <a:bodyPr/>
        <a:lstStyle/>
        <a:p>
          <a:endParaRPr lang="en-US"/>
        </a:p>
      </dgm:t>
    </dgm:pt>
    <dgm:pt modelId="{8B1A9EE3-4813-4BAE-A72D-BE78213D147D}" type="sibTrans" cxnId="{9F0B59AB-1718-4C9E-ACE7-ED9A49B77227}">
      <dgm:prSet/>
      <dgm:spPr/>
      <dgm:t>
        <a:bodyPr/>
        <a:lstStyle/>
        <a:p>
          <a:endParaRPr lang="en-US"/>
        </a:p>
      </dgm:t>
    </dgm:pt>
    <dgm:pt modelId="{9AD1C574-EFF9-46B5-B30F-FFF9D5E85A3C}">
      <dgm:prSet phldrT="[Текст]"/>
      <dgm:spPr/>
      <dgm:t>
        <a:bodyPr/>
        <a:lstStyle/>
        <a:p>
          <a:r>
            <a:rPr lang="az-Cyrl-AZ" dirty="0"/>
            <a:t>комп’ютерна техніка;</a:t>
          </a:r>
          <a:endParaRPr lang="en-US" dirty="0"/>
        </a:p>
      </dgm:t>
    </dgm:pt>
    <dgm:pt modelId="{865F4FB1-D593-4396-B028-7B4887C80A59}" type="parTrans" cxnId="{28B0B5E2-FA95-41D1-A2FA-43D2FA02F401}">
      <dgm:prSet/>
      <dgm:spPr/>
      <dgm:t>
        <a:bodyPr/>
        <a:lstStyle/>
        <a:p>
          <a:endParaRPr lang="en-US"/>
        </a:p>
      </dgm:t>
    </dgm:pt>
    <dgm:pt modelId="{76A25847-B4B5-411A-B777-1A03833B4EE2}" type="sibTrans" cxnId="{28B0B5E2-FA95-41D1-A2FA-43D2FA02F401}">
      <dgm:prSet/>
      <dgm:spPr/>
      <dgm:t>
        <a:bodyPr/>
        <a:lstStyle/>
        <a:p>
          <a:endParaRPr lang="en-US"/>
        </a:p>
      </dgm:t>
    </dgm:pt>
    <dgm:pt modelId="{33E07601-D72E-44E4-A779-0D847EF0BDC5}">
      <dgm:prSet phldrT="[Текст]"/>
      <dgm:spPr/>
      <dgm:t>
        <a:bodyPr/>
        <a:lstStyle/>
        <a:p>
          <a:r>
            <a:rPr lang="az-Cyrl-AZ" dirty="0"/>
            <a:t>інженер.</a:t>
          </a:r>
          <a:endParaRPr lang="en-US" dirty="0"/>
        </a:p>
      </dgm:t>
    </dgm:pt>
    <dgm:pt modelId="{F7D960B5-03DE-479E-B5B0-BCA3A3749BC8}" type="parTrans" cxnId="{E717B9D2-6DE7-4032-A7C9-B7C13A202016}">
      <dgm:prSet/>
      <dgm:spPr/>
      <dgm:t>
        <a:bodyPr/>
        <a:lstStyle/>
        <a:p>
          <a:endParaRPr lang="en-US"/>
        </a:p>
      </dgm:t>
    </dgm:pt>
    <dgm:pt modelId="{C1451B79-136C-4AA0-A392-61FEF0E34D05}" type="sibTrans" cxnId="{E717B9D2-6DE7-4032-A7C9-B7C13A202016}">
      <dgm:prSet/>
      <dgm:spPr/>
      <dgm:t>
        <a:bodyPr/>
        <a:lstStyle/>
        <a:p>
          <a:endParaRPr lang="en-US"/>
        </a:p>
      </dgm:t>
    </dgm:pt>
    <dgm:pt modelId="{50959345-B5A3-4490-A84D-187DFB3843C5}">
      <dgm:prSet phldrT="[Текст]"/>
      <dgm:spPr/>
      <dgm:t>
        <a:bodyPr/>
        <a:lstStyle/>
        <a:p>
          <a:r>
            <a:rPr lang="az-Cyrl-AZ" dirty="0"/>
            <a:t>ЧПК-верстати;</a:t>
          </a:r>
          <a:endParaRPr lang="en-US" dirty="0"/>
        </a:p>
      </dgm:t>
    </dgm:pt>
    <dgm:pt modelId="{0AD79CA9-94E7-4ED5-ADD2-D9290DCB8553}" type="parTrans" cxnId="{402685A0-CC6F-4163-9AE1-BECD62E3A379}">
      <dgm:prSet/>
      <dgm:spPr/>
      <dgm:t>
        <a:bodyPr/>
        <a:lstStyle/>
        <a:p>
          <a:endParaRPr lang="en-US"/>
        </a:p>
      </dgm:t>
    </dgm:pt>
    <dgm:pt modelId="{7E7B317A-9534-4EC8-ADD7-9B590AEAB608}" type="sibTrans" cxnId="{402685A0-CC6F-4163-9AE1-BECD62E3A379}">
      <dgm:prSet/>
      <dgm:spPr/>
      <dgm:t>
        <a:bodyPr/>
        <a:lstStyle/>
        <a:p>
          <a:endParaRPr lang="en-US"/>
        </a:p>
      </dgm:t>
    </dgm:pt>
    <dgm:pt modelId="{F226AE52-A9C4-4433-B5F0-59C9C62468A3}">
      <dgm:prSet phldrT="[Текст]"/>
      <dgm:spPr/>
      <dgm:t>
        <a:bodyPr/>
        <a:lstStyle/>
        <a:p>
          <a:r>
            <a:rPr lang="en-US" dirty="0"/>
            <a:t>3D-</a:t>
          </a:r>
          <a:r>
            <a:rPr lang="az-Cyrl-AZ" dirty="0"/>
            <a:t>сканер;</a:t>
          </a:r>
          <a:endParaRPr lang="en-US" dirty="0"/>
        </a:p>
      </dgm:t>
    </dgm:pt>
    <dgm:pt modelId="{D9C2DBEF-2544-4808-8669-CFBC04AC7AB1}" type="parTrans" cxnId="{E6D5B5B1-FDD7-4814-A549-ED1B0678D22A}">
      <dgm:prSet/>
      <dgm:spPr/>
      <dgm:t>
        <a:bodyPr/>
        <a:lstStyle/>
        <a:p>
          <a:endParaRPr lang="en-US"/>
        </a:p>
      </dgm:t>
    </dgm:pt>
    <dgm:pt modelId="{8BF6BF1A-C2B8-477D-9CBA-1DF2A437CF0C}" type="sibTrans" cxnId="{E6D5B5B1-FDD7-4814-A549-ED1B0678D22A}">
      <dgm:prSet/>
      <dgm:spPr/>
      <dgm:t>
        <a:bodyPr/>
        <a:lstStyle/>
        <a:p>
          <a:endParaRPr lang="en-US"/>
        </a:p>
      </dgm:t>
    </dgm:pt>
    <dgm:pt modelId="{47227675-E378-4600-8C37-66B2C10285B9}">
      <dgm:prSet phldrT="[Текст]"/>
      <dgm:spPr/>
      <dgm:t>
        <a:bodyPr/>
        <a:lstStyle/>
        <a:p>
          <a:r>
            <a:rPr lang="az-Cyrl-AZ" dirty="0"/>
            <a:t>витратні матеріали.</a:t>
          </a:r>
          <a:endParaRPr lang="en-US" dirty="0"/>
        </a:p>
      </dgm:t>
    </dgm:pt>
    <dgm:pt modelId="{72E572E5-00BF-4AEE-9237-57547F5F9450}" type="parTrans" cxnId="{BC7A782B-F48F-4EC0-A9F9-F5B7F9E206E0}">
      <dgm:prSet/>
      <dgm:spPr/>
      <dgm:t>
        <a:bodyPr/>
        <a:lstStyle/>
        <a:p>
          <a:endParaRPr lang="en-US"/>
        </a:p>
      </dgm:t>
    </dgm:pt>
    <dgm:pt modelId="{18B7CB3D-62AB-491F-AAD9-D2A17A9A943A}" type="sibTrans" cxnId="{BC7A782B-F48F-4EC0-A9F9-F5B7F9E206E0}">
      <dgm:prSet/>
      <dgm:spPr/>
      <dgm:t>
        <a:bodyPr/>
        <a:lstStyle/>
        <a:p>
          <a:endParaRPr lang="en-US"/>
        </a:p>
      </dgm:t>
    </dgm:pt>
    <dgm:pt modelId="{30422C37-9253-4D23-A6E8-14745D42C87B}">
      <dgm:prSet phldrT="[Текст]"/>
      <dgm:spPr/>
      <dgm:t>
        <a:bodyPr/>
        <a:lstStyle/>
        <a:p>
          <a:r>
            <a:rPr lang="az-Cyrl-AZ" dirty="0"/>
            <a:t>програмне забезпечення;</a:t>
          </a:r>
          <a:endParaRPr lang="en-US" dirty="0"/>
        </a:p>
      </dgm:t>
    </dgm:pt>
    <dgm:pt modelId="{89A2AF9C-BDF5-4912-99FB-7A535741B988}" type="parTrans" cxnId="{D3C5CDCB-31A6-47D5-A0BD-D7FA8AD2D131}">
      <dgm:prSet/>
      <dgm:spPr/>
      <dgm:t>
        <a:bodyPr/>
        <a:lstStyle/>
        <a:p>
          <a:endParaRPr lang="en-US"/>
        </a:p>
      </dgm:t>
    </dgm:pt>
    <dgm:pt modelId="{8D0B7B45-05A9-40BE-8FEA-B5D7F0647228}" type="sibTrans" cxnId="{D3C5CDCB-31A6-47D5-A0BD-D7FA8AD2D131}">
      <dgm:prSet/>
      <dgm:spPr/>
      <dgm:t>
        <a:bodyPr/>
        <a:lstStyle/>
        <a:p>
          <a:endParaRPr lang="en-US"/>
        </a:p>
      </dgm:t>
    </dgm:pt>
    <dgm:pt modelId="{9DB8A9A7-1B6F-4817-B9BE-6C129782BB22}">
      <dgm:prSet phldrT="[Текст]"/>
      <dgm:spPr/>
      <dgm:t>
        <a:bodyPr/>
        <a:lstStyle/>
        <a:p>
          <a:r>
            <a:rPr lang="az-Cyrl-AZ" dirty="0"/>
            <a:t>цифрове моделювання.</a:t>
          </a:r>
          <a:endParaRPr lang="en-US" dirty="0"/>
        </a:p>
      </dgm:t>
    </dgm:pt>
    <dgm:pt modelId="{79CB533C-7C93-4C2F-85D6-254201CDD8ED}" type="parTrans" cxnId="{CB149AC5-8F36-458F-8707-DA46E17F0C46}">
      <dgm:prSet/>
      <dgm:spPr/>
      <dgm:t>
        <a:bodyPr/>
        <a:lstStyle/>
        <a:p>
          <a:endParaRPr lang="en-US"/>
        </a:p>
      </dgm:t>
    </dgm:pt>
    <dgm:pt modelId="{36DDCBBD-6723-4980-8F26-6BC62B8E76F8}" type="sibTrans" cxnId="{CB149AC5-8F36-458F-8707-DA46E17F0C46}">
      <dgm:prSet/>
      <dgm:spPr/>
      <dgm:t>
        <a:bodyPr/>
        <a:lstStyle/>
        <a:p>
          <a:endParaRPr lang="en-US"/>
        </a:p>
      </dgm:t>
    </dgm:pt>
    <dgm:pt modelId="{124719E2-B06B-4E15-8A72-A50FD075DDB6}" type="pres">
      <dgm:prSet presAssocID="{47EF9528-8130-48FD-BF39-23D5E170F69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E5C59B7-8169-41A1-82F0-241464443CF1}" type="pres">
      <dgm:prSet presAssocID="{F4AF0949-421E-4A55-9BCF-3A5E5762961C}" presName="circle1" presStyleLbl="node1" presStyleIdx="0" presStyleCnt="3" custScaleX="82630" custLinFactNeighborX="8789" custLinFactNeighborY="8570"/>
      <dgm:spPr>
        <a:solidFill>
          <a:srgbClr val="72BFC5"/>
        </a:solidFill>
      </dgm:spPr>
    </dgm:pt>
    <dgm:pt modelId="{5D1E2463-C4F9-4E49-8F0C-77B6CAF5EAEF}" type="pres">
      <dgm:prSet presAssocID="{F4AF0949-421E-4A55-9BCF-3A5E5762961C}" presName="space" presStyleCnt="0"/>
      <dgm:spPr/>
    </dgm:pt>
    <dgm:pt modelId="{185CFF64-88C9-4DCD-9772-F7513EB403CB}" type="pres">
      <dgm:prSet presAssocID="{F4AF0949-421E-4A55-9BCF-3A5E5762961C}" presName="rect1" presStyleLbl="alignAcc1" presStyleIdx="0" presStyleCnt="3"/>
      <dgm:spPr/>
    </dgm:pt>
    <dgm:pt modelId="{CD81CA28-665B-4200-86E6-3E67B7420071}" type="pres">
      <dgm:prSet presAssocID="{AEDF78DA-70AA-4B53-BD8F-C118652CFF4E}" presName="vertSpace2" presStyleLbl="node1" presStyleIdx="0" presStyleCnt="3"/>
      <dgm:spPr/>
    </dgm:pt>
    <dgm:pt modelId="{AF35BECE-CE0B-4DF2-A686-069B65C14A66}" type="pres">
      <dgm:prSet presAssocID="{AEDF78DA-70AA-4B53-BD8F-C118652CFF4E}" presName="circle2" presStyleLbl="node1" presStyleIdx="1" presStyleCnt="3" custScaleX="88742" custScaleY="99580" custLinFactNeighborX="6591" custLinFactNeighborY="5826"/>
      <dgm:spPr>
        <a:solidFill>
          <a:srgbClr val="E75F71"/>
        </a:solidFill>
      </dgm:spPr>
    </dgm:pt>
    <dgm:pt modelId="{B0222F19-7561-40B3-8C6F-00FF7A1ED3A5}" type="pres">
      <dgm:prSet presAssocID="{AEDF78DA-70AA-4B53-BD8F-C118652CFF4E}" presName="rect2" presStyleLbl="alignAcc1" presStyleIdx="1" presStyleCnt="3"/>
      <dgm:spPr/>
    </dgm:pt>
    <dgm:pt modelId="{897461F1-2572-4557-915F-D2C2BBD60B90}" type="pres">
      <dgm:prSet presAssocID="{569D64CC-7FDA-4D9E-9A45-07692E3B2D21}" presName="vertSpace3" presStyleLbl="node1" presStyleIdx="1" presStyleCnt="3"/>
      <dgm:spPr/>
    </dgm:pt>
    <dgm:pt modelId="{FC96F757-F320-4F3D-9F47-93961B4EB990}" type="pres">
      <dgm:prSet presAssocID="{569D64CC-7FDA-4D9E-9A45-07692E3B2D21}" presName="circle3" presStyleLbl="node1" presStyleIdx="2" presStyleCnt="3" custScaleX="73785" custLinFactNeighborX="14648" custLinFactNeighborY="13021"/>
      <dgm:spPr>
        <a:solidFill>
          <a:srgbClr val="BBE0E3"/>
        </a:solidFill>
      </dgm:spPr>
    </dgm:pt>
    <dgm:pt modelId="{B63E1082-B1F5-46AB-A95A-FFA50039CF4B}" type="pres">
      <dgm:prSet presAssocID="{569D64CC-7FDA-4D9E-9A45-07692E3B2D21}" presName="rect3" presStyleLbl="alignAcc1" presStyleIdx="2" presStyleCnt="3"/>
      <dgm:spPr/>
    </dgm:pt>
    <dgm:pt modelId="{34F8D121-945A-475B-9783-CE3DE4F8E61D}" type="pres">
      <dgm:prSet presAssocID="{F4AF0949-421E-4A55-9BCF-3A5E5762961C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D368EAE5-DFD7-4592-B954-BB5158079B7A}" type="pres">
      <dgm:prSet presAssocID="{F4AF0949-421E-4A55-9BCF-3A5E5762961C}" presName="rect1ChTx" presStyleLbl="alignAcc1" presStyleIdx="2" presStyleCnt="3">
        <dgm:presLayoutVars>
          <dgm:bulletEnabled val="1"/>
        </dgm:presLayoutVars>
      </dgm:prSet>
      <dgm:spPr/>
    </dgm:pt>
    <dgm:pt modelId="{07F76140-C2D5-4B92-ADDA-BC15059EF39C}" type="pres">
      <dgm:prSet presAssocID="{AEDF78DA-70AA-4B53-BD8F-C118652CFF4E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3722AD43-CF68-4077-BA9E-1EB445AB9BEA}" type="pres">
      <dgm:prSet presAssocID="{AEDF78DA-70AA-4B53-BD8F-C118652CFF4E}" presName="rect2ChTx" presStyleLbl="alignAcc1" presStyleIdx="2" presStyleCnt="3">
        <dgm:presLayoutVars>
          <dgm:bulletEnabled val="1"/>
        </dgm:presLayoutVars>
      </dgm:prSet>
      <dgm:spPr/>
    </dgm:pt>
    <dgm:pt modelId="{20E8A788-CE87-4B21-9895-FE1E9D0F0E7E}" type="pres">
      <dgm:prSet presAssocID="{569D64CC-7FDA-4D9E-9A45-07692E3B2D21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A2C271F1-93A6-45AB-B51A-357955EB97CC}" type="pres">
      <dgm:prSet presAssocID="{569D64CC-7FDA-4D9E-9A45-07692E3B2D21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4B461206-9069-4393-8FE0-4A09FD5C981D}" srcId="{F4AF0949-421E-4A55-9BCF-3A5E5762961C}" destId="{AEBD618F-46F0-4571-A367-E35C0AE5BD20}" srcOrd="1" destOrd="0" parTransId="{CC0B944D-6F2D-4CE6-99EF-329517194DDF}" sibTransId="{1E2D104F-C037-4001-98E6-916DB801E00D}"/>
    <dgm:cxn modelId="{DBB12813-C681-46A3-A83D-30025F888AEA}" type="presOf" srcId="{AEBD618F-46F0-4571-A367-E35C0AE5BD20}" destId="{D368EAE5-DFD7-4592-B954-BB5158079B7A}" srcOrd="0" destOrd="1" presId="urn:microsoft.com/office/officeart/2005/8/layout/target3"/>
    <dgm:cxn modelId="{E3DEE813-3A6D-4A39-9123-C0F0E9382B05}" srcId="{AEDF78DA-70AA-4B53-BD8F-C118652CFF4E}" destId="{3EEDF6D0-6835-4AEA-99AC-6502F684CBE6}" srcOrd="1" destOrd="0" parTransId="{28F2F1AE-6AF7-482F-A601-373754043004}" sibTransId="{DB559351-2E73-449E-9256-C7D339096BCD}"/>
    <dgm:cxn modelId="{4193B419-B19B-456E-9BD1-23830A6EF0EA}" type="presOf" srcId="{569D64CC-7FDA-4D9E-9A45-07692E3B2D21}" destId="{20E8A788-CE87-4B21-9895-FE1E9D0F0E7E}" srcOrd="1" destOrd="0" presId="urn:microsoft.com/office/officeart/2005/8/layout/target3"/>
    <dgm:cxn modelId="{32F8731C-6B33-49EF-ADA8-0E9D20D99072}" srcId="{47EF9528-8130-48FD-BF39-23D5E170F69B}" destId="{569D64CC-7FDA-4D9E-9A45-07692E3B2D21}" srcOrd="2" destOrd="0" parTransId="{7E90B865-F1E0-41DC-A543-B564938533C5}" sibTransId="{76EF8E91-B8D9-4AE8-BE6F-44E22C4846B6}"/>
    <dgm:cxn modelId="{4A9B2622-5A9A-43CA-A973-15C40D505F7D}" type="presOf" srcId="{47EF9528-8130-48FD-BF39-23D5E170F69B}" destId="{124719E2-B06B-4E15-8A72-A50FD075DDB6}" srcOrd="0" destOrd="0" presId="urn:microsoft.com/office/officeart/2005/8/layout/target3"/>
    <dgm:cxn modelId="{EB747A28-93A5-4453-869C-D10505EB2EC2}" type="presOf" srcId="{26E1C15A-FC4E-45C9-821B-1C2150535115}" destId="{D368EAE5-DFD7-4592-B954-BB5158079B7A}" srcOrd="0" destOrd="0" presId="urn:microsoft.com/office/officeart/2005/8/layout/target3"/>
    <dgm:cxn modelId="{BC7A782B-F48F-4EC0-A9F9-F5B7F9E206E0}" srcId="{AEDF78DA-70AA-4B53-BD8F-C118652CFF4E}" destId="{47227675-E378-4600-8C37-66B2C10285B9}" srcOrd="4" destOrd="0" parTransId="{72E572E5-00BF-4AEE-9237-57547F5F9450}" sibTransId="{18B7CB3D-62AB-491F-AAD9-D2A17A9A943A}"/>
    <dgm:cxn modelId="{D1D64F3C-E030-46A2-8B12-F16470B9AE42}" type="presOf" srcId="{30422C37-9253-4D23-A6E8-14745D42C87B}" destId="{A2C271F1-93A6-45AB-B51A-357955EB97CC}" srcOrd="0" destOrd="2" presId="urn:microsoft.com/office/officeart/2005/8/layout/target3"/>
    <dgm:cxn modelId="{B65CD862-5424-4C16-85FF-58A3BF2AEDDD}" type="presOf" srcId="{9DB8A9A7-1B6F-4817-B9BE-6C129782BB22}" destId="{A2C271F1-93A6-45AB-B51A-357955EB97CC}" srcOrd="0" destOrd="3" presId="urn:microsoft.com/office/officeart/2005/8/layout/target3"/>
    <dgm:cxn modelId="{FDAD2347-E637-4A45-AA13-54E44A438875}" type="presOf" srcId="{9AD1C574-EFF9-46B5-B30F-FFF9D5E85A3C}" destId="{A2C271F1-93A6-45AB-B51A-357955EB97CC}" srcOrd="0" destOrd="1" presId="urn:microsoft.com/office/officeart/2005/8/layout/target3"/>
    <dgm:cxn modelId="{692D596B-DCEB-4905-8C57-F9C2BACC5A1E}" type="presOf" srcId="{F4AF0949-421E-4A55-9BCF-3A5E5762961C}" destId="{185CFF64-88C9-4DCD-9772-F7513EB403CB}" srcOrd="0" destOrd="0" presId="urn:microsoft.com/office/officeart/2005/8/layout/target3"/>
    <dgm:cxn modelId="{60D55053-7D83-466A-8C28-388F2E94CACE}" type="presOf" srcId="{1CBBF339-FCAF-4FF3-B96F-A36593D563DB}" destId="{A2C271F1-93A6-45AB-B51A-357955EB97CC}" srcOrd="0" destOrd="0" presId="urn:microsoft.com/office/officeart/2005/8/layout/target3"/>
    <dgm:cxn modelId="{D8AD0374-2D07-49B4-ABC6-60A702EEADD1}" type="presOf" srcId="{50959345-B5A3-4490-A84D-187DFB3843C5}" destId="{3722AD43-CF68-4077-BA9E-1EB445AB9BEA}" srcOrd="0" destOrd="2" presId="urn:microsoft.com/office/officeart/2005/8/layout/target3"/>
    <dgm:cxn modelId="{B82DC774-FC67-409F-8A4C-0C6F8A65330F}" srcId="{47EF9528-8130-48FD-BF39-23D5E170F69B}" destId="{F4AF0949-421E-4A55-9BCF-3A5E5762961C}" srcOrd="0" destOrd="0" parTransId="{90CE5E72-9FFF-4721-94F3-86A56B965A89}" sibTransId="{0E4497F8-071E-41FB-9F59-01F150A1D3BC}"/>
    <dgm:cxn modelId="{00B8DE86-1974-42C4-A51F-6AD9AC9C89E0}" srcId="{47EF9528-8130-48FD-BF39-23D5E170F69B}" destId="{AEDF78DA-70AA-4B53-BD8F-C118652CFF4E}" srcOrd="1" destOrd="0" parTransId="{932453C6-54A9-41FB-85AF-7B2ACAA7695E}" sibTransId="{86C84108-5B10-4F0B-808D-DFA89CB8664A}"/>
    <dgm:cxn modelId="{2639208D-4A28-4F29-8C13-6778A1E93A41}" type="presOf" srcId="{33E07601-D72E-44E4-A779-0D847EF0BDC5}" destId="{D368EAE5-DFD7-4592-B954-BB5158079B7A}" srcOrd="0" destOrd="2" presId="urn:microsoft.com/office/officeart/2005/8/layout/target3"/>
    <dgm:cxn modelId="{402685A0-CC6F-4163-9AE1-BECD62E3A379}" srcId="{AEDF78DA-70AA-4B53-BD8F-C118652CFF4E}" destId="{50959345-B5A3-4490-A84D-187DFB3843C5}" srcOrd="2" destOrd="0" parTransId="{0AD79CA9-94E7-4ED5-ADD2-D9290DCB8553}" sibTransId="{7E7B317A-9534-4EC8-ADD7-9B590AEAB608}"/>
    <dgm:cxn modelId="{3881CDA0-98D8-48CE-B814-6A99F12AA998}" type="presOf" srcId="{AEDF78DA-70AA-4B53-BD8F-C118652CFF4E}" destId="{B0222F19-7561-40B3-8C6F-00FF7A1ED3A5}" srcOrd="0" destOrd="0" presId="urn:microsoft.com/office/officeart/2005/8/layout/target3"/>
    <dgm:cxn modelId="{93E10AA4-B7C8-4077-8EE8-E411D619C697}" type="presOf" srcId="{5BB6D753-5BF5-4F32-8BFC-318031434F5C}" destId="{3722AD43-CF68-4077-BA9E-1EB445AB9BEA}" srcOrd="0" destOrd="0" presId="urn:microsoft.com/office/officeart/2005/8/layout/target3"/>
    <dgm:cxn modelId="{137B07A5-A42B-4120-B0EE-0A0BD65CD872}" type="presOf" srcId="{47227675-E378-4600-8C37-66B2C10285B9}" destId="{3722AD43-CF68-4077-BA9E-1EB445AB9BEA}" srcOrd="0" destOrd="4" presId="urn:microsoft.com/office/officeart/2005/8/layout/target3"/>
    <dgm:cxn modelId="{9F0B59AB-1718-4C9E-ACE7-ED9A49B77227}" srcId="{569D64CC-7FDA-4D9E-9A45-07692E3B2D21}" destId="{1CBBF339-FCAF-4FF3-B96F-A36593D563DB}" srcOrd="0" destOrd="0" parTransId="{AAF1420F-318D-4BBC-8325-5606A3E09CA9}" sibTransId="{8B1A9EE3-4813-4BAE-A72D-BE78213D147D}"/>
    <dgm:cxn modelId="{EFFE77AF-3A1C-42C4-A129-52D8E378F65D}" type="presOf" srcId="{569D64CC-7FDA-4D9E-9A45-07692E3B2D21}" destId="{B63E1082-B1F5-46AB-A95A-FFA50039CF4B}" srcOrd="0" destOrd="0" presId="urn:microsoft.com/office/officeart/2005/8/layout/target3"/>
    <dgm:cxn modelId="{E6D5B5B1-FDD7-4814-A549-ED1B0678D22A}" srcId="{AEDF78DA-70AA-4B53-BD8F-C118652CFF4E}" destId="{F226AE52-A9C4-4433-B5F0-59C9C62468A3}" srcOrd="3" destOrd="0" parTransId="{D9C2DBEF-2544-4808-8669-CFBC04AC7AB1}" sibTransId="{8BF6BF1A-C2B8-477D-9CBA-1DF2A437CF0C}"/>
    <dgm:cxn modelId="{CB149AC5-8F36-458F-8707-DA46E17F0C46}" srcId="{569D64CC-7FDA-4D9E-9A45-07692E3B2D21}" destId="{9DB8A9A7-1B6F-4817-B9BE-6C129782BB22}" srcOrd="3" destOrd="0" parTransId="{79CB533C-7C93-4C2F-85D6-254201CDD8ED}" sibTransId="{36DDCBBD-6723-4980-8F26-6BC62B8E76F8}"/>
    <dgm:cxn modelId="{D3C5CDCB-31A6-47D5-A0BD-D7FA8AD2D131}" srcId="{569D64CC-7FDA-4D9E-9A45-07692E3B2D21}" destId="{30422C37-9253-4D23-A6E8-14745D42C87B}" srcOrd="2" destOrd="0" parTransId="{89A2AF9C-BDF5-4912-99FB-7A535741B988}" sibTransId="{8D0B7B45-05A9-40BE-8FEA-B5D7F0647228}"/>
    <dgm:cxn modelId="{3B7FA0CC-BE09-4C80-B478-097148692BE5}" type="presOf" srcId="{3EEDF6D0-6835-4AEA-99AC-6502F684CBE6}" destId="{3722AD43-CF68-4077-BA9E-1EB445AB9BEA}" srcOrd="0" destOrd="1" presId="urn:microsoft.com/office/officeart/2005/8/layout/target3"/>
    <dgm:cxn modelId="{5C2246D2-3CAA-443A-AA33-3610CE1F7A4D}" srcId="{F4AF0949-421E-4A55-9BCF-3A5E5762961C}" destId="{26E1C15A-FC4E-45C9-821B-1C2150535115}" srcOrd="0" destOrd="0" parTransId="{2A3255F2-4658-4ACC-B40E-7340E8B4D51C}" sibTransId="{D9D32821-CAE4-47BC-9CEC-2625792D8953}"/>
    <dgm:cxn modelId="{E717B9D2-6DE7-4032-A7C9-B7C13A202016}" srcId="{F4AF0949-421E-4A55-9BCF-3A5E5762961C}" destId="{33E07601-D72E-44E4-A779-0D847EF0BDC5}" srcOrd="2" destOrd="0" parTransId="{F7D960B5-03DE-479E-B5B0-BCA3A3749BC8}" sibTransId="{C1451B79-136C-4AA0-A392-61FEF0E34D05}"/>
    <dgm:cxn modelId="{28B0B5E2-FA95-41D1-A2FA-43D2FA02F401}" srcId="{569D64CC-7FDA-4D9E-9A45-07692E3B2D21}" destId="{9AD1C574-EFF9-46B5-B30F-FFF9D5E85A3C}" srcOrd="1" destOrd="0" parTransId="{865F4FB1-D593-4396-B028-7B4887C80A59}" sibTransId="{76A25847-B4B5-411A-B777-1A03833B4EE2}"/>
    <dgm:cxn modelId="{8BD48FEA-AC71-40BD-AAD0-921A55EEA6E0}" type="presOf" srcId="{AEDF78DA-70AA-4B53-BD8F-C118652CFF4E}" destId="{07F76140-C2D5-4B92-ADDA-BC15059EF39C}" srcOrd="1" destOrd="0" presId="urn:microsoft.com/office/officeart/2005/8/layout/target3"/>
    <dgm:cxn modelId="{A35F33EE-533B-4B24-BABD-3F18CB069E90}" type="presOf" srcId="{F4AF0949-421E-4A55-9BCF-3A5E5762961C}" destId="{34F8D121-945A-475B-9783-CE3DE4F8E61D}" srcOrd="1" destOrd="0" presId="urn:microsoft.com/office/officeart/2005/8/layout/target3"/>
    <dgm:cxn modelId="{F5A0CEF5-89EC-4102-A830-B89FC4783606}" type="presOf" srcId="{F226AE52-A9C4-4433-B5F0-59C9C62468A3}" destId="{3722AD43-CF68-4077-BA9E-1EB445AB9BEA}" srcOrd="0" destOrd="3" presId="urn:microsoft.com/office/officeart/2005/8/layout/target3"/>
    <dgm:cxn modelId="{70E7D5F7-1D12-4C9D-85C8-3C40FDDABA7D}" srcId="{AEDF78DA-70AA-4B53-BD8F-C118652CFF4E}" destId="{5BB6D753-5BF5-4F32-8BFC-318031434F5C}" srcOrd="0" destOrd="0" parTransId="{E664978C-7ED6-47A6-8A00-A680712B3DDE}" sibTransId="{3E9FFDD6-4ADE-4FB3-906F-EC5FD0B73DDA}"/>
    <dgm:cxn modelId="{03D02434-D0AA-4046-A668-39D802A3CA59}" type="presParOf" srcId="{124719E2-B06B-4E15-8A72-A50FD075DDB6}" destId="{4E5C59B7-8169-41A1-82F0-241464443CF1}" srcOrd="0" destOrd="0" presId="urn:microsoft.com/office/officeart/2005/8/layout/target3"/>
    <dgm:cxn modelId="{8229F80D-1BC5-42E2-87E5-BD316C1BF7D8}" type="presParOf" srcId="{124719E2-B06B-4E15-8A72-A50FD075DDB6}" destId="{5D1E2463-C4F9-4E49-8F0C-77B6CAF5EAEF}" srcOrd="1" destOrd="0" presId="urn:microsoft.com/office/officeart/2005/8/layout/target3"/>
    <dgm:cxn modelId="{15B6C8E1-5E95-4A57-8751-B124B2F1E537}" type="presParOf" srcId="{124719E2-B06B-4E15-8A72-A50FD075DDB6}" destId="{185CFF64-88C9-4DCD-9772-F7513EB403CB}" srcOrd="2" destOrd="0" presId="urn:microsoft.com/office/officeart/2005/8/layout/target3"/>
    <dgm:cxn modelId="{4AE85856-4B8A-4FF0-AFAE-B035F65E1FA9}" type="presParOf" srcId="{124719E2-B06B-4E15-8A72-A50FD075DDB6}" destId="{CD81CA28-665B-4200-86E6-3E67B7420071}" srcOrd="3" destOrd="0" presId="urn:microsoft.com/office/officeart/2005/8/layout/target3"/>
    <dgm:cxn modelId="{A35C7210-2079-49C4-BD49-7909D9F8848A}" type="presParOf" srcId="{124719E2-B06B-4E15-8A72-A50FD075DDB6}" destId="{AF35BECE-CE0B-4DF2-A686-069B65C14A66}" srcOrd="4" destOrd="0" presId="urn:microsoft.com/office/officeart/2005/8/layout/target3"/>
    <dgm:cxn modelId="{48926777-D290-4286-B99E-E4426F286549}" type="presParOf" srcId="{124719E2-B06B-4E15-8A72-A50FD075DDB6}" destId="{B0222F19-7561-40B3-8C6F-00FF7A1ED3A5}" srcOrd="5" destOrd="0" presId="urn:microsoft.com/office/officeart/2005/8/layout/target3"/>
    <dgm:cxn modelId="{D4E7C982-7081-48C2-8C39-E95214A2292C}" type="presParOf" srcId="{124719E2-B06B-4E15-8A72-A50FD075DDB6}" destId="{897461F1-2572-4557-915F-D2C2BBD60B90}" srcOrd="6" destOrd="0" presId="urn:microsoft.com/office/officeart/2005/8/layout/target3"/>
    <dgm:cxn modelId="{A42F1D14-F485-4CB2-BD13-9A2059F9CE14}" type="presParOf" srcId="{124719E2-B06B-4E15-8A72-A50FD075DDB6}" destId="{FC96F757-F320-4F3D-9F47-93961B4EB990}" srcOrd="7" destOrd="0" presId="urn:microsoft.com/office/officeart/2005/8/layout/target3"/>
    <dgm:cxn modelId="{20D6BE40-C0FA-4206-B84D-B9F1D4FC1FDF}" type="presParOf" srcId="{124719E2-B06B-4E15-8A72-A50FD075DDB6}" destId="{B63E1082-B1F5-46AB-A95A-FFA50039CF4B}" srcOrd="8" destOrd="0" presId="urn:microsoft.com/office/officeart/2005/8/layout/target3"/>
    <dgm:cxn modelId="{4DCAF83F-FFE4-45B7-8EE1-DA2E839BF3EB}" type="presParOf" srcId="{124719E2-B06B-4E15-8A72-A50FD075DDB6}" destId="{34F8D121-945A-475B-9783-CE3DE4F8E61D}" srcOrd="9" destOrd="0" presId="urn:microsoft.com/office/officeart/2005/8/layout/target3"/>
    <dgm:cxn modelId="{645143D5-2E2B-40AC-8501-B0E9140E15C7}" type="presParOf" srcId="{124719E2-B06B-4E15-8A72-A50FD075DDB6}" destId="{D368EAE5-DFD7-4592-B954-BB5158079B7A}" srcOrd="10" destOrd="0" presId="urn:microsoft.com/office/officeart/2005/8/layout/target3"/>
    <dgm:cxn modelId="{06B42489-06C0-4963-911D-A150243ED976}" type="presParOf" srcId="{124719E2-B06B-4E15-8A72-A50FD075DDB6}" destId="{07F76140-C2D5-4B92-ADDA-BC15059EF39C}" srcOrd="11" destOrd="0" presId="urn:microsoft.com/office/officeart/2005/8/layout/target3"/>
    <dgm:cxn modelId="{61B549D9-A3A5-4D20-A9A2-0E82F3B86167}" type="presParOf" srcId="{124719E2-B06B-4E15-8A72-A50FD075DDB6}" destId="{3722AD43-CF68-4077-BA9E-1EB445AB9BEA}" srcOrd="12" destOrd="0" presId="urn:microsoft.com/office/officeart/2005/8/layout/target3"/>
    <dgm:cxn modelId="{C0C17DD7-BBDD-4D59-A371-EEDE816F1E35}" type="presParOf" srcId="{124719E2-B06B-4E15-8A72-A50FD075DDB6}" destId="{20E8A788-CE87-4B21-9895-FE1E9D0F0E7E}" srcOrd="13" destOrd="0" presId="urn:microsoft.com/office/officeart/2005/8/layout/target3"/>
    <dgm:cxn modelId="{E1A7D2E0-0DCF-4245-B1DB-7937CCDDA5CD}" type="presParOf" srcId="{124719E2-B06B-4E15-8A72-A50FD075DDB6}" destId="{A2C271F1-93A6-45AB-B51A-357955EB97CC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DFBC6-E1AB-4C72-B37E-721307CC7741}">
      <dsp:nvSpPr>
        <dsp:cNvPr id="0" name=""/>
        <dsp:cNvSpPr/>
      </dsp:nvSpPr>
      <dsp:spPr>
        <a:xfrm>
          <a:off x="3253" y="1025665"/>
          <a:ext cx="3171763" cy="1023105"/>
        </a:xfrm>
        <a:prstGeom prst="rect">
          <a:avLst/>
        </a:prstGeom>
        <a:solidFill>
          <a:srgbClr val="9ED3D7"/>
        </a:solidFill>
        <a:ln w="12700" cap="flat" cmpd="sng" algn="ctr">
          <a:solidFill>
            <a:srgbClr val="9ED3D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2800" kern="1200" dirty="0"/>
            <a:t>ЩО БУДЕ СТВОРЕНО?</a:t>
          </a:r>
          <a:endParaRPr lang="en-US" sz="2800" kern="1200" dirty="0"/>
        </a:p>
      </dsp:txBody>
      <dsp:txXfrm>
        <a:off x="3253" y="1025665"/>
        <a:ext cx="3171763" cy="1023105"/>
      </dsp:txXfrm>
    </dsp:sp>
    <dsp:sp modelId="{6753CD87-023A-4CE5-B9B1-A503CAE0C801}">
      <dsp:nvSpPr>
        <dsp:cNvPr id="0" name=""/>
        <dsp:cNvSpPr/>
      </dsp:nvSpPr>
      <dsp:spPr>
        <a:xfrm>
          <a:off x="3253" y="2048771"/>
          <a:ext cx="3171763" cy="2344230"/>
        </a:xfrm>
        <a:prstGeom prst="rect">
          <a:avLst/>
        </a:prstGeom>
        <a:solidFill>
          <a:srgbClr val="BBE0E3">
            <a:alpha val="90000"/>
          </a:srgbClr>
        </a:solidFill>
        <a:ln w="12700" cap="flat" cmpd="sng" algn="ctr">
          <a:solidFill>
            <a:srgbClr val="BBE0E3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 err="1"/>
            <a:t>Навчально-практичний</a:t>
          </a:r>
          <a:r>
            <a:rPr lang="ru-RU" sz="2000" kern="1200" dirty="0"/>
            <a:t> центр
</a:t>
          </a:r>
          <a:r>
            <a:rPr lang="ru-RU" sz="2000" kern="1200" dirty="0" err="1"/>
            <a:t>Сучасна</a:t>
          </a:r>
          <a:r>
            <a:rPr lang="ru-RU" sz="2000" kern="1200" dirty="0"/>
            <a:t> </a:t>
          </a:r>
          <a:r>
            <a:rPr lang="ru-RU" sz="2000" kern="1200" dirty="0" err="1"/>
            <a:t>лабораторія</a:t>
          </a:r>
          <a:r>
            <a:rPr lang="ru-RU" sz="2000" kern="1200" dirty="0"/>
            <a:t> </a:t>
          </a:r>
          <a:r>
            <a:rPr lang="ru-RU" sz="2000" kern="1200" dirty="0" err="1"/>
            <a:t>технічного</a:t>
          </a:r>
          <a:r>
            <a:rPr lang="ru-RU" sz="2000" kern="1200" dirty="0"/>
            <a:t> </a:t>
          </a:r>
          <a:r>
            <a:rPr lang="ru-RU" sz="2000" kern="1200" dirty="0" err="1"/>
            <a:t>конструювання</a:t>
          </a:r>
          <a:r>
            <a:rPr lang="ru-RU" sz="2000" kern="1200" dirty="0"/>
            <a:t>
</a:t>
          </a:r>
          <a:r>
            <a:rPr lang="ru-RU" sz="2000" kern="1200" dirty="0" err="1"/>
            <a:t>Короткострокова</a:t>
          </a:r>
          <a:r>
            <a:rPr lang="ru-RU" sz="2000" kern="1200" dirty="0"/>
            <a:t> </a:t>
          </a:r>
          <a:r>
            <a:rPr lang="ru-RU" sz="2000" kern="1200" dirty="0" err="1"/>
            <a:t>освітня</a:t>
          </a:r>
          <a:r>
            <a:rPr lang="ru-RU" sz="2000" kern="1200" dirty="0"/>
            <a:t> </a:t>
          </a:r>
          <a:r>
            <a:rPr lang="ru-RU" sz="2000" kern="1200" dirty="0" err="1"/>
            <a:t>програма</a:t>
          </a:r>
          <a:r>
            <a:rPr lang="ru-RU" sz="2000" kern="1200" dirty="0"/>
            <a:t> (104 </a:t>
          </a:r>
          <a:r>
            <a:rPr lang="ru-RU" sz="2000" kern="1200" dirty="0" err="1"/>
            <a:t>години</a:t>
          </a:r>
          <a:r>
            <a:rPr lang="ru-RU" sz="2000" kern="1200" dirty="0"/>
            <a:t>)</a:t>
          </a:r>
          <a:endParaRPr lang="en-US" sz="2000" kern="1200" dirty="0"/>
        </a:p>
      </dsp:txBody>
      <dsp:txXfrm>
        <a:off x="3253" y="2048771"/>
        <a:ext cx="3171763" cy="2344230"/>
      </dsp:txXfrm>
    </dsp:sp>
    <dsp:sp modelId="{65C8379C-F000-457C-A692-0B43EF936B20}">
      <dsp:nvSpPr>
        <dsp:cNvPr id="0" name=""/>
        <dsp:cNvSpPr/>
      </dsp:nvSpPr>
      <dsp:spPr>
        <a:xfrm>
          <a:off x="3619062" y="1016140"/>
          <a:ext cx="3171763" cy="1023105"/>
        </a:xfrm>
        <a:prstGeom prst="rect">
          <a:avLst/>
        </a:prstGeom>
        <a:solidFill>
          <a:srgbClr val="EF95A0"/>
        </a:solidFill>
        <a:ln w="12700" cap="flat" cmpd="sng" algn="ctr">
          <a:solidFill>
            <a:srgbClr val="EF95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2800" kern="1200" dirty="0"/>
            <a:t>ДЛЯ КОГО?</a:t>
          </a:r>
          <a:endParaRPr lang="en-US" sz="2800" kern="1200" dirty="0"/>
        </a:p>
      </dsp:txBody>
      <dsp:txXfrm>
        <a:off x="3619062" y="1016140"/>
        <a:ext cx="3171763" cy="1023105"/>
      </dsp:txXfrm>
    </dsp:sp>
    <dsp:sp modelId="{914034FF-4FD8-4B0E-B789-EDF09A724A0D}">
      <dsp:nvSpPr>
        <dsp:cNvPr id="0" name=""/>
        <dsp:cNvSpPr/>
      </dsp:nvSpPr>
      <dsp:spPr>
        <a:xfrm>
          <a:off x="3619062" y="2048771"/>
          <a:ext cx="3171763" cy="2344230"/>
        </a:xfrm>
        <a:prstGeom prst="rect">
          <a:avLst/>
        </a:prstGeom>
        <a:solidFill>
          <a:srgbClr val="F7CAD0">
            <a:alpha val="90000"/>
          </a:srgbClr>
        </a:solidFill>
        <a:ln w="12700" cap="flat" cmpd="sng" algn="ctr">
          <a:solidFill>
            <a:srgbClr val="F7CAD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молодь
</a:t>
          </a:r>
          <a:r>
            <a:rPr lang="ru-RU" sz="2000" kern="1200" dirty="0" err="1"/>
            <a:t>ветерани</a:t>
          </a:r>
          <a:r>
            <a:rPr lang="ru-RU" sz="2000" kern="1200" dirty="0"/>
            <a:t>
</a:t>
          </a:r>
          <a:r>
            <a:rPr lang="ru-RU" sz="2000" kern="1200" dirty="0" err="1"/>
            <a:t>внутрішньо</a:t>
          </a:r>
          <a:r>
            <a:rPr lang="ru-RU" sz="2000" kern="1200" dirty="0"/>
            <a:t> </a:t>
          </a:r>
          <a:r>
            <a:rPr lang="ru-RU" sz="2000" kern="1200" dirty="0" err="1"/>
            <a:t>переміщені</a:t>
          </a:r>
          <a:r>
            <a:rPr lang="ru-RU" sz="2000" kern="1200" dirty="0"/>
            <a:t> особи
</a:t>
          </a:r>
          <a:r>
            <a:rPr lang="ru-RU" sz="2000" kern="1200" dirty="0" err="1"/>
            <a:t>безробітні</a:t>
          </a:r>
          <a:endParaRPr lang="en-US" sz="2000" kern="1200" dirty="0"/>
        </a:p>
      </dsp:txBody>
      <dsp:txXfrm>
        <a:off x="3619062" y="2048771"/>
        <a:ext cx="3171763" cy="2344230"/>
      </dsp:txXfrm>
    </dsp:sp>
    <dsp:sp modelId="{5BA6F25F-D8D4-4E20-89B1-0AAABE9D7C31}">
      <dsp:nvSpPr>
        <dsp:cNvPr id="0" name=""/>
        <dsp:cNvSpPr/>
      </dsp:nvSpPr>
      <dsp:spPr>
        <a:xfrm>
          <a:off x="7234872" y="1025665"/>
          <a:ext cx="3171763" cy="1023105"/>
        </a:xfrm>
        <a:prstGeom prst="rect">
          <a:avLst/>
        </a:prstGeom>
        <a:solidFill>
          <a:srgbClr val="9ED3D7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ЩО НЕ ВХОДИТЬ У МЕЖІ ПРОЄКТУ?</a:t>
          </a:r>
          <a:endParaRPr lang="en-US" sz="2800" kern="1200" dirty="0"/>
        </a:p>
      </dsp:txBody>
      <dsp:txXfrm>
        <a:off x="7234872" y="1025665"/>
        <a:ext cx="3171763" cy="1023105"/>
      </dsp:txXfrm>
    </dsp:sp>
    <dsp:sp modelId="{7A194DB4-F915-4D5F-BE96-99F84ADC913B}">
      <dsp:nvSpPr>
        <dsp:cNvPr id="0" name=""/>
        <dsp:cNvSpPr/>
      </dsp:nvSpPr>
      <dsp:spPr>
        <a:xfrm>
          <a:off x="7234872" y="2048771"/>
          <a:ext cx="3171763" cy="2344230"/>
        </a:xfrm>
        <a:prstGeom prst="rect">
          <a:avLst/>
        </a:prstGeom>
        <a:solidFill>
          <a:srgbClr val="BBE0E3">
            <a:alpha val="90000"/>
          </a:srgbClr>
        </a:solidFill>
        <a:ln w="12700" cap="flat" cmpd="sng" algn="ctr">
          <a:solidFill>
            <a:srgbClr val="BBE0E3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 err="1"/>
            <a:t>довгострокові</a:t>
          </a:r>
          <a:r>
            <a:rPr lang="ru-RU" sz="2000" kern="1200" dirty="0"/>
            <a:t> </a:t>
          </a:r>
          <a:r>
            <a:rPr lang="ru-RU" sz="2000" kern="1200" dirty="0" err="1"/>
            <a:t>освітні</a:t>
          </a:r>
          <a:r>
            <a:rPr lang="ru-RU" sz="2000" kern="1200" dirty="0"/>
            <a:t> </a:t>
          </a:r>
          <a:r>
            <a:rPr lang="ru-RU" sz="2000" kern="1200" dirty="0" err="1"/>
            <a:t>програми</a:t>
          </a:r>
          <a:r>
            <a:rPr lang="ru-RU" sz="2000" kern="1200" dirty="0"/>
            <a:t>;
</a:t>
          </a:r>
          <a:r>
            <a:rPr lang="ru-RU" sz="2000" kern="1200" dirty="0" err="1"/>
            <a:t>будівництво</a:t>
          </a:r>
          <a:r>
            <a:rPr lang="ru-RU" sz="2000" kern="1200" dirty="0"/>
            <a:t> </a:t>
          </a:r>
          <a:r>
            <a:rPr lang="ru-RU" sz="2000" kern="1200" dirty="0" err="1"/>
            <a:t>нових</a:t>
          </a:r>
          <a:r>
            <a:rPr lang="ru-RU" sz="2000" kern="1200" dirty="0"/>
            <a:t> </a:t>
          </a:r>
          <a:r>
            <a:rPr lang="ru-RU" sz="2000" kern="1200" dirty="0" err="1"/>
            <a:t>приміщень</a:t>
          </a:r>
          <a:r>
            <a:rPr lang="ru-RU" sz="2000" kern="1200" dirty="0"/>
            <a:t>;
</a:t>
          </a:r>
          <a:r>
            <a:rPr lang="ru-RU" sz="2000" kern="1200" dirty="0" err="1"/>
            <a:t>масштабування</a:t>
          </a:r>
          <a:r>
            <a:rPr lang="ru-RU" sz="2000" kern="1200" dirty="0"/>
            <a:t> на </a:t>
          </a:r>
          <a:r>
            <a:rPr lang="ru-RU" sz="2000" kern="1200" dirty="0" err="1"/>
            <a:t>інші</a:t>
          </a:r>
          <a:r>
            <a:rPr lang="ru-RU" sz="2000" kern="1200" dirty="0"/>
            <a:t> </a:t>
          </a:r>
          <a:r>
            <a:rPr lang="ru-RU" sz="2000" kern="1200" dirty="0" err="1"/>
            <a:t>регіони</a:t>
          </a:r>
          <a:r>
            <a:rPr lang="ru-RU" sz="2000" kern="1200" dirty="0"/>
            <a:t> в межах поточного гранту.</a:t>
          </a:r>
          <a:endParaRPr lang="en-US" sz="2000" kern="1200" dirty="0"/>
        </a:p>
      </dsp:txBody>
      <dsp:txXfrm>
        <a:off x="7234872" y="2048771"/>
        <a:ext cx="3171763" cy="2344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70FFF5-186B-4544-ABDA-6877FA923009}">
      <dsp:nvSpPr>
        <dsp:cNvPr id="0" name=""/>
        <dsp:cNvSpPr/>
      </dsp:nvSpPr>
      <dsp:spPr>
        <a:xfrm>
          <a:off x="7666681" y="2193820"/>
          <a:ext cx="285577" cy="2227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7505"/>
              </a:lnTo>
              <a:lnTo>
                <a:pt x="285577" y="22275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DBAAEB-BFBD-46A3-8F4C-11CFF23B6E83}">
      <dsp:nvSpPr>
        <dsp:cNvPr id="0" name=""/>
        <dsp:cNvSpPr/>
      </dsp:nvSpPr>
      <dsp:spPr>
        <a:xfrm>
          <a:off x="7666681" y="2193820"/>
          <a:ext cx="285577" cy="8757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5771"/>
              </a:lnTo>
              <a:lnTo>
                <a:pt x="285577" y="8757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0ACD3-D265-4DD7-9EF0-1BDC1FDF9B5A}">
      <dsp:nvSpPr>
        <dsp:cNvPr id="0" name=""/>
        <dsp:cNvSpPr/>
      </dsp:nvSpPr>
      <dsp:spPr>
        <a:xfrm>
          <a:off x="4692980" y="842086"/>
          <a:ext cx="3735240" cy="399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904"/>
              </a:lnTo>
              <a:lnTo>
                <a:pt x="3735240" y="199904"/>
              </a:lnTo>
              <a:lnTo>
                <a:pt x="3735240" y="399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A4771-B5BF-4C84-8BF8-FD5F3042714B}">
      <dsp:nvSpPr>
        <dsp:cNvPr id="0" name=""/>
        <dsp:cNvSpPr/>
      </dsp:nvSpPr>
      <dsp:spPr>
        <a:xfrm>
          <a:off x="5113103" y="2193820"/>
          <a:ext cx="285577" cy="31099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09925"/>
              </a:lnTo>
              <a:lnTo>
                <a:pt x="285577" y="31099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247643-7E18-45F7-B3FE-781626FE8138}">
      <dsp:nvSpPr>
        <dsp:cNvPr id="0" name=""/>
        <dsp:cNvSpPr/>
      </dsp:nvSpPr>
      <dsp:spPr>
        <a:xfrm>
          <a:off x="5113103" y="2193820"/>
          <a:ext cx="285577" cy="2021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1827"/>
              </a:lnTo>
              <a:lnTo>
                <a:pt x="285577" y="202182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74AD64-7942-435F-8226-864F58C426E9}">
      <dsp:nvSpPr>
        <dsp:cNvPr id="0" name=""/>
        <dsp:cNvSpPr/>
      </dsp:nvSpPr>
      <dsp:spPr>
        <a:xfrm>
          <a:off x="5113103" y="2193820"/>
          <a:ext cx="285577" cy="818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8346"/>
              </a:lnTo>
              <a:lnTo>
                <a:pt x="285577" y="8183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49E7C3-191A-4582-8078-43E255E66390}">
      <dsp:nvSpPr>
        <dsp:cNvPr id="0" name=""/>
        <dsp:cNvSpPr/>
      </dsp:nvSpPr>
      <dsp:spPr>
        <a:xfrm>
          <a:off x="4692980" y="842086"/>
          <a:ext cx="1181662" cy="399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904"/>
              </a:lnTo>
              <a:lnTo>
                <a:pt x="1181662" y="199904"/>
              </a:lnTo>
              <a:lnTo>
                <a:pt x="1181662" y="399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6AAD6F-E528-4F40-9ADD-90C6EC52B5BB}">
      <dsp:nvSpPr>
        <dsp:cNvPr id="0" name=""/>
        <dsp:cNvSpPr/>
      </dsp:nvSpPr>
      <dsp:spPr>
        <a:xfrm>
          <a:off x="2809444" y="2193820"/>
          <a:ext cx="255020" cy="8581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8146"/>
              </a:lnTo>
              <a:lnTo>
                <a:pt x="255020" y="8581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4F149E-1109-4BE1-A386-E0DEAA6E0608}">
      <dsp:nvSpPr>
        <dsp:cNvPr id="0" name=""/>
        <dsp:cNvSpPr/>
      </dsp:nvSpPr>
      <dsp:spPr>
        <a:xfrm>
          <a:off x="3570984" y="842086"/>
          <a:ext cx="1121996" cy="399808"/>
        </a:xfrm>
        <a:custGeom>
          <a:avLst/>
          <a:gdLst/>
          <a:ahLst/>
          <a:cxnLst/>
          <a:rect l="0" t="0" r="0" b="0"/>
          <a:pathLst>
            <a:path>
              <a:moveTo>
                <a:pt x="1121996" y="0"/>
              </a:moveTo>
              <a:lnTo>
                <a:pt x="1121996" y="199904"/>
              </a:lnTo>
              <a:lnTo>
                <a:pt x="0" y="199904"/>
              </a:lnTo>
              <a:lnTo>
                <a:pt x="0" y="399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D55E30-2657-4B50-B49D-06CB45223B4A}">
      <dsp:nvSpPr>
        <dsp:cNvPr id="0" name=""/>
        <dsp:cNvSpPr/>
      </dsp:nvSpPr>
      <dsp:spPr>
        <a:xfrm>
          <a:off x="196199" y="2193820"/>
          <a:ext cx="285577" cy="2314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4796"/>
              </a:lnTo>
              <a:lnTo>
                <a:pt x="285577" y="23147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F8D2BB-73DE-4DC2-8DCC-219EA66B7442}">
      <dsp:nvSpPr>
        <dsp:cNvPr id="0" name=""/>
        <dsp:cNvSpPr/>
      </dsp:nvSpPr>
      <dsp:spPr>
        <a:xfrm>
          <a:off x="196199" y="2193820"/>
          <a:ext cx="285577" cy="8757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5771"/>
              </a:lnTo>
              <a:lnTo>
                <a:pt x="285577" y="8757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725BDB-64EA-4C97-B025-CC6E99DA0934}">
      <dsp:nvSpPr>
        <dsp:cNvPr id="0" name=""/>
        <dsp:cNvSpPr/>
      </dsp:nvSpPr>
      <dsp:spPr>
        <a:xfrm>
          <a:off x="957740" y="842086"/>
          <a:ext cx="3735240" cy="399808"/>
        </a:xfrm>
        <a:custGeom>
          <a:avLst/>
          <a:gdLst/>
          <a:ahLst/>
          <a:cxnLst/>
          <a:rect l="0" t="0" r="0" b="0"/>
          <a:pathLst>
            <a:path>
              <a:moveTo>
                <a:pt x="3735240" y="0"/>
              </a:moveTo>
              <a:lnTo>
                <a:pt x="3735240" y="199904"/>
              </a:lnTo>
              <a:lnTo>
                <a:pt x="0" y="199904"/>
              </a:lnTo>
              <a:lnTo>
                <a:pt x="0" y="399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216A2-00E3-420B-A458-799B615823C9}">
      <dsp:nvSpPr>
        <dsp:cNvPr id="0" name=""/>
        <dsp:cNvSpPr/>
      </dsp:nvSpPr>
      <dsp:spPr>
        <a:xfrm>
          <a:off x="2892670" y="157128"/>
          <a:ext cx="3600619" cy="684957"/>
        </a:xfrm>
        <a:prstGeom prst="rect">
          <a:avLst/>
        </a:prstGeom>
        <a:solidFill>
          <a:srgbClr val="9ED3D7"/>
        </a:solidFill>
        <a:ln w="12700" cap="flat" cmpd="sng" algn="ctr">
          <a:solidFill>
            <a:srgbClr val="9ED3D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latin typeface="+mj-lt"/>
            </a:rPr>
            <a:t>КОРОТКОСТРОКОВА ОСВІТА ДЛЯ МАШИНОБУДУВАННЯ</a:t>
          </a:r>
          <a:endParaRPr lang="en-US" sz="1800" b="1" kern="1200" dirty="0"/>
        </a:p>
      </dsp:txBody>
      <dsp:txXfrm>
        <a:off x="2892670" y="157128"/>
        <a:ext cx="3600619" cy="684957"/>
      </dsp:txXfrm>
    </dsp:sp>
    <dsp:sp modelId="{30ECA05D-3391-4777-8D1A-2C8ED309CC4B}">
      <dsp:nvSpPr>
        <dsp:cNvPr id="0" name=""/>
        <dsp:cNvSpPr/>
      </dsp:nvSpPr>
      <dsp:spPr>
        <a:xfrm>
          <a:off x="5814" y="1241894"/>
          <a:ext cx="1903850" cy="951925"/>
        </a:xfrm>
        <a:prstGeom prst="rect">
          <a:avLst/>
        </a:prstGeom>
        <a:solidFill>
          <a:srgbClr val="EF95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/>
            <a:t>Створення концепції та підготовка </a:t>
          </a:r>
          <a:r>
            <a:rPr lang="uk-UA" sz="1800" b="1" kern="1200" dirty="0" err="1"/>
            <a:t>проєкту</a:t>
          </a:r>
          <a:endParaRPr lang="en-US" sz="1800" b="1" kern="1200" dirty="0"/>
        </a:p>
      </dsp:txBody>
      <dsp:txXfrm>
        <a:off x="5814" y="1241894"/>
        <a:ext cx="1903850" cy="951925"/>
      </dsp:txXfrm>
    </dsp:sp>
    <dsp:sp modelId="{BBE0FBB6-7EF5-4CBE-95BC-1AE5B166F9CD}">
      <dsp:nvSpPr>
        <dsp:cNvPr id="0" name=""/>
        <dsp:cNvSpPr/>
      </dsp:nvSpPr>
      <dsp:spPr>
        <a:xfrm>
          <a:off x="481777" y="2593628"/>
          <a:ext cx="2213435" cy="951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>
              <a:solidFill>
                <a:schemeClr val="tx2"/>
              </a:solidFill>
            </a:rPr>
            <a:t>Аналіз</a:t>
          </a:r>
          <a:r>
            <a:rPr lang="ru-RU" sz="1700" kern="1200" dirty="0">
              <a:solidFill>
                <a:schemeClr val="tx2"/>
              </a:solidFill>
            </a:rPr>
            <a:t> потреб, </a:t>
          </a:r>
          <a:r>
            <a:rPr lang="ru-RU" sz="1700" kern="1200" dirty="0" err="1">
              <a:solidFill>
                <a:schemeClr val="tx2"/>
              </a:solidFill>
            </a:rPr>
            <a:t>визначення</a:t>
          </a:r>
          <a:r>
            <a:rPr lang="ru-RU" sz="1700" kern="1200" dirty="0">
              <a:solidFill>
                <a:schemeClr val="tx2"/>
              </a:solidFill>
            </a:rPr>
            <a:t> </a:t>
          </a:r>
          <a:r>
            <a:rPr lang="ru-RU" sz="1700" kern="1200" dirty="0" err="1">
              <a:solidFill>
                <a:schemeClr val="tx2"/>
              </a:solidFill>
            </a:rPr>
            <a:t>цілей</a:t>
          </a:r>
          <a:r>
            <a:rPr lang="ru-RU" sz="1700" kern="1200" dirty="0">
              <a:solidFill>
                <a:schemeClr val="tx2"/>
              </a:solidFill>
            </a:rPr>
            <a:t> і </a:t>
          </a:r>
          <a:r>
            <a:rPr lang="ru-RU" sz="1700" kern="1200" dirty="0" err="1">
              <a:solidFill>
                <a:schemeClr val="tx2"/>
              </a:solidFill>
            </a:rPr>
            <a:t>партнерів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481777" y="2593628"/>
        <a:ext cx="2213435" cy="951925"/>
      </dsp:txXfrm>
    </dsp:sp>
    <dsp:sp modelId="{0F3EA3DD-1254-4595-8AAB-A595076FDEED}">
      <dsp:nvSpPr>
        <dsp:cNvPr id="0" name=""/>
        <dsp:cNvSpPr/>
      </dsp:nvSpPr>
      <dsp:spPr>
        <a:xfrm>
          <a:off x="481777" y="3945362"/>
          <a:ext cx="2523020" cy="11265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Підготовка</a:t>
          </a:r>
          <a:r>
            <a:rPr lang="ru-RU" sz="1600" kern="1200" dirty="0">
              <a:solidFill>
                <a:schemeClr val="tx2"/>
              </a:solidFill>
              <a:latin typeface="Calibri Light"/>
              <a:ea typeface="+mn-ea"/>
              <a:cs typeface="+mn-cs"/>
            </a:rPr>
            <a:t> </a:t>
          </a: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грантової</a:t>
          </a:r>
          <a:r>
            <a:rPr lang="ru-RU" sz="1600" kern="1200" dirty="0">
              <a:solidFill>
                <a:schemeClr val="tx2"/>
              </a:solidFill>
              <a:latin typeface="Calibri Light"/>
              <a:ea typeface="+mn-ea"/>
              <a:cs typeface="+mn-cs"/>
            </a:rPr>
            <a:t> заявки та </a:t>
          </a: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затвердження</a:t>
          </a:r>
          <a:r>
            <a:rPr lang="ru-RU" sz="1600" kern="1200" dirty="0">
              <a:solidFill>
                <a:schemeClr val="tx2"/>
              </a:solidFill>
              <a:latin typeface="Calibri Light"/>
              <a:ea typeface="+mn-ea"/>
              <a:cs typeface="+mn-cs"/>
            </a:rPr>
            <a:t> </a:t>
          </a:r>
          <a:r>
            <a:rPr lang="ru-RU" sz="1600" kern="1200" dirty="0" err="1">
              <a:solidFill>
                <a:schemeClr val="tx2"/>
              </a:solidFill>
              <a:latin typeface="Calibri Light"/>
              <a:ea typeface="+mn-ea"/>
              <a:cs typeface="+mn-cs"/>
            </a:rPr>
            <a:t>проєкту</a:t>
          </a:r>
          <a:endParaRPr lang="en-US" sz="1600" kern="1200" dirty="0">
            <a:solidFill>
              <a:schemeClr val="tx2"/>
            </a:solidFill>
            <a:latin typeface="Calibri Light"/>
            <a:ea typeface="+mn-ea"/>
            <a:cs typeface="+mn-cs"/>
          </a:endParaRPr>
        </a:p>
      </dsp:txBody>
      <dsp:txXfrm>
        <a:off x="481777" y="3945362"/>
        <a:ext cx="2523020" cy="1126508"/>
      </dsp:txXfrm>
    </dsp:sp>
    <dsp:sp modelId="{B10E599D-F22E-43B1-AD20-48FD04AB58BE}">
      <dsp:nvSpPr>
        <dsp:cNvPr id="0" name=""/>
        <dsp:cNvSpPr/>
      </dsp:nvSpPr>
      <dsp:spPr>
        <a:xfrm>
          <a:off x="2619059" y="1241894"/>
          <a:ext cx="1903850" cy="951925"/>
        </a:xfrm>
        <a:prstGeom prst="rect">
          <a:avLst/>
        </a:prstGeom>
        <a:solidFill>
          <a:srgbClr val="EF95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800" b="1" kern="1200" dirty="0"/>
            <a:t>Розроблення проєктної документації</a:t>
          </a:r>
          <a:endParaRPr lang="en-US" sz="1800" b="1" kern="1200" dirty="0"/>
        </a:p>
      </dsp:txBody>
      <dsp:txXfrm>
        <a:off x="2619059" y="1241894"/>
        <a:ext cx="1903850" cy="951925"/>
      </dsp:txXfrm>
    </dsp:sp>
    <dsp:sp modelId="{A15378B6-380F-449E-9417-5D7B3D7EFF58}">
      <dsp:nvSpPr>
        <dsp:cNvPr id="0" name=""/>
        <dsp:cNvSpPr/>
      </dsp:nvSpPr>
      <dsp:spPr>
        <a:xfrm>
          <a:off x="3064464" y="2624176"/>
          <a:ext cx="1903850" cy="855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700" kern="1200" dirty="0">
              <a:solidFill>
                <a:schemeClr val="tx2"/>
              </a:solidFill>
            </a:rPr>
            <a:t>Планування реалізації проєкту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3064464" y="2624176"/>
        <a:ext cx="1903850" cy="855580"/>
      </dsp:txXfrm>
    </dsp:sp>
    <dsp:sp modelId="{140A3C70-BEAB-4C09-9027-4F755956C815}">
      <dsp:nvSpPr>
        <dsp:cNvPr id="0" name=""/>
        <dsp:cNvSpPr/>
      </dsp:nvSpPr>
      <dsp:spPr>
        <a:xfrm>
          <a:off x="4922718" y="1241894"/>
          <a:ext cx="1903850" cy="951925"/>
        </a:xfrm>
        <a:prstGeom prst="rect">
          <a:avLst/>
        </a:prstGeom>
        <a:solidFill>
          <a:srgbClr val="EF95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800" b="1" kern="1200" dirty="0"/>
            <a:t>Впровадження проєкту</a:t>
          </a:r>
          <a:endParaRPr lang="en-US" sz="1800" b="1" kern="1200" dirty="0"/>
        </a:p>
      </dsp:txBody>
      <dsp:txXfrm>
        <a:off x="4922718" y="1241894"/>
        <a:ext cx="1903850" cy="951925"/>
      </dsp:txXfrm>
    </dsp:sp>
    <dsp:sp modelId="{AC2A8FF6-E2A4-41D3-A4AA-E71D75F339C0}">
      <dsp:nvSpPr>
        <dsp:cNvPr id="0" name=""/>
        <dsp:cNvSpPr/>
      </dsp:nvSpPr>
      <dsp:spPr>
        <a:xfrm>
          <a:off x="5398680" y="2593628"/>
          <a:ext cx="2150894" cy="8370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700" kern="1200" dirty="0">
              <a:solidFill>
                <a:schemeClr val="tx2"/>
              </a:solidFill>
            </a:rPr>
            <a:t>Закупівля та монтаж обладнання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5398680" y="2593628"/>
        <a:ext cx="2150894" cy="837075"/>
      </dsp:txXfrm>
    </dsp:sp>
    <dsp:sp modelId="{4D11BFE0-4892-4D93-B26D-457D6FDB6089}">
      <dsp:nvSpPr>
        <dsp:cNvPr id="0" name=""/>
        <dsp:cNvSpPr/>
      </dsp:nvSpPr>
      <dsp:spPr>
        <a:xfrm>
          <a:off x="5398680" y="3830512"/>
          <a:ext cx="2153769" cy="7702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700" kern="1200" dirty="0">
              <a:solidFill>
                <a:schemeClr val="tx2"/>
              </a:solidFill>
            </a:rPr>
            <a:t>Організація навчального процесу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5398680" y="3830512"/>
        <a:ext cx="2153769" cy="770269"/>
      </dsp:txXfrm>
    </dsp:sp>
    <dsp:sp modelId="{81A5E052-F6E3-41FA-AF0C-408FDE39B363}">
      <dsp:nvSpPr>
        <dsp:cNvPr id="0" name=""/>
        <dsp:cNvSpPr/>
      </dsp:nvSpPr>
      <dsp:spPr>
        <a:xfrm>
          <a:off x="5398680" y="5000590"/>
          <a:ext cx="2371855" cy="6063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700" kern="1200" dirty="0">
              <a:solidFill>
                <a:schemeClr val="tx2"/>
              </a:solidFill>
            </a:rPr>
            <a:t>Моніторинг і контроль реалізації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5398680" y="5000590"/>
        <a:ext cx="2371855" cy="606309"/>
      </dsp:txXfrm>
    </dsp:sp>
    <dsp:sp modelId="{F013B710-0470-429B-9FF4-374B485E7412}">
      <dsp:nvSpPr>
        <dsp:cNvPr id="0" name=""/>
        <dsp:cNvSpPr/>
      </dsp:nvSpPr>
      <dsp:spPr>
        <a:xfrm>
          <a:off x="7476296" y="1241894"/>
          <a:ext cx="1903850" cy="951925"/>
        </a:xfrm>
        <a:prstGeom prst="rect">
          <a:avLst/>
        </a:prstGeom>
        <a:solidFill>
          <a:srgbClr val="EF95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1800" b="1" kern="1200" dirty="0"/>
            <a:t>Завершення проєкту</a:t>
          </a:r>
          <a:endParaRPr lang="en-US" sz="1800" b="1" kern="1200" dirty="0"/>
        </a:p>
      </dsp:txBody>
      <dsp:txXfrm>
        <a:off x="7476296" y="1241894"/>
        <a:ext cx="1903850" cy="951925"/>
      </dsp:txXfrm>
    </dsp:sp>
    <dsp:sp modelId="{4EAB61DA-B524-4F49-9C6C-5AC2BDA003DB}">
      <dsp:nvSpPr>
        <dsp:cNvPr id="0" name=""/>
        <dsp:cNvSpPr/>
      </dsp:nvSpPr>
      <dsp:spPr>
        <a:xfrm>
          <a:off x="7952258" y="2593628"/>
          <a:ext cx="2235615" cy="951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>
              <a:solidFill>
                <a:schemeClr val="tx2"/>
              </a:solidFill>
            </a:rPr>
            <a:t>Оцінка</a:t>
          </a:r>
          <a:r>
            <a:rPr lang="ru-RU" sz="1700" kern="1200" dirty="0">
              <a:solidFill>
                <a:schemeClr val="tx2"/>
              </a:solidFill>
            </a:rPr>
            <a:t> </a:t>
          </a:r>
          <a:r>
            <a:rPr lang="ru-RU" sz="1700" kern="1200" dirty="0" err="1">
              <a:solidFill>
                <a:schemeClr val="tx2"/>
              </a:solidFill>
            </a:rPr>
            <a:t>результатів</a:t>
          </a:r>
          <a:r>
            <a:rPr lang="ru-RU" sz="1700" kern="1200" dirty="0">
              <a:solidFill>
                <a:schemeClr val="tx2"/>
              </a:solidFill>
            </a:rPr>
            <a:t> і </a:t>
          </a:r>
          <a:r>
            <a:rPr lang="ru-RU" sz="1700" kern="1200" dirty="0" err="1">
              <a:solidFill>
                <a:schemeClr val="tx2"/>
              </a:solidFill>
            </a:rPr>
            <a:t>завершення</a:t>
          </a:r>
          <a:r>
            <a:rPr lang="ru-RU" sz="1700" kern="1200" dirty="0">
              <a:solidFill>
                <a:schemeClr val="tx2"/>
              </a:solidFill>
            </a:rPr>
            <a:t> </a:t>
          </a:r>
          <a:r>
            <a:rPr lang="ru-RU" sz="1700" kern="1200" dirty="0" err="1">
              <a:solidFill>
                <a:schemeClr val="tx2"/>
              </a:solidFill>
            </a:rPr>
            <a:t>робіт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7952258" y="2593628"/>
        <a:ext cx="2235615" cy="951925"/>
      </dsp:txXfrm>
    </dsp:sp>
    <dsp:sp modelId="{83C32B40-CEB8-4827-9A2C-06E633CBE275}">
      <dsp:nvSpPr>
        <dsp:cNvPr id="0" name=""/>
        <dsp:cNvSpPr/>
      </dsp:nvSpPr>
      <dsp:spPr>
        <a:xfrm>
          <a:off x="7952258" y="3945362"/>
          <a:ext cx="2206753" cy="951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solidFill>
                <a:schemeClr val="tx2"/>
              </a:solidFill>
            </a:rPr>
            <a:t>Передача </a:t>
          </a:r>
          <a:r>
            <a:rPr lang="ru-RU" sz="1700" kern="1200" dirty="0" err="1">
              <a:solidFill>
                <a:schemeClr val="tx2"/>
              </a:solidFill>
            </a:rPr>
            <a:t>лабораторії</a:t>
          </a:r>
          <a:r>
            <a:rPr lang="ru-RU" sz="1700" kern="1200" dirty="0">
              <a:solidFill>
                <a:schemeClr val="tx2"/>
              </a:solidFill>
            </a:rPr>
            <a:t> на баланс </a:t>
          </a:r>
          <a:r>
            <a:rPr lang="ru-RU" sz="1700" kern="1200" dirty="0" err="1">
              <a:solidFill>
                <a:schemeClr val="tx2"/>
              </a:solidFill>
            </a:rPr>
            <a:t>коледжу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7952258" y="3945362"/>
        <a:ext cx="2206753" cy="9519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43A92-818E-4FEB-B484-967A05FFD02A}">
      <dsp:nvSpPr>
        <dsp:cNvPr id="0" name=""/>
        <dsp:cNvSpPr/>
      </dsp:nvSpPr>
      <dsp:spPr>
        <a:xfrm>
          <a:off x="4895815" y="4040256"/>
          <a:ext cx="577764" cy="769288"/>
        </a:xfrm>
        <a:custGeom>
          <a:avLst/>
          <a:gdLst/>
          <a:ahLst/>
          <a:cxnLst/>
          <a:rect l="0" t="0" r="0" b="0"/>
          <a:pathLst>
            <a:path>
              <a:moveTo>
                <a:pt x="577764" y="0"/>
              </a:moveTo>
              <a:lnTo>
                <a:pt x="577764" y="769288"/>
              </a:lnTo>
              <a:lnTo>
                <a:pt x="0" y="7692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E7ADA-A271-4B3A-8F9B-761DF29670B9}">
      <dsp:nvSpPr>
        <dsp:cNvPr id="0" name=""/>
        <dsp:cNvSpPr/>
      </dsp:nvSpPr>
      <dsp:spPr>
        <a:xfrm>
          <a:off x="3892541" y="2501524"/>
          <a:ext cx="2500138" cy="433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954"/>
              </a:lnTo>
              <a:lnTo>
                <a:pt x="2500138" y="216954"/>
              </a:lnTo>
              <a:lnTo>
                <a:pt x="2500138" y="4339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C6C081-272D-472B-BBE2-A59FC0C4EBD5}">
      <dsp:nvSpPr>
        <dsp:cNvPr id="0" name=""/>
        <dsp:cNvSpPr/>
      </dsp:nvSpPr>
      <dsp:spPr>
        <a:xfrm>
          <a:off x="3776781" y="2501524"/>
          <a:ext cx="115760" cy="433908"/>
        </a:xfrm>
        <a:custGeom>
          <a:avLst/>
          <a:gdLst/>
          <a:ahLst/>
          <a:cxnLst/>
          <a:rect l="0" t="0" r="0" b="0"/>
          <a:pathLst>
            <a:path>
              <a:moveTo>
                <a:pt x="115760" y="0"/>
              </a:moveTo>
              <a:lnTo>
                <a:pt x="115760" y="216954"/>
              </a:lnTo>
              <a:lnTo>
                <a:pt x="0" y="216954"/>
              </a:lnTo>
              <a:lnTo>
                <a:pt x="0" y="4339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5124F1-041B-4ACD-845F-88C157D64D16}">
      <dsp:nvSpPr>
        <dsp:cNvPr id="0" name=""/>
        <dsp:cNvSpPr/>
      </dsp:nvSpPr>
      <dsp:spPr>
        <a:xfrm>
          <a:off x="1276642" y="2501524"/>
          <a:ext cx="2615899" cy="433908"/>
        </a:xfrm>
        <a:custGeom>
          <a:avLst/>
          <a:gdLst/>
          <a:ahLst/>
          <a:cxnLst/>
          <a:rect l="0" t="0" r="0" b="0"/>
          <a:pathLst>
            <a:path>
              <a:moveTo>
                <a:pt x="2615899" y="0"/>
              </a:moveTo>
              <a:lnTo>
                <a:pt x="2615899" y="216954"/>
              </a:lnTo>
              <a:lnTo>
                <a:pt x="0" y="216954"/>
              </a:lnTo>
              <a:lnTo>
                <a:pt x="0" y="4339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3CBC87-B93A-4280-8D35-301EF2412904}">
      <dsp:nvSpPr>
        <dsp:cNvPr id="0" name=""/>
        <dsp:cNvSpPr/>
      </dsp:nvSpPr>
      <dsp:spPr>
        <a:xfrm>
          <a:off x="3846821" y="1034500"/>
          <a:ext cx="91440" cy="43390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39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1A7D4D-BD64-4E59-8BBD-330A9268E8E0}">
      <dsp:nvSpPr>
        <dsp:cNvPr id="0" name=""/>
        <dsp:cNvSpPr/>
      </dsp:nvSpPr>
      <dsp:spPr>
        <a:xfrm>
          <a:off x="2200350" y="1385"/>
          <a:ext cx="3384382" cy="1033115"/>
        </a:xfrm>
        <a:prstGeom prst="rect">
          <a:avLst/>
        </a:prstGeom>
        <a:solidFill>
          <a:srgbClr val="72BFC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Голова проекту – Голова </a:t>
          </a:r>
          <a:r>
            <a:rPr lang="ru-RU" sz="1600" b="1" kern="1200" dirty="0" err="1"/>
            <a:t>Благод</a:t>
          </a:r>
          <a:r>
            <a:rPr lang="uk-UA" sz="1600" b="1" kern="1200" dirty="0" err="1"/>
            <a:t>ійного</a:t>
          </a:r>
          <a:r>
            <a:rPr lang="uk-UA" sz="1600" b="1" kern="1200" dirty="0"/>
            <a:t> фонду «Шлях до здоров’я»:</a:t>
          </a:r>
          <a:r>
            <a:rPr lang="uk-UA" sz="1600" kern="1200" dirty="0"/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здійснює загальне керівництво проектом</a:t>
          </a:r>
          <a:endParaRPr lang="en-US" sz="1600" kern="1200" dirty="0"/>
        </a:p>
      </dsp:txBody>
      <dsp:txXfrm>
        <a:off x="2200350" y="1385"/>
        <a:ext cx="3384382" cy="1033115"/>
      </dsp:txXfrm>
    </dsp:sp>
    <dsp:sp modelId="{45B6CE9E-B88D-40DC-9446-B9FF83082361}">
      <dsp:nvSpPr>
        <dsp:cNvPr id="0" name=""/>
        <dsp:cNvSpPr/>
      </dsp:nvSpPr>
      <dsp:spPr>
        <a:xfrm>
          <a:off x="2859426" y="1468409"/>
          <a:ext cx="2066230" cy="1033115"/>
        </a:xfrm>
        <a:prstGeom prst="rect">
          <a:avLst/>
        </a:prstGeom>
        <a:solidFill>
          <a:srgbClr val="E75F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Менеджер проекту: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 </a:t>
          </a:r>
          <a:r>
            <a:rPr lang="uk-UA" sz="1600" kern="1200" dirty="0"/>
            <a:t>організовує поточну діяльність</a:t>
          </a:r>
          <a:endParaRPr lang="en-US" sz="1600" kern="1200" dirty="0"/>
        </a:p>
      </dsp:txBody>
      <dsp:txXfrm>
        <a:off x="2859426" y="1468409"/>
        <a:ext cx="2066230" cy="1033115"/>
      </dsp:txXfrm>
    </dsp:sp>
    <dsp:sp modelId="{69D4B5EC-61CF-4C5B-A6A4-639E7A12F3D1}">
      <dsp:nvSpPr>
        <dsp:cNvPr id="0" name=""/>
        <dsp:cNvSpPr/>
      </dsp:nvSpPr>
      <dsp:spPr>
        <a:xfrm>
          <a:off x="243526" y="2935432"/>
          <a:ext cx="2066230" cy="1033115"/>
        </a:xfrm>
        <a:prstGeom prst="rect">
          <a:avLst/>
        </a:prstGeom>
        <a:solidFill>
          <a:srgbClr val="9ED3D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Фінансовий координатор: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 </a:t>
          </a:r>
          <a:r>
            <a:rPr lang="uk-UA" sz="1600" kern="1200" dirty="0"/>
            <a:t>відповідає за виплати працівникам</a:t>
          </a:r>
          <a:endParaRPr lang="en-US" sz="1600" kern="1200" dirty="0"/>
        </a:p>
      </dsp:txBody>
      <dsp:txXfrm>
        <a:off x="243526" y="2935432"/>
        <a:ext cx="2066230" cy="1033115"/>
      </dsp:txXfrm>
    </dsp:sp>
    <dsp:sp modelId="{76493428-82D4-4E25-A291-1B09BEC97F12}">
      <dsp:nvSpPr>
        <dsp:cNvPr id="0" name=""/>
        <dsp:cNvSpPr/>
      </dsp:nvSpPr>
      <dsp:spPr>
        <a:xfrm>
          <a:off x="2743665" y="2935432"/>
          <a:ext cx="2066230" cy="1033115"/>
        </a:xfrm>
        <a:prstGeom prst="rect">
          <a:avLst/>
        </a:prstGeom>
        <a:solidFill>
          <a:srgbClr val="9ED3D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Бухгалтерія проекту: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 веде фінансову документацію</a:t>
          </a:r>
          <a:endParaRPr lang="en-US" sz="1600" kern="1200" dirty="0"/>
        </a:p>
      </dsp:txBody>
      <dsp:txXfrm>
        <a:off x="2743665" y="2935432"/>
        <a:ext cx="2066230" cy="1033115"/>
      </dsp:txXfrm>
    </dsp:sp>
    <dsp:sp modelId="{30046B15-A76B-4F7B-B0FA-15135B0E8C58}">
      <dsp:nvSpPr>
        <dsp:cNvPr id="0" name=""/>
        <dsp:cNvSpPr/>
      </dsp:nvSpPr>
      <dsp:spPr>
        <a:xfrm>
          <a:off x="5243804" y="2935432"/>
          <a:ext cx="2297751" cy="1104823"/>
        </a:xfrm>
        <a:prstGeom prst="rect">
          <a:avLst/>
        </a:prstGeom>
        <a:solidFill>
          <a:srgbClr val="9ED3D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Представник від коледжу – директор:</a:t>
          </a:r>
          <a:r>
            <a:rPr lang="uk-UA" sz="1600" kern="1200" dirty="0"/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координує освітню частину</a:t>
          </a:r>
          <a:endParaRPr lang="en-US" sz="1600" kern="1200" dirty="0"/>
        </a:p>
      </dsp:txBody>
      <dsp:txXfrm>
        <a:off x="5243804" y="2935432"/>
        <a:ext cx="2297751" cy="1104823"/>
      </dsp:txXfrm>
    </dsp:sp>
    <dsp:sp modelId="{D24B2660-2989-49F9-9D86-9CD5EA71F33F}">
      <dsp:nvSpPr>
        <dsp:cNvPr id="0" name=""/>
        <dsp:cNvSpPr/>
      </dsp:nvSpPr>
      <dsp:spPr>
        <a:xfrm>
          <a:off x="2829584" y="4292987"/>
          <a:ext cx="2066230" cy="1033115"/>
        </a:xfrm>
        <a:prstGeom prst="rect">
          <a:avLst/>
        </a:prstGeom>
        <a:solidFill>
          <a:srgbClr val="EF95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1" kern="1200" dirty="0"/>
            <a:t>Навчальна команда: </a:t>
          </a:r>
          <a:r>
            <a:rPr lang="uk-UA" sz="1600" kern="1200" dirty="0"/>
            <a:t>викладачі курсів</a:t>
          </a:r>
          <a:endParaRPr lang="en-US" sz="1600" kern="1200" dirty="0"/>
        </a:p>
      </dsp:txBody>
      <dsp:txXfrm>
        <a:off x="2829584" y="4292987"/>
        <a:ext cx="2066230" cy="10331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C59B7-8169-41A1-82F0-241464443CF1}">
      <dsp:nvSpPr>
        <dsp:cNvPr id="0" name=""/>
        <dsp:cNvSpPr/>
      </dsp:nvSpPr>
      <dsp:spPr>
        <a:xfrm>
          <a:off x="476246" y="229074"/>
          <a:ext cx="4477444" cy="5418667"/>
        </a:xfrm>
        <a:prstGeom prst="pie">
          <a:avLst>
            <a:gd name="adj1" fmla="val 5400000"/>
            <a:gd name="adj2" fmla="val 16200000"/>
          </a:avLst>
        </a:prstGeom>
        <a:solidFill>
          <a:srgbClr val="72BFC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CFF64-88C9-4DCD-9772-F7513EB403CB}">
      <dsp:nvSpPr>
        <dsp:cNvPr id="0" name=""/>
        <dsp:cNvSpPr/>
      </dsp:nvSpPr>
      <dsp:spPr>
        <a:xfrm>
          <a:off x="2709333" y="235305"/>
          <a:ext cx="8018991" cy="541866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4500" kern="1200" dirty="0"/>
            <a:t>Трудові ресурси</a:t>
          </a:r>
          <a:endParaRPr lang="en-US" sz="4500" kern="1200" dirty="0"/>
        </a:p>
      </dsp:txBody>
      <dsp:txXfrm>
        <a:off x="2709333" y="235305"/>
        <a:ext cx="4009495" cy="1625603"/>
      </dsp:txXfrm>
    </dsp:sp>
    <dsp:sp modelId="{AF35BECE-CE0B-4DF2-A686-069B65C14A66}">
      <dsp:nvSpPr>
        <dsp:cNvPr id="0" name=""/>
        <dsp:cNvSpPr/>
      </dsp:nvSpPr>
      <dsp:spPr>
        <a:xfrm>
          <a:off x="1180412" y="1875244"/>
          <a:ext cx="3125608" cy="3507337"/>
        </a:xfrm>
        <a:prstGeom prst="pie">
          <a:avLst>
            <a:gd name="adj1" fmla="val 5400000"/>
            <a:gd name="adj2" fmla="val 16200000"/>
          </a:avLst>
        </a:prstGeom>
        <a:solidFill>
          <a:srgbClr val="E75F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22F19-7561-40B3-8C6F-00FF7A1ED3A5}">
      <dsp:nvSpPr>
        <dsp:cNvPr id="0" name=""/>
        <dsp:cNvSpPr/>
      </dsp:nvSpPr>
      <dsp:spPr>
        <a:xfrm>
          <a:off x="2709333" y="1860909"/>
          <a:ext cx="8018991" cy="3522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4500" kern="1200" dirty="0"/>
            <a:t>Матеріальні ресурси</a:t>
          </a:r>
          <a:endParaRPr lang="en-US" sz="4500" kern="1200" dirty="0"/>
        </a:p>
      </dsp:txBody>
      <dsp:txXfrm>
        <a:off x="2709333" y="1860909"/>
        <a:ext cx="4009495" cy="1625598"/>
      </dsp:txXfrm>
    </dsp:sp>
    <dsp:sp modelId="{FC96F757-F320-4F3D-9F47-93961B4EB990}">
      <dsp:nvSpPr>
        <dsp:cNvPr id="0" name=""/>
        <dsp:cNvSpPr/>
      </dsp:nvSpPr>
      <dsp:spPr>
        <a:xfrm>
          <a:off x="2134651" y="3485101"/>
          <a:ext cx="1199447" cy="1625598"/>
        </a:xfrm>
        <a:prstGeom prst="pie">
          <a:avLst>
            <a:gd name="adj1" fmla="val 5400000"/>
            <a:gd name="adj2" fmla="val 16200000"/>
          </a:avLst>
        </a:prstGeom>
        <a:solidFill>
          <a:srgbClr val="BBE0E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E1082-B1F5-46AB-A95A-FFA50039CF4B}">
      <dsp:nvSpPr>
        <dsp:cNvPr id="0" name=""/>
        <dsp:cNvSpPr/>
      </dsp:nvSpPr>
      <dsp:spPr>
        <a:xfrm>
          <a:off x="2709333" y="3486507"/>
          <a:ext cx="8018991" cy="16255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z-Cyrl-AZ" sz="4500" kern="1200" dirty="0"/>
            <a:t>Технічні ресурси</a:t>
          </a:r>
          <a:endParaRPr lang="en-US" sz="4500" kern="1200" dirty="0"/>
        </a:p>
      </dsp:txBody>
      <dsp:txXfrm>
        <a:off x="2709333" y="3486507"/>
        <a:ext cx="4009495" cy="1625598"/>
      </dsp:txXfrm>
    </dsp:sp>
    <dsp:sp modelId="{D368EAE5-DFD7-4592-B954-BB5158079B7A}">
      <dsp:nvSpPr>
        <dsp:cNvPr id="0" name=""/>
        <dsp:cNvSpPr/>
      </dsp:nvSpPr>
      <dsp:spPr>
        <a:xfrm>
          <a:off x="6718829" y="235305"/>
          <a:ext cx="4009495" cy="162560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адміністративна команда;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викладачі;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інженер.</a:t>
          </a:r>
          <a:endParaRPr lang="en-US" sz="1800" kern="1200" dirty="0"/>
        </a:p>
      </dsp:txBody>
      <dsp:txXfrm>
        <a:off x="6718829" y="235305"/>
        <a:ext cx="4009495" cy="1625603"/>
      </dsp:txXfrm>
    </dsp:sp>
    <dsp:sp modelId="{3722AD43-CF68-4077-BA9E-1EB445AB9BEA}">
      <dsp:nvSpPr>
        <dsp:cNvPr id="0" name=""/>
        <dsp:cNvSpPr/>
      </dsp:nvSpPr>
      <dsp:spPr>
        <a:xfrm>
          <a:off x="6718829" y="1860909"/>
          <a:ext cx="4009495" cy="16255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3D-</a:t>
          </a:r>
          <a:r>
            <a:rPr lang="az-Cyrl-AZ" sz="1800" kern="1200" dirty="0"/>
            <a:t>принтер;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лазерний гравер;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ЧПК-верстати;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3D-</a:t>
          </a:r>
          <a:r>
            <a:rPr lang="az-Cyrl-AZ" sz="1800" kern="1200" dirty="0"/>
            <a:t>сканер;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витратні матеріали.</a:t>
          </a:r>
          <a:endParaRPr lang="en-US" sz="1800" kern="1200" dirty="0"/>
        </a:p>
      </dsp:txBody>
      <dsp:txXfrm>
        <a:off x="6718829" y="1860909"/>
        <a:ext cx="4009495" cy="1625598"/>
      </dsp:txXfrm>
    </dsp:sp>
    <dsp:sp modelId="{A2C271F1-93A6-45AB-B51A-357955EB97CC}">
      <dsp:nvSpPr>
        <dsp:cNvPr id="0" name=""/>
        <dsp:cNvSpPr/>
      </dsp:nvSpPr>
      <dsp:spPr>
        <a:xfrm>
          <a:off x="6718829" y="3486507"/>
          <a:ext cx="4009495" cy="16255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CAD/CAM </a:t>
          </a:r>
          <a:r>
            <a:rPr lang="az-Cyrl-AZ" sz="1800" kern="1200" dirty="0"/>
            <a:t>системи;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комп’ютерна техніка;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програмне забезпечення;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z-Cyrl-AZ" sz="1800" kern="1200" dirty="0"/>
            <a:t>цифрове моделювання.</a:t>
          </a:r>
          <a:endParaRPr lang="en-US" sz="1800" kern="1200" dirty="0"/>
        </a:p>
      </dsp:txBody>
      <dsp:txXfrm>
        <a:off x="6718829" y="3486507"/>
        <a:ext cx="4009495" cy="1625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F6C0F-6C1A-4846-A78B-2019EC7A5A0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0A86D-5024-4350-A9C6-9389693B08CB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56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224B-FA27-4BCB-A26A-ADE45C59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BA7C3-DC9D-406C-B076-C0EF547FD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F5F6D-871C-4205-8D1F-4A75D2E3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F35F7-EF06-45F2-B57F-6F048A3C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1CA4-B90D-4E32-901D-48FA8E2D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1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1EE9-276F-4ECC-914F-3840024B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04F50-AF49-4C03-830B-419E956A6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B5F91-1B6D-440D-B9E1-29FB3BD1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A01E-DFDC-45CD-8C59-1ACC09CF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775F8-5AC9-4483-BDAA-960FCE9D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3CE1-F66E-4EFB-A061-3D89731B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A2FD-0BB0-48E3-961D-415CA7A19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3049-6C69-4CEC-82C8-8B99C166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A7B9-7A8C-4781-8527-07CB306F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7E066-AC32-4EBF-8C62-9F9C88D1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6EC4-6F49-4C22-9574-222E2B6D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788F-73D7-4BA8-A517-673D68DE4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83F72-07E8-4522-BCD6-190E86E83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B5A81-3252-41EF-8E89-7F2F734C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4087F-4B5D-4BCC-A8B7-6AD823B2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8DD92-971F-4EBE-82A7-ABE3B785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8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EDE5-DAA6-4AB4-ADAE-D4B0864A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DC08B-144E-41B1-B2E2-DD0D97F62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81F46-A6AB-4DE4-830D-D42782E07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72667-A2FE-4E9B-B0C0-1AB4FD8C0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A267E-14B3-415C-9BD0-93A240086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7AB91A-F6A2-4D2C-803D-2B96DE11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20F70-97D6-4A4B-83E9-F2DE6EA4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A4884-361A-4BDD-A109-580661DC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5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796A-C94D-40D6-A532-B5030D21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9960D-4FE0-44C2-8E79-EA02757B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C9FF4-BA2A-4F83-91EC-84FCCC9B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A5C75-66DE-4C60-955C-C799276F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6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05E97-12E7-4C3D-9AA5-EBFC6570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5EBE5-1AF8-4A20-85BC-AF631493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C7D4C-E75D-4022-B23A-8EED484F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7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53C1-7859-4B7B-83ED-CBE53339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5BBE-A5F4-4139-A1E2-128DFC9C3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9AD82-97A1-4C12-A331-06D9FEEB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93360-E200-4472-A28E-20B74943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B9387-B863-4CDD-922B-D6EC8215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533D-ACE7-4A22-9109-6B53A4D1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7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90AC-FB79-4573-A675-21B5F35C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B17C0-8AEC-4F51-9EB0-3F1F9FA2C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F1576-9819-4AE5-8F60-6A3A3901E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A9B03-8235-4947-B1E9-22457F9B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03FB9-4F6E-42F4-9E0B-6A259DC6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71CE-F3BA-4B47-8232-C128D36D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2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E9B3-7C95-489C-8A32-22132209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C582-CFBA-44E8-9DEF-3BDBC6D30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17DE-6261-4E66-A4A9-D0E7D9D9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C2ACC-BCE2-4B89-8021-528A0E04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0424C-3425-45D1-A35B-4196E56F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9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84659-4BF3-4C22-A102-68D558736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7050F-96F2-4453-A76B-BDA3FE830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E29D8-7726-4466-ABEB-1288F7FE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61D5F-5CAC-4BC5-B5B2-E67EE06C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49DB4-AB6D-490B-97D2-DCC78814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2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73116-EE46-49BA-AF9B-CA43FFA14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CCFC0-B77B-44C8-A097-50FD5B1E6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219E-49F0-4E39-A5A1-E39D165F6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24056-FCF2-42B5-B363-49EAD26F8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4ACBE-0631-4B94-AC44-AFCA522D6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D36C1-B418-4475-AD06-D82B86987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4C915-17D6-486A-86EC-048CBE10C82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2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svg"/><Relationship Id="rId7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microsoft.com/office/2007/relationships/hdphoto" Target="../media/hdphoto4.wdp"/><Relationship Id="rId5" Type="http://schemas.microsoft.com/office/2007/relationships/hdphoto" Target="../media/hdphoto2.wdp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svg"/><Relationship Id="rId3" Type="http://schemas.microsoft.com/office/2007/relationships/hdphoto" Target="../media/hdphoto5.wdp"/><Relationship Id="rId7" Type="http://schemas.microsoft.com/office/2007/relationships/hdphoto" Target="../media/hdphoto4.wdp"/><Relationship Id="rId12" Type="http://schemas.openxmlformats.org/officeDocument/2006/relationships/image" Target="../media/image39.png"/><Relationship Id="rId17" Type="http://schemas.openxmlformats.org/officeDocument/2006/relationships/image" Target="../media/image44.svg"/><Relationship Id="rId2" Type="http://schemas.openxmlformats.org/officeDocument/2006/relationships/image" Target="../media/image33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microsoft.com/office/2007/relationships/hdphoto" Target="../media/hdphoto6.wdp"/><Relationship Id="rId5" Type="http://schemas.openxmlformats.org/officeDocument/2006/relationships/image" Target="../media/image35.svg"/><Relationship Id="rId15" Type="http://schemas.openxmlformats.org/officeDocument/2006/relationships/image" Target="../media/image42.sv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svg"/><Relationship Id="rId1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4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8.svg"/><Relationship Id="rId5" Type="http://schemas.openxmlformats.org/officeDocument/2006/relationships/image" Target="../media/image46.svg"/><Relationship Id="rId10" Type="http://schemas.openxmlformats.org/officeDocument/2006/relationships/image" Target="../media/image47.png"/><Relationship Id="rId4" Type="http://schemas.openxmlformats.org/officeDocument/2006/relationships/image" Target="../media/image45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microsoft.com/office/2007/relationships/hdphoto" Target="../media/hdphoto11.wdp"/><Relationship Id="rId18" Type="http://schemas.openxmlformats.org/officeDocument/2006/relationships/image" Target="../media/image56.png"/><Relationship Id="rId3" Type="http://schemas.microsoft.com/office/2007/relationships/hdphoto" Target="../media/hdphoto1.wdp"/><Relationship Id="rId21" Type="http://schemas.openxmlformats.org/officeDocument/2006/relationships/image" Target="../media/image59.svg"/><Relationship Id="rId7" Type="http://schemas.microsoft.com/office/2007/relationships/hdphoto" Target="../media/hdphoto8.wdp"/><Relationship Id="rId12" Type="http://schemas.openxmlformats.org/officeDocument/2006/relationships/image" Target="../media/image53.png"/><Relationship Id="rId17" Type="http://schemas.microsoft.com/office/2007/relationships/hdphoto" Target="../media/hdphoto13.wdp"/><Relationship Id="rId2" Type="http://schemas.openxmlformats.org/officeDocument/2006/relationships/image" Target="../media/image12.png"/><Relationship Id="rId16" Type="http://schemas.openxmlformats.org/officeDocument/2006/relationships/image" Target="../media/image55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microsoft.com/office/2007/relationships/hdphoto" Target="../media/hdphoto10.wdp"/><Relationship Id="rId5" Type="http://schemas.microsoft.com/office/2007/relationships/hdphoto" Target="../media/hdphoto7.wdp"/><Relationship Id="rId15" Type="http://schemas.microsoft.com/office/2007/relationships/hdphoto" Target="../media/hdphoto12.wdp"/><Relationship Id="rId23" Type="http://schemas.openxmlformats.org/officeDocument/2006/relationships/image" Target="../media/image11.svg"/><Relationship Id="rId10" Type="http://schemas.openxmlformats.org/officeDocument/2006/relationships/image" Target="../media/image52.png"/><Relationship Id="rId19" Type="http://schemas.openxmlformats.org/officeDocument/2006/relationships/image" Target="../media/image57.svg"/><Relationship Id="rId4" Type="http://schemas.openxmlformats.org/officeDocument/2006/relationships/image" Target="../media/image49.png"/><Relationship Id="rId9" Type="http://schemas.microsoft.com/office/2007/relationships/hdphoto" Target="../media/hdphoto9.wdp"/><Relationship Id="rId14" Type="http://schemas.openxmlformats.org/officeDocument/2006/relationships/image" Target="../media/image54.png"/><Relationship Id="rId2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microsoft.com/office/2007/relationships/hdphoto" Target="../media/hdphoto15.wdp"/><Relationship Id="rId3" Type="http://schemas.microsoft.com/office/2007/relationships/hdphoto" Target="../media/hdphoto14.wdp"/><Relationship Id="rId7" Type="http://schemas.openxmlformats.org/officeDocument/2006/relationships/image" Target="../media/image64.svg"/><Relationship Id="rId12" Type="http://schemas.openxmlformats.org/officeDocument/2006/relationships/image" Target="../media/image6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6.svg"/><Relationship Id="rId5" Type="http://schemas.openxmlformats.org/officeDocument/2006/relationships/image" Target="../media/image62.svg"/><Relationship Id="rId10" Type="http://schemas.openxmlformats.org/officeDocument/2006/relationships/image" Target="../media/image65.png"/><Relationship Id="rId4" Type="http://schemas.openxmlformats.org/officeDocument/2006/relationships/image" Target="../media/image61.png"/><Relationship Id="rId9" Type="http://schemas.openxmlformats.org/officeDocument/2006/relationships/image" Target="../media/image4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microsoft.com/office/2007/relationships/hdphoto" Target="../media/hdphoto16.wdp"/><Relationship Id="rId7" Type="http://schemas.microsoft.com/office/2007/relationships/hdphoto" Target="../media/hdphoto18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microsoft.com/office/2007/relationships/hdphoto" Target="../media/hdphoto19.wdp"/><Relationship Id="rId5" Type="http://schemas.microsoft.com/office/2007/relationships/hdphoto" Target="../media/hdphoto17.wdp"/><Relationship Id="rId10" Type="http://schemas.openxmlformats.org/officeDocument/2006/relationships/image" Target="../media/image73.png"/><Relationship Id="rId4" Type="http://schemas.openxmlformats.org/officeDocument/2006/relationships/image" Target="../media/image69.png"/><Relationship Id="rId9" Type="http://schemas.openxmlformats.org/officeDocument/2006/relationships/image" Target="../media/image7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svg"/><Relationship Id="rId3" Type="http://schemas.microsoft.com/office/2007/relationships/hdphoto" Target="../media/hdphoto14.wdp"/><Relationship Id="rId7" Type="http://schemas.openxmlformats.org/officeDocument/2006/relationships/image" Target="../media/image40.svg"/><Relationship Id="rId12" Type="http://schemas.openxmlformats.org/officeDocument/2006/relationships/image" Target="../media/image7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77.svg"/><Relationship Id="rId5" Type="http://schemas.openxmlformats.org/officeDocument/2006/relationships/image" Target="../media/image62.svg"/><Relationship Id="rId10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7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46.svg"/><Relationship Id="rId7" Type="http://schemas.openxmlformats.org/officeDocument/2006/relationships/image" Target="../media/image81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microsoft.com/office/2007/relationships/hdphoto" Target="../media/hdphoto14.wdp"/><Relationship Id="rId5" Type="http://schemas.openxmlformats.org/officeDocument/2006/relationships/image" Target="../media/image40.svg"/><Relationship Id="rId10" Type="http://schemas.openxmlformats.org/officeDocument/2006/relationships/image" Target="../media/image82.png"/><Relationship Id="rId4" Type="http://schemas.openxmlformats.org/officeDocument/2006/relationships/image" Target="../media/image39.png"/><Relationship Id="rId9" Type="http://schemas.openxmlformats.org/officeDocument/2006/relationships/image" Target="../media/image6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9.svg"/><Relationship Id="rId18" Type="http://schemas.openxmlformats.org/officeDocument/2006/relationships/image" Target="../media/image93.png"/><Relationship Id="rId3" Type="http://schemas.microsoft.com/office/2007/relationships/hdphoto" Target="../media/hdphoto11.wdp"/><Relationship Id="rId21" Type="http://schemas.microsoft.com/office/2007/relationships/hdphoto" Target="../media/hdphoto23.wdp"/><Relationship Id="rId7" Type="http://schemas.openxmlformats.org/officeDocument/2006/relationships/image" Target="../media/image85.svg"/><Relationship Id="rId12" Type="http://schemas.openxmlformats.org/officeDocument/2006/relationships/image" Target="../media/image88.png"/><Relationship Id="rId17" Type="http://schemas.microsoft.com/office/2007/relationships/hdphoto" Target="../media/hdphoto21.wdp"/><Relationship Id="rId2" Type="http://schemas.openxmlformats.org/officeDocument/2006/relationships/image" Target="../media/image53.png"/><Relationship Id="rId16" Type="http://schemas.openxmlformats.org/officeDocument/2006/relationships/image" Target="../media/image92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40.svg"/><Relationship Id="rId5" Type="http://schemas.microsoft.com/office/2007/relationships/hdphoto" Target="../media/hdphoto20.wdp"/><Relationship Id="rId15" Type="http://schemas.openxmlformats.org/officeDocument/2006/relationships/image" Target="../media/image91.svg"/><Relationship Id="rId10" Type="http://schemas.openxmlformats.org/officeDocument/2006/relationships/image" Target="../media/image39.png"/><Relationship Id="rId19" Type="http://schemas.microsoft.com/office/2007/relationships/hdphoto" Target="../media/hdphoto22.wdp"/><Relationship Id="rId4" Type="http://schemas.openxmlformats.org/officeDocument/2006/relationships/image" Target="../media/image83.png"/><Relationship Id="rId9" Type="http://schemas.openxmlformats.org/officeDocument/2006/relationships/image" Target="../media/image87.svg"/><Relationship Id="rId1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hyperlink" Target="https://urli.info/1sEhs" TargetMode="Externa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acebook.com/Waytohealthfoundation/" TargetMode="External"/><Relationship Id="rId5" Type="http://schemas.openxmlformats.org/officeDocument/2006/relationships/hyperlink" Target="http://dpc.edu.ua/" TargetMode="External"/><Relationship Id="rId4" Type="http://schemas.openxmlformats.org/officeDocument/2006/relationships/hyperlink" Target="https://repository.pdmu.edu.ua/handle/123456789/27451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141D334-8434-4AF3-8014-473FA6D366EC}"/>
              </a:ext>
            </a:extLst>
          </p:cNvPr>
          <p:cNvSpPr/>
          <p:nvPr/>
        </p:nvSpPr>
        <p:spPr>
          <a:xfrm rot="16200000" flipH="1">
            <a:off x="5338916" y="-1"/>
            <a:ext cx="6853083" cy="685308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109F2C-FA85-4317-916E-0B4E5F44B020}"/>
              </a:ext>
            </a:extLst>
          </p:cNvPr>
          <p:cNvCxnSpPr>
            <a:cxnSpLocks/>
          </p:cNvCxnSpPr>
          <p:nvPr/>
        </p:nvCxnSpPr>
        <p:spPr>
          <a:xfrm>
            <a:off x="0" y="2844800"/>
            <a:ext cx="12191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FAA3927-C37E-494D-8BDF-527955E5174E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DEFB15-FA52-4367-BCB9-66BC78D94E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0" t="10000" r="17737" b="10444"/>
          <a:stretch/>
        </p:blipFill>
        <p:spPr>
          <a:xfrm>
            <a:off x="6705600" y="571500"/>
            <a:ext cx="4546600" cy="4546600"/>
          </a:xfrm>
          <a:custGeom>
            <a:avLst/>
            <a:gdLst>
              <a:gd name="connsiteX0" fmla="*/ 2273300 w 4546600"/>
              <a:gd name="connsiteY0" fmla="*/ 0 h 4546600"/>
              <a:gd name="connsiteX1" fmla="*/ 4546600 w 4546600"/>
              <a:gd name="connsiteY1" fmla="*/ 2273300 h 4546600"/>
              <a:gd name="connsiteX2" fmla="*/ 2273300 w 4546600"/>
              <a:gd name="connsiteY2" fmla="*/ 4546600 h 4546600"/>
              <a:gd name="connsiteX3" fmla="*/ 0 w 4546600"/>
              <a:gd name="connsiteY3" fmla="*/ 2273300 h 454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6600" h="4546600">
                <a:moveTo>
                  <a:pt x="2273300" y="0"/>
                </a:moveTo>
                <a:lnTo>
                  <a:pt x="4546600" y="2273300"/>
                </a:lnTo>
                <a:lnTo>
                  <a:pt x="2273300" y="4546600"/>
                </a:lnTo>
                <a:lnTo>
                  <a:pt x="0" y="2273300"/>
                </a:lnTo>
                <a:close/>
              </a:path>
            </a:pathLst>
          </a:cu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B34CAC-2B52-47E8-9B57-E3B791389FE1}"/>
              </a:ext>
            </a:extLst>
          </p:cNvPr>
          <p:cNvSpPr/>
          <p:nvPr/>
        </p:nvSpPr>
        <p:spPr>
          <a:xfrm>
            <a:off x="10058400" y="257175"/>
            <a:ext cx="2133600" cy="6286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1F35E-9892-4FEF-BD72-1351948704E9}"/>
              </a:ext>
            </a:extLst>
          </p:cNvPr>
          <p:cNvSpPr txBox="1"/>
          <p:nvPr/>
        </p:nvSpPr>
        <p:spPr>
          <a:xfrm>
            <a:off x="685800" y="3132282"/>
            <a:ext cx="693420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3600" b="1" dirty="0" err="1">
                <a:latin typeface="+mj-lt"/>
              </a:rPr>
              <a:t>Грантовий</a:t>
            </a:r>
            <a:r>
              <a:rPr lang="ru-RU" sz="3600" b="1" dirty="0">
                <a:latin typeface="+mj-lt"/>
              </a:rPr>
              <a:t> </a:t>
            </a:r>
            <a:r>
              <a:rPr lang="ru-RU" sz="3600" b="1" dirty="0" err="1">
                <a:latin typeface="+mj-lt"/>
              </a:rPr>
              <a:t>проєкт</a:t>
            </a:r>
            <a:r>
              <a:rPr lang="ru-RU" sz="3600" b="1" dirty="0">
                <a:latin typeface="+mj-lt"/>
              </a:rPr>
              <a:t> </a:t>
            </a:r>
            <a:r>
              <a:rPr lang="ru-RU" sz="3600" dirty="0">
                <a:latin typeface="+mj-lt"/>
              </a:rPr>
              <a:t>«</a:t>
            </a:r>
            <a:r>
              <a:rPr lang="ru-RU" sz="3600" dirty="0" err="1">
                <a:latin typeface="+mj-lt"/>
              </a:rPr>
              <a:t>Короткострокова</a:t>
            </a:r>
            <a:r>
              <a:rPr lang="ru-RU" sz="3600" dirty="0">
                <a:latin typeface="+mj-lt"/>
              </a:rPr>
              <a:t> </a:t>
            </a:r>
            <a:r>
              <a:rPr lang="ru-RU" sz="3600" dirty="0" err="1">
                <a:latin typeface="+mj-lt"/>
              </a:rPr>
              <a:t>освіта</a:t>
            </a:r>
            <a:r>
              <a:rPr lang="ru-RU" sz="3600" dirty="0">
                <a:latin typeface="+mj-lt"/>
              </a:rPr>
              <a:t> для </a:t>
            </a:r>
            <a:r>
              <a:rPr lang="ru-RU" sz="3600" dirty="0" err="1">
                <a:latin typeface="+mj-lt"/>
              </a:rPr>
              <a:t>машинобудування</a:t>
            </a:r>
            <a:r>
              <a:rPr lang="ru-RU" sz="3600" dirty="0">
                <a:latin typeface="+mj-lt"/>
              </a:rPr>
              <a:t>»</a:t>
            </a:r>
            <a:endParaRPr lang="en-US" sz="3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CFD82-E86B-4261-9469-377E92B8D299}"/>
              </a:ext>
            </a:extLst>
          </p:cNvPr>
          <p:cNvSpPr txBox="1"/>
          <p:nvPr/>
        </p:nvSpPr>
        <p:spPr>
          <a:xfrm>
            <a:off x="742950" y="4939982"/>
            <a:ext cx="60833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600" dirty="0"/>
              <a:t>Роботу </a:t>
            </a:r>
            <a:r>
              <a:rPr lang="ru-RU" sz="1600" dirty="0" err="1"/>
              <a:t>виконала</a:t>
            </a:r>
            <a:r>
              <a:rPr lang="ru-RU" sz="1600" dirty="0"/>
              <a:t>: студентка групи САм-25-1 </a:t>
            </a:r>
          </a:p>
          <a:p>
            <a:r>
              <a:rPr lang="ru-RU" sz="1600"/>
              <a:t>Компанієць Анастасія Андріївна</a:t>
            </a:r>
          </a:p>
        </p:txBody>
      </p:sp>
    </p:spTree>
    <p:extLst>
      <p:ext uri="{BB962C8B-B14F-4D97-AF65-F5344CB8AC3E}">
        <p14:creationId xmlns:p14="http://schemas.microsoft.com/office/powerpoint/2010/main" val="417733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6DEBF-23E6-5E52-CE6B-3086D833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56666E98-A136-6EB8-5A85-AB9BEF9BDE47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ОПИС ПРОЄКТУ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FBCC24D7-38C4-3A28-6139-E540F7C258B0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DF6744-424A-FF78-3714-AFAE9931184B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303003-AA42-E2A8-9DDF-AAB39151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05124-3478-2496-CECE-57137406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6C1A99-13D2-426A-9F84-92B5D7B0D064}"/>
              </a:ext>
            </a:extLst>
          </p:cNvPr>
          <p:cNvSpPr txBox="1"/>
          <p:nvPr/>
        </p:nvSpPr>
        <p:spPr>
          <a:xfrm>
            <a:off x="1056013" y="1949431"/>
            <a:ext cx="9906000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Проєкт «Короткострокова освіта для машинобудування» спрямований на </a:t>
            </a:r>
            <a:r>
              <a:rPr lang="az-Cyrl-AZ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створення сучасного навчально-практичного центру</a:t>
            </a:r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для професійної перепідготовки та підвищення кваліфікації населення у сфері технічного конструювання та цифрового виробництва.</a:t>
            </a:r>
          </a:p>
          <a:p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Проєкт реалізується </a:t>
            </a:r>
            <a:r>
              <a:rPr lang="az-Cyrl-AZ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Дніпровським політехнічним фаховим коледжем </a:t>
            </a:r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 партнерстві з </a:t>
            </a:r>
            <a:r>
              <a:rPr lang="az-Cyrl-AZ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Благодійним фондом «Шлях до здоров’я» </a:t>
            </a:r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 підтримки </a:t>
            </a:r>
            <a:r>
              <a:rPr lang="az-Cyrl-AZ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Посольства США в Україні</a:t>
            </a:r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az-Cyrl-AZ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Основною метою </a:t>
            </a:r>
            <a:r>
              <a:rPr lang="az-Cyrl-AZ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є забезпечення доступу до сучасної технічної освіти для молоді, ветеранів, внутрішньо переміщених осіб та безробітних шляхом впровадження короткострокових практикоорієнтованих курсів.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45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uk-UA" sz="3600" dirty="0">
                <a:latin typeface="+mj-lt"/>
              </a:rPr>
              <a:t>ТИП І ОСОБЛИВОСТІ ПРОЕКТУ</a:t>
            </a:r>
            <a:endParaRPr lang="en-US" sz="3600" dirty="0"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828E9C-87EC-4D19-8886-911ADDA26779}"/>
              </a:ext>
            </a:extLst>
          </p:cNvPr>
          <p:cNvGrpSpPr/>
          <p:nvPr/>
        </p:nvGrpSpPr>
        <p:grpSpPr>
          <a:xfrm>
            <a:off x="1854971" y="1097229"/>
            <a:ext cx="8482058" cy="4766996"/>
            <a:chOff x="2016807" y="1579903"/>
            <a:chExt cx="7258229" cy="40791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A7B3E2-75FD-4D2B-986C-218588026D8C}"/>
                </a:ext>
              </a:extLst>
            </p:cNvPr>
            <p:cNvSpPr/>
            <p:nvPr/>
          </p:nvSpPr>
          <p:spPr>
            <a:xfrm>
              <a:off x="2016807" y="1579903"/>
              <a:ext cx="4079193" cy="4079193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5136183-B734-41E1-977A-B373EB471047}"/>
                </a:ext>
              </a:extLst>
            </p:cNvPr>
            <p:cNvSpPr/>
            <p:nvPr/>
          </p:nvSpPr>
          <p:spPr>
            <a:xfrm>
              <a:off x="5195843" y="1579903"/>
              <a:ext cx="4079193" cy="407919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40721082-1354-4301-BFD7-327294D11536}"/>
              </a:ext>
            </a:extLst>
          </p:cNvPr>
          <p:cNvSpPr/>
          <p:nvPr/>
        </p:nvSpPr>
        <p:spPr>
          <a:xfrm>
            <a:off x="2237173" y="2671102"/>
            <a:ext cx="1600200" cy="1600200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867C578-DA47-46AB-AF7F-536B44FE53CD}"/>
              </a:ext>
            </a:extLst>
          </p:cNvPr>
          <p:cNvSpPr/>
          <p:nvPr/>
        </p:nvSpPr>
        <p:spPr>
          <a:xfrm>
            <a:off x="4219575" y="2671102"/>
            <a:ext cx="1600200" cy="1600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A7A50CE-1E79-49CB-8147-F3FA17A93016}"/>
              </a:ext>
            </a:extLst>
          </p:cNvPr>
          <p:cNvSpPr/>
          <p:nvPr/>
        </p:nvSpPr>
        <p:spPr>
          <a:xfrm>
            <a:off x="6201977" y="2671102"/>
            <a:ext cx="1600200" cy="1600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5798C75-AD49-4FB7-A232-42E7A278DE7D}"/>
              </a:ext>
            </a:extLst>
          </p:cNvPr>
          <p:cNvSpPr/>
          <p:nvPr/>
        </p:nvSpPr>
        <p:spPr>
          <a:xfrm>
            <a:off x="8184379" y="2671102"/>
            <a:ext cx="1600200" cy="16002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A0C097-019B-4F97-B12C-B465177E05AB}"/>
              </a:ext>
            </a:extLst>
          </p:cNvPr>
          <p:cNvSpPr txBox="1"/>
          <p:nvPr/>
        </p:nvSpPr>
        <p:spPr>
          <a:xfrm>
            <a:off x="2346710" y="2040639"/>
            <a:ext cx="1381125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СОЦІАЛЬНО-ОСВІТНІЙ</a:t>
            </a:r>
            <a:endParaRPr lang="en-US" sz="16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AC1F5B4-56F7-440D-8BF0-75E0E98BE76F}"/>
              </a:ext>
            </a:extLst>
          </p:cNvPr>
          <p:cNvSpPr txBox="1"/>
          <p:nvPr/>
        </p:nvSpPr>
        <p:spPr>
          <a:xfrm>
            <a:off x="4329112" y="2286861"/>
            <a:ext cx="138112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ІННОВАЦІЙНИЙ</a:t>
            </a:r>
            <a:endParaRPr lang="en-US" sz="16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269A8B8-1406-4AFF-A69B-7CD7CFDDDBAA}"/>
              </a:ext>
            </a:extLst>
          </p:cNvPr>
          <p:cNvSpPr txBox="1"/>
          <p:nvPr/>
        </p:nvSpPr>
        <p:spPr>
          <a:xfrm>
            <a:off x="6311514" y="2286861"/>
            <a:ext cx="138112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ГРАНТОВИЙ</a:t>
            </a:r>
            <a:endParaRPr lang="en-US" sz="160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52C6B89-8A73-4718-9EB8-8D6300590083}"/>
              </a:ext>
            </a:extLst>
          </p:cNvPr>
          <p:cNvSpPr txBox="1"/>
          <p:nvPr/>
        </p:nvSpPr>
        <p:spPr>
          <a:xfrm>
            <a:off x="8340010" y="2064206"/>
            <a:ext cx="1255208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КОРОТКОСТРОКОВИЙ</a:t>
            </a:r>
            <a:endParaRPr lang="en-US" sz="16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73F2639-383D-41E4-9ADE-C536777B1C04}"/>
              </a:ext>
            </a:extLst>
          </p:cNvPr>
          <p:cNvSpPr txBox="1"/>
          <p:nvPr/>
        </p:nvSpPr>
        <p:spPr>
          <a:xfrm>
            <a:off x="2346710" y="4454449"/>
            <a:ext cx="1381125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 err="1"/>
              <a:t>Спрямований</a:t>
            </a:r>
            <a:r>
              <a:rPr lang="ru-RU" sz="1600" dirty="0"/>
              <a:t> на </a:t>
            </a:r>
            <a:r>
              <a:rPr lang="ru-RU" sz="1600" dirty="0" err="1"/>
              <a:t>професійну</a:t>
            </a:r>
            <a:r>
              <a:rPr lang="ru-RU" sz="1600" dirty="0"/>
              <a:t> </a:t>
            </a:r>
            <a:r>
              <a:rPr lang="ru-RU" sz="1600" dirty="0" err="1"/>
              <a:t>адаптацію</a:t>
            </a:r>
            <a:r>
              <a:rPr lang="ru-RU" sz="1600" dirty="0"/>
              <a:t> та </a:t>
            </a:r>
            <a:r>
              <a:rPr lang="ru-RU" sz="1600" dirty="0" err="1"/>
              <a:t>перекваліфікацію</a:t>
            </a:r>
            <a:r>
              <a:rPr lang="ru-RU" sz="1600" dirty="0"/>
              <a:t> </a:t>
            </a:r>
            <a:r>
              <a:rPr lang="ru-RU" sz="1600" dirty="0" err="1"/>
              <a:t>населення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3F7B89C-1BFC-4E34-A422-201BF45EB7AC}"/>
              </a:ext>
            </a:extLst>
          </p:cNvPr>
          <p:cNvSpPr txBox="1"/>
          <p:nvPr/>
        </p:nvSpPr>
        <p:spPr>
          <a:xfrm>
            <a:off x="4329112" y="4454449"/>
            <a:ext cx="1381125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600" dirty="0"/>
              <a:t>Передбачає використання сучасних технологій</a:t>
            </a:r>
            <a:endParaRPr lang="en-US" sz="16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15A01A1-0595-4C95-BD44-549D5023AF90}"/>
              </a:ext>
            </a:extLst>
          </p:cNvPr>
          <p:cNvSpPr txBox="1"/>
          <p:nvPr/>
        </p:nvSpPr>
        <p:spPr>
          <a:xfrm>
            <a:off x="6311514" y="4454449"/>
            <a:ext cx="1381125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 err="1"/>
              <a:t>Фінансування</a:t>
            </a:r>
            <a:r>
              <a:rPr lang="ru-RU" sz="1600" dirty="0"/>
              <a:t> </a:t>
            </a:r>
            <a:r>
              <a:rPr lang="ru-RU" sz="1600" dirty="0" err="1"/>
              <a:t>здійснюється</a:t>
            </a:r>
            <a:r>
              <a:rPr lang="ru-RU" sz="1600" dirty="0"/>
              <a:t> за </a:t>
            </a:r>
            <a:r>
              <a:rPr lang="ru-RU" sz="1600" dirty="0" err="1"/>
              <a:t>підтримки</a:t>
            </a:r>
            <a:r>
              <a:rPr lang="ru-RU" sz="1600" dirty="0"/>
              <a:t> </a:t>
            </a:r>
            <a:r>
              <a:rPr lang="ru-RU" sz="1600" dirty="0" err="1"/>
              <a:t>міжнародних</a:t>
            </a:r>
            <a:r>
              <a:rPr lang="ru-RU" sz="1600" dirty="0"/>
              <a:t> </a:t>
            </a:r>
            <a:r>
              <a:rPr lang="ru-RU" sz="1600" dirty="0" err="1"/>
              <a:t>партнерів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BCBB742-B519-4084-B93D-B118A3F15417}"/>
              </a:ext>
            </a:extLst>
          </p:cNvPr>
          <p:cNvSpPr txBox="1"/>
          <p:nvPr/>
        </p:nvSpPr>
        <p:spPr>
          <a:xfrm>
            <a:off x="8293916" y="4454449"/>
            <a:ext cx="1381125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600" dirty="0"/>
              <a:t>Тривалість реалізації — 12 місяців.</a:t>
            </a:r>
            <a:endParaRPr lang="en-US" sz="1600" dirty="0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248C753-9BBD-468A-9ECD-6781974E185B}"/>
              </a:ext>
            </a:extLst>
          </p:cNvPr>
          <p:cNvGrpSpPr/>
          <p:nvPr/>
        </p:nvGrpSpPr>
        <p:grpSpPr>
          <a:xfrm>
            <a:off x="6833922" y="3229646"/>
            <a:ext cx="336312" cy="483114"/>
            <a:chOff x="1500188" y="1344613"/>
            <a:chExt cx="200025" cy="287337"/>
          </a:xfrm>
          <a:solidFill>
            <a:schemeClr val="bg1"/>
          </a:solidFill>
        </p:grpSpPr>
        <p:sp>
          <p:nvSpPr>
            <p:cNvPr id="151" name="Freeform 351">
              <a:extLst>
                <a:ext uri="{FF2B5EF4-FFF2-40B4-BE49-F238E27FC236}">
                  <a16:creationId xmlns:a16="http://schemas.microsoft.com/office/drawing/2014/main" id="{0CEC87ED-08BE-4CB0-9E0F-C397133BF5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0188" y="1450975"/>
              <a:ext cx="200025" cy="180975"/>
            </a:xfrm>
            <a:custGeom>
              <a:avLst/>
              <a:gdLst>
                <a:gd name="T0" fmla="*/ 346 w 632"/>
                <a:gd name="T1" fmla="*/ 292 h 572"/>
                <a:gd name="T2" fmla="*/ 375 w 632"/>
                <a:gd name="T3" fmla="*/ 313 h 572"/>
                <a:gd name="T4" fmla="*/ 390 w 632"/>
                <a:gd name="T5" fmla="*/ 346 h 572"/>
                <a:gd name="T6" fmla="*/ 389 w 632"/>
                <a:gd name="T7" fmla="*/ 381 h 572"/>
                <a:gd name="T8" fmla="*/ 375 w 632"/>
                <a:gd name="T9" fmla="*/ 410 h 572"/>
                <a:gd name="T10" fmla="*/ 337 w 632"/>
                <a:gd name="T11" fmla="*/ 433 h 572"/>
                <a:gd name="T12" fmla="*/ 329 w 632"/>
                <a:gd name="T13" fmla="*/ 460 h 572"/>
                <a:gd name="T14" fmla="*/ 317 w 632"/>
                <a:gd name="T15" fmla="*/ 466 h 572"/>
                <a:gd name="T16" fmla="*/ 304 w 632"/>
                <a:gd name="T17" fmla="*/ 460 h 572"/>
                <a:gd name="T18" fmla="*/ 295 w 632"/>
                <a:gd name="T19" fmla="*/ 433 h 572"/>
                <a:gd name="T20" fmla="*/ 258 w 632"/>
                <a:gd name="T21" fmla="*/ 410 h 572"/>
                <a:gd name="T22" fmla="*/ 244 w 632"/>
                <a:gd name="T23" fmla="*/ 381 h 572"/>
                <a:gd name="T24" fmla="*/ 242 w 632"/>
                <a:gd name="T25" fmla="*/ 355 h 572"/>
                <a:gd name="T26" fmla="*/ 254 w 632"/>
                <a:gd name="T27" fmla="*/ 346 h 572"/>
                <a:gd name="T28" fmla="*/ 266 w 632"/>
                <a:gd name="T29" fmla="*/ 351 h 572"/>
                <a:gd name="T30" fmla="*/ 272 w 632"/>
                <a:gd name="T31" fmla="*/ 370 h 572"/>
                <a:gd name="T32" fmla="*/ 299 w 632"/>
                <a:gd name="T33" fmla="*/ 403 h 572"/>
                <a:gd name="T34" fmla="*/ 341 w 632"/>
                <a:gd name="T35" fmla="*/ 399 h 572"/>
                <a:gd name="T36" fmla="*/ 362 w 632"/>
                <a:gd name="T37" fmla="*/ 361 h 572"/>
                <a:gd name="T38" fmla="*/ 341 w 632"/>
                <a:gd name="T39" fmla="*/ 324 h 572"/>
                <a:gd name="T40" fmla="*/ 301 w 632"/>
                <a:gd name="T41" fmla="*/ 314 h 572"/>
                <a:gd name="T42" fmla="*/ 269 w 632"/>
                <a:gd name="T43" fmla="*/ 299 h 572"/>
                <a:gd name="T44" fmla="*/ 247 w 632"/>
                <a:gd name="T45" fmla="*/ 270 h 572"/>
                <a:gd name="T46" fmla="*/ 242 w 632"/>
                <a:gd name="T47" fmla="*/ 234 h 572"/>
                <a:gd name="T48" fmla="*/ 251 w 632"/>
                <a:gd name="T49" fmla="*/ 204 h 572"/>
                <a:gd name="T50" fmla="*/ 282 w 632"/>
                <a:gd name="T51" fmla="*/ 174 h 572"/>
                <a:gd name="T52" fmla="*/ 302 w 632"/>
                <a:gd name="T53" fmla="*/ 148 h 572"/>
                <a:gd name="T54" fmla="*/ 310 w 632"/>
                <a:gd name="T55" fmla="*/ 137 h 572"/>
                <a:gd name="T56" fmla="*/ 324 w 632"/>
                <a:gd name="T57" fmla="*/ 138 h 572"/>
                <a:gd name="T58" fmla="*/ 332 w 632"/>
                <a:gd name="T59" fmla="*/ 150 h 572"/>
                <a:gd name="T60" fmla="*/ 355 w 632"/>
                <a:gd name="T61" fmla="*/ 177 h 572"/>
                <a:gd name="T62" fmla="*/ 384 w 632"/>
                <a:gd name="T63" fmla="*/ 209 h 572"/>
                <a:gd name="T64" fmla="*/ 392 w 632"/>
                <a:gd name="T65" fmla="*/ 241 h 572"/>
                <a:gd name="T66" fmla="*/ 384 w 632"/>
                <a:gd name="T67" fmla="*/ 253 h 572"/>
                <a:gd name="T68" fmla="*/ 370 w 632"/>
                <a:gd name="T69" fmla="*/ 255 h 572"/>
                <a:gd name="T70" fmla="*/ 362 w 632"/>
                <a:gd name="T71" fmla="*/ 244 h 572"/>
                <a:gd name="T72" fmla="*/ 348 w 632"/>
                <a:gd name="T73" fmla="*/ 209 h 572"/>
                <a:gd name="T74" fmla="*/ 307 w 632"/>
                <a:gd name="T75" fmla="*/ 196 h 572"/>
                <a:gd name="T76" fmla="*/ 275 w 632"/>
                <a:gd name="T77" fmla="*/ 223 h 572"/>
                <a:gd name="T78" fmla="*/ 279 w 632"/>
                <a:gd name="T79" fmla="*/ 266 h 572"/>
                <a:gd name="T80" fmla="*/ 317 w 632"/>
                <a:gd name="T81" fmla="*/ 286 h 572"/>
                <a:gd name="T82" fmla="*/ 211 w 632"/>
                <a:gd name="T83" fmla="*/ 0 h 572"/>
                <a:gd name="T84" fmla="*/ 154 w 632"/>
                <a:gd name="T85" fmla="*/ 45 h 572"/>
                <a:gd name="T86" fmla="*/ 71 w 632"/>
                <a:gd name="T87" fmla="*/ 148 h 572"/>
                <a:gd name="T88" fmla="*/ 12 w 632"/>
                <a:gd name="T89" fmla="*/ 265 h 572"/>
                <a:gd name="T90" fmla="*/ 0 w 632"/>
                <a:gd name="T91" fmla="*/ 331 h 572"/>
                <a:gd name="T92" fmla="*/ 14 w 632"/>
                <a:gd name="T93" fmla="*/ 417 h 572"/>
                <a:gd name="T94" fmla="*/ 40 w 632"/>
                <a:gd name="T95" fmla="*/ 466 h 572"/>
                <a:gd name="T96" fmla="*/ 84 w 632"/>
                <a:gd name="T97" fmla="*/ 512 h 572"/>
                <a:gd name="T98" fmla="*/ 151 w 632"/>
                <a:gd name="T99" fmla="*/ 547 h 572"/>
                <a:gd name="T100" fmla="*/ 245 w 632"/>
                <a:gd name="T101" fmla="*/ 568 h 572"/>
                <a:gd name="T102" fmla="*/ 365 w 632"/>
                <a:gd name="T103" fmla="*/ 570 h 572"/>
                <a:gd name="T104" fmla="*/ 465 w 632"/>
                <a:gd name="T105" fmla="*/ 552 h 572"/>
                <a:gd name="T106" fmla="*/ 537 w 632"/>
                <a:gd name="T107" fmla="*/ 519 h 572"/>
                <a:gd name="T108" fmla="*/ 585 w 632"/>
                <a:gd name="T109" fmla="*/ 476 h 572"/>
                <a:gd name="T110" fmla="*/ 615 w 632"/>
                <a:gd name="T111" fmla="*/ 427 h 572"/>
                <a:gd name="T112" fmla="*/ 632 w 632"/>
                <a:gd name="T113" fmla="*/ 348 h 572"/>
                <a:gd name="T114" fmla="*/ 627 w 632"/>
                <a:gd name="T115" fmla="*/ 288 h 572"/>
                <a:gd name="T116" fmla="*/ 576 w 632"/>
                <a:gd name="T117" fmla="*/ 170 h 572"/>
                <a:gd name="T118" fmla="*/ 496 w 632"/>
                <a:gd name="T119" fmla="*/ 63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572">
                  <a:moveTo>
                    <a:pt x="317" y="286"/>
                  </a:moveTo>
                  <a:lnTo>
                    <a:pt x="324" y="286"/>
                  </a:lnTo>
                  <a:lnTo>
                    <a:pt x="332" y="287"/>
                  </a:lnTo>
                  <a:lnTo>
                    <a:pt x="338" y="289"/>
                  </a:lnTo>
                  <a:lnTo>
                    <a:pt x="346" y="292"/>
                  </a:lnTo>
                  <a:lnTo>
                    <a:pt x="352" y="295"/>
                  </a:lnTo>
                  <a:lnTo>
                    <a:pt x="359" y="299"/>
                  </a:lnTo>
                  <a:lnTo>
                    <a:pt x="364" y="303"/>
                  </a:lnTo>
                  <a:lnTo>
                    <a:pt x="369" y="308"/>
                  </a:lnTo>
                  <a:lnTo>
                    <a:pt x="375" y="313"/>
                  </a:lnTo>
                  <a:lnTo>
                    <a:pt x="379" y="319"/>
                  </a:lnTo>
                  <a:lnTo>
                    <a:pt x="382" y="326"/>
                  </a:lnTo>
                  <a:lnTo>
                    <a:pt x="385" y="332"/>
                  </a:lnTo>
                  <a:lnTo>
                    <a:pt x="389" y="339"/>
                  </a:lnTo>
                  <a:lnTo>
                    <a:pt x="390" y="346"/>
                  </a:lnTo>
                  <a:lnTo>
                    <a:pt x="391" y="354"/>
                  </a:lnTo>
                  <a:lnTo>
                    <a:pt x="392" y="361"/>
                  </a:lnTo>
                  <a:lnTo>
                    <a:pt x="391" y="368"/>
                  </a:lnTo>
                  <a:lnTo>
                    <a:pt x="391" y="374"/>
                  </a:lnTo>
                  <a:lnTo>
                    <a:pt x="389" y="381"/>
                  </a:lnTo>
                  <a:lnTo>
                    <a:pt x="387" y="387"/>
                  </a:lnTo>
                  <a:lnTo>
                    <a:pt x="384" y="394"/>
                  </a:lnTo>
                  <a:lnTo>
                    <a:pt x="381" y="399"/>
                  </a:lnTo>
                  <a:lnTo>
                    <a:pt x="378" y="404"/>
                  </a:lnTo>
                  <a:lnTo>
                    <a:pt x="375" y="410"/>
                  </a:lnTo>
                  <a:lnTo>
                    <a:pt x="365" y="418"/>
                  </a:lnTo>
                  <a:lnTo>
                    <a:pt x="355" y="426"/>
                  </a:lnTo>
                  <a:lnTo>
                    <a:pt x="350" y="429"/>
                  </a:lnTo>
                  <a:lnTo>
                    <a:pt x="344" y="431"/>
                  </a:lnTo>
                  <a:lnTo>
                    <a:pt x="337" y="433"/>
                  </a:lnTo>
                  <a:lnTo>
                    <a:pt x="332" y="435"/>
                  </a:lnTo>
                  <a:lnTo>
                    <a:pt x="332" y="451"/>
                  </a:lnTo>
                  <a:lnTo>
                    <a:pt x="331" y="455"/>
                  </a:lnTo>
                  <a:lnTo>
                    <a:pt x="330" y="458"/>
                  </a:lnTo>
                  <a:lnTo>
                    <a:pt x="329" y="460"/>
                  </a:lnTo>
                  <a:lnTo>
                    <a:pt x="326" y="462"/>
                  </a:lnTo>
                  <a:lnTo>
                    <a:pt x="324" y="464"/>
                  </a:lnTo>
                  <a:lnTo>
                    <a:pt x="322" y="465"/>
                  </a:lnTo>
                  <a:lnTo>
                    <a:pt x="319" y="466"/>
                  </a:lnTo>
                  <a:lnTo>
                    <a:pt x="317" y="466"/>
                  </a:lnTo>
                  <a:lnTo>
                    <a:pt x="314" y="466"/>
                  </a:lnTo>
                  <a:lnTo>
                    <a:pt x="310" y="465"/>
                  </a:lnTo>
                  <a:lnTo>
                    <a:pt x="308" y="464"/>
                  </a:lnTo>
                  <a:lnTo>
                    <a:pt x="306" y="462"/>
                  </a:lnTo>
                  <a:lnTo>
                    <a:pt x="304" y="460"/>
                  </a:lnTo>
                  <a:lnTo>
                    <a:pt x="303" y="458"/>
                  </a:lnTo>
                  <a:lnTo>
                    <a:pt x="302" y="455"/>
                  </a:lnTo>
                  <a:lnTo>
                    <a:pt x="301" y="451"/>
                  </a:lnTo>
                  <a:lnTo>
                    <a:pt x="302" y="435"/>
                  </a:lnTo>
                  <a:lnTo>
                    <a:pt x="295" y="433"/>
                  </a:lnTo>
                  <a:lnTo>
                    <a:pt x="289" y="431"/>
                  </a:lnTo>
                  <a:lnTo>
                    <a:pt x="282" y="429"/>
                  </a:lnTo>
                  <a:lnTo>
                    <a:pt x="277" y="426"/>
                  </a:lnTo>
                  <a:lnTo>
                    <a:pt x="267" y="418"/>
                  </a:lnTo>
                  <a:lnTo>
                    <a:pt x="258" y="410"/>
                  </a:lnTo>
                  <a:lnTo>
                    <a:pt x="255" y="404"/>
                  </a:lnTo>
                  <a:lnTo>
                    <a:pt x="251" y="399"/>
                  </a:lnTo>
                  <a:lnTo>
                    <a:pt x="248" y="394"/>
                  </a:lnTo>
                  <a:lnTo>
                    <a:pt x="246" y="387"/>
                  </a:lnTo>
                  <a:lnTo>
                    <a:pt x="244" y="381"/>
                  </a:lnTo>
                  <a:lnTo>
                    <a:pt x="242" y="374"/>
                  </a:lnTo>
                  <a:lnTo>
                    <a:pt x="242" y="368"/>
                  </a:lnTo>
                  <a:lnTo>
                    <a:pt x="241" y="361"/>
                  </a:lnTo>
                  <a:lnTo>
                    <a:pt x="242" y="358"/>
                  </a:lnTo>
                  <a:lnTo>
                    <a:pt x="242" y="355"/>
                  </a:lnTo>
                  <a:lnTo>
                    <a:pt x="244" y="353"/>
                  </a:lnTo>
                  <a:lnTo>
                    <a:pt x="245" y="351"/>
                  </a:lnTo>
                  <a:lnTo>
                    <a:pt x="248" y="348"/>
                  </a:lnTo>
                  <a:lnTo>
                    <a:pt x="250" y="347"/>
                  </a:lnTo>
                  <a:lnTo>
                    <a:pt x="254" y="346"/>
                  </a:lnTo>
                  <a:lnTo>
                    <a:pt x="256" y="346"/>
                  </a:lnTo>
                  <a:lnTo>
                    <a:pt x="259" y="346"/>
                  </a:lnTo>
                  <a:lnTo>
                    <a:pt x="262" y="347"/>
                  </a:lnTo>
                  <a:lnTo>
                    <a:pt x="264" y="348"/>
                  </a:lnTo>
                  <a:lnTo>
                    <a:pt x="266" y="351"/>
                  </a:lnTo>
                  <a:lnTo>
                    <a:pt x="269" y="353"/>
                  </a:lnTo>
                  <a:lnTo>
                    <a:pt x="270" y="356"/>
                  </a:lnTo>
                  <a:lnTo>
                    <a:pt x="271" y="358"/>
                  </a:lnTo>
                  <a:lnTo>
                    <a:pt x="271" y="361"/>
                  </a:lnTo>
                  <a:lnTo>
                    <a:pt x="272" y="370"/>
                  </a:lnTo>
                  <a:lnTo>
                    <a:pt x="275" y="378"/>
                  </a:lnTo>
                  <a:lnTo>
                    <a:pt x="279" y="386"/>
                  </a:lnTo>
                  <a:lnTo>
                    <a:pt x="285" y="394"/>
                  </a:lnTo>
                  <a:lnTo>
                    <a:pt x="291" y="399"/>
                  </a:lnTo>
                  <a:lnTo>
                    <a:pt x="299" y="403"/>
                  </a:lnTo>
                  <a:lnTo>
                    <a:pt x="307" y="405"/>
                  </a:lnTo>
                  <a:lnTo>
                    <a:pt x="317" y="406"/>
                  </a:lnTo>
                  <a:lnTo>
                    <a:pt x="325" y="405"/>
                  </a:lnTo>
                  <a:lnTo>
                    <a:pt x="334" y="403"/>
                  </a:lnTo>
                  <a:lnTo>
                    <a:pt x="341" y="399"/>
                  </a:lnTo>
                  <a:lnTo>
                    <a:pt x="348" y="394"/>
                  </a:lnTo>
                  <a:lnTo>
                    <a:pt x="353" y="386"/>
                  </a:lnTo>
                  <a:lnTo>
                    <a:pt x="358" y="378"/>
                  </a:lnTo>
                  <a:lnTo>
                    <a:pt x="361" y="370"/>
                  </a:lnTo>
                  <a:lnTo>
                    <a:pt x="362" y="361"/>
                  </a:lnTo>
                  <a:lnTo>
                    <a:pt x="361" y="352"/>
                  </a:lnTo>
                  <a:lnTo>
                    <a:pt x="358" y="344"/>
                  </a:lnTo>
                  <a:lnTo>
                    <a:pt x="353" y="336"/>
                  </a:lnTo>
                  <a:lnTo>
                    <a:pt x="348" y="329"/>
                  </a:lnTo>
                  <a:lnTo>
                    <a:pt x="341" y="324"/>
                  </a:lnTo>
                  <a:lnTo>
                    <a:pt x="334" y="319"/>
                  </a:lnTo>
                  <a:lnTo>
                    <a:pt x="325" y="317"/>
                  </a:lnTo>
                  <a:lnTo>
                    <a:pt x="317" y="316"/>
                  </a:lnTo>
                  <a:lnTo>
                    <a:pt x="308" y="315"/>
                  </a:lnTo>
                  <a:lnTo>
                    <a:pt x="301" y="314"/>
                  </a:lnTo>
                  <a:lnTo>
                    <a:pt x="294" y="313"/>
                  </a:lnTo>
                  <a:lnTo>
                    <a:pt x="287" y="310"/>
                  </a:lnTo>
                  <a:lnTo>
                    <a:pt x="280" y="307"/>
                  </a:lnTo>
                  <a:lnTo>
                    <a:pt x="274" y="303"/>
                  </a:lnTo>
                  <a:lnTo>
                    <a:pt x="269" y="299"/>
                  </a:lnTo>
                  <a:lnTo>
                    <a:pt x="263" y="294"/>
                  </a:lnTo>
                  <a:lnTo>
                    <a:pt x="258" y="288"/>
                  </a:lnTo>
                  <a:lnTo>
                    <a:pt x="254" y="283"/>
                  </a:lnTo>
                  <a:lnTo>
                    <a:pt x="250" y="277"/>
                  </a:lnTo>
                  <a:lnTo>
                    <a:pt x="247" y="270"/>
                  </a:lnTo>
                  <a:lnTo>
                    <a:pt x="245" y="264"/>
                  </a:lnTo>
                  <a:lnTo>
                    <a:pt x="243" y="256"/>
                  </a:lnTo>
                  <a:lnTo>
                    <a:pt x="242" y="249"/>
                  </a:lnTo>
                  <a:lnTo>
                    <a:pt x="241" y="241"/>
                  </a:lnTo>
                  <a:lnTo>
                    <a:pt x="242" y="234"/>
                  </a:lnTo>
                  <a:lnTo>
                    <a:pt x="242" y="227"/>
                  </a:lnTo>
                  <a:lnTo>
                    <a:pt x="244" y="221"/>
                  </a:lnTo>
                  <a:lnTo>
                    <a:pt x="246" y="215"/>
                  </a:lnTo>
                  <a:lnTo>
                    <a:pt x="248" y="209"/>
                  </a:lnTo>
                  <a:lnTo>
                    <a:pt x="251" y="204"/>
                  </a:lnTo>
                  <a:lnTo>
                    <a:pt x="255" y="198"/>
                  </a:lnTo>
                  <a:lnTo>
                    <a:pt x="258" y="193"/>
                  </a:lnTo>
                  <a:lnTo>
                    <a:pt x="267" y="184"/>
                  </a:lnTo>
                  <a:lnTo>
                    <a:pt x="277" y="177"/>
                  </a:lnTo>
                  <a:lnTo>
                    <a:pt x="282" y="174"/>
                  </a:lnTo>
                  <a:lnTo>
                    <a:pt x="289" y="170"/>
                  </a:lnTo>
                  <a:lnTo>
                    <a:pt x="295" y="168"/>
                  </a:lnTo>
                  <a:lnTo>
                    <a:pt x="301" y="167"/>
                  </a:lnTo>
                  <a:lnTo>
                    <a:pt x="302" y="150"/>
                  </a:lnTo>
                  <a:lnTo>
                    <a:pt x="302" y="148"/>
                  </a:lnTo>
                  <a:lnTo>
                    <a:pt x="303" y="145"/>
                  </a:lnTo>
                  <a:lnTo>
                    <a:pt x="304" y="143"/>
                  </a:lnTo>
                  <a:lnTo>
                    <a:pt x="306" y="140"/>
                  </a:lnTo>
                  <a:lnTo>
                    <a:pt x="308" y="138"/>
                  </a:lnTo>
                  <a:lnTo>
                    <a:pt x="310" y="137"/>
                  </a:lnTo>
                  <a:lnTo>
                    <a:pt x="314" y="136"/>
                  </a:lnTo>
                  <a:lnTo>
                    <a:pt x="317" y="135"/>
                  </a:lnTo>
                  <a:lnTo>
                    <a:pt x="319" y="136"/>
                  </a:lnTo>
                  <a:lnTo>
                    <a:pt x="322" y="137"/>
                  </a:lnTo>
                  <a:lnTo>
                    <a:pt x="324" y="138"/>
                  </a:lnTo>
                  <a:lnTo>
                    <a:pt x="326" y="140"/>
                  </a:lnTo>
                  <a:lnTo>
                    <a:pt x="329" y="143"/>
                  </a:lnTo>
                  <a:lnTo>
                    <a:pt x="330" y="145"/>
                  </a:lnTo>
                  <a:lnTo>
                    <a:pt x="331" y="148"/>
                  </a:lnTo>
                  <a:lnTo>
                    <a:pt x="332" y="150"/>
                  </a:lnTo>
                  <a:lnTo>
                    <a:pt x="332" y="167"/>
                  </a:lnTo>
                  <a:lnTo>
                    <a:pt x="337" y="168"/>
                  </a:lnTo>
                  <a:lnTo>
                    <a:pt x="344" y="170"/>
                  </a:lnTo>
                  <a:lnTo>
                    <a:pt x="350" y="174"/>
                  </a:lnTo>
                  <a:lnTo>
                    <a:pt x="355" y="177"/>
                  </a:lnTo>
                  <a:lnTo>
                    <a:pt x="365" y="184"/>
                  </a:lnTo>
                  <a:lnTo>
                    <a:pt x="375" y="193"/>
                  </a:lnTo>
                  <a:lnTo>
                    <a:pt x="378" y="198"/>
                  </a:lnTo>
                  <a:lnTo>
                    <a:pt x="381" y="204"/>
                  </a:lnTo>
                  <a:lnTo>
                    <a:pt x="384" y="209"/>
                  </a:lnTo>
                  <a:lnTo>
                    <a:pt x="387" y="215"/>
                  </a:lnTo>
                  <a:lnTo>
                    <a:pt x="389" y="221"/>
                  </a:lnTo>
                  <a:lnTo>
                    <a:pt x="391" y="227"/>
                  </a:lnTo>
                  <a:lnTo>
                    <a:pt x="391" y="234"/>
                  </a:lnTo>
                  <a:lnTo>
                    <a:pt x="392" y="241"/>
                  </a:lnTo>
                  <a:lnTo>
                    <a:pt x="391" y="243"/>
                  </a:lnTo>
                  <a:lnTo>
                    <a:pt x="391" y="247"/>
                  </a:lnTo>
                  <a:lnTo>
                    <a:pt x="389" y="250"/>
                  </a:lnTo>
                  <a:lnTo>
                    <a:pt x="388" y="252"/>
                  </a:lnTo>
                  <a:lnTo>
                    <a:pt x="384" y="253"/>
                  </a:lnTo>
                  <a:lnTo>
                    <a:pt x="382" y="255"/>
                  </a:lnTo>
                  <a:lnTo>
                    <a:pt x="379" y="255"/>
                  </a:lnTo>
                  <a:lnTo>
                    <a:pt x="377" y="256"/>
                  </a:lnTo>
                  <a:lnTo>
                    <a:pt x="374" y="255"/>
                  </a:lnTo>
                  <a:lnTo>
                    <a:pt x="370" y="255"/>
                  </a:lnTo>
                  <a:lnTo>
                    <a:pt x="368" y="253"/>
                  </a:lnTo>
                  <a:lnTo>
                    <a:pt x="366" y="252"/>
                  </a:lnTo>
                  <a:lnTo>
                    <a:pt x="364" y="250"/>
                  </a:lnTo>
                  <a:lnTo>
                    <a:pt x="363" y="247"/>
                  </a:lnTo>
                  <a:lnTo>
                    <a:pt x="362" y="244"/>
                  </a:lnTo>
                  <a:lnTo>
                    <a:pt x="362" y="241"/>
                  </a:lnTo>
                  <a:lnTo>
                    <a:pt x="361" y="232"/>
                  </a:lnTo>
                  <a:lnTo>
                    <a:pt x="358" y="223"/>
                  </a:lnTo>
                  <a:lnTo>
                    <a:pt x="353" y="215"/>
                  </a:lnTo>
                  <a:lnTo>
                    <a:pt x="348" y="209"/>
                  </a:lnTo>
                  <a:lnTo>
                    <a:pt x="341" y="204"/>
                  </a:lnTo>
                  <a:lnTo>
                    <a:pt x="334" y="199"/>
                  </a:lnTo>
                  <a:lnTo>
                    <a:pt x="325" y="196"/>
                  </a:lnTo>
                  <a:lnTo>
                    <a:pt x="317" y="196"/>
                  </a:lnTo>
                  <a:lnTo>
                    <a:pt x="307" y="196"/>
                  </a:lnTo>
                  <a:lnTo>
                    <a:pt x="299" y="199"/>
                  </a:lnTo>
                  <a:lnTo>
                    <a:pt x="291" y="204"/>
                  </a:lnTo>
                  <a:lnTo>
                    <a:pt x="285" y="209"/>
                  </a:lnTo>
                  <a:lnTo>
                    <a:pt x="279" y="215"/>
                  </a:lnTo>
                  <a:lnTo>
                    <a:pt x="275" y="223"/>
                  </a:lnTo>
                  <a:lnTo>
                    <a:pt x="272" y="232"/>
                  </a:lnTo>
                  <a:lnTo>
                    <a:pt x="271" y="241"/>
                  </a:lnTo>
                  <a:lnTo>
                    <a:pt x="272" y="250"/>
                  </a:lnTo>
                  <a:lnTo>
                    <a:pt x="275" y="258"/>
                  </a:lnTo>
                  <a:lnTo>
                    <a:pt x="279" y="266"/>
                  </a:lnTo>
                  <a:lnTo>
                    <a:pt x="285" y="272"/>
                  </a:lnTo>
                  <a:lnTo>
                    <a:pt x="291" y="279"/>
                  </a:lnTo>
                  <a:lnTo>
                    <a:pt x="299" y="282"/>
                  </a:lnTo>
                  <a:lnTo>
                    <a:pt x="307" y="285"/>
                  </a:lnTo>
                  <a:lnTo>
                    <a:pt x="317" y="286"/>
                  </a:lnTo>
                  <a:lnTo>
                    <a:pt x="317" y="286"/>
                  </a:lnTo>
                  <a:close/>
                  <a:moveTo>
                    <a:pt x="430" y="3"/>
                  </a:moveTo>
                  <a:lnTo>
                    <a:pt x="426" y="1"/>
                  </a:lnTo>
                  <a:lnTo>
                    <a:pt x="422" y="0"/>
                  </a:lnTo>
                  <a:lnTo>
                    <a:pt x="211" y="0"/>
                  </a:lnTo>
                  <a:lnTo>
                    <a:pt x="206" y="1"/>
                  </a:lnTo>
                  <a:lnTo>
                    <a:pt x="202" y="3"/>
                  </a:lnTo>
                  <a:lnTo>
                    <a:pt x="187" y="15"/>
                  </a:lnTo>
                  <a:lnTo>
                    <a:pt x="170" y="29"/>
                  </a:lnTo>
                  <a:lnTo>
                    <a:pt x="154" y="45"/>
                  </a:lnTo>
                  <a:lnTo>
                    <a:pt x="137" y="63"/>
                  </a:lnTo>
                  <a:lnTo>
                    <a:pt x="119" y="82"/>
                  </a:lnTo>
                  <a:lnTo>
                    <a:pt x="103" y="103"/>
                  </a:lnTo>
                  <a:lnTo>
                    <a:pt x="86" y="125"/>
                  </a:lnTo>
                  <a:lnTo>
                    <a:pt x="71" y="148"/>
                  </a:lnTo>
                  <a:lnTo>
                    <a:pt x="56" y="170"/>
                  </a:lnTo>
                  <a:lnTo>
                    <a:pt x="43" y="194"/>
                  </a:lnTo>
                  <a:lnTo>
                    <a:pt x="30" y="218"/>
                  </a:lnTo>
                  <a:lnTo>
                    <a:pt x="21" y="241"/>
                  </a:lnTo>
                  <a:lnTo>
                    <a:pt x="12" y="265"/>
                  </a:lnTo>
                  <a:lnTo>
                    <a:pt x="6" y="288"/>
                  </a:lnTo>
                  <a:lnTo>
                    <a:pt x="4" y="299"/>
                  </a:lnTo>
                  <a:lnTo>
                    <a:pt x="1" y="310"/>
                  </a:lnTo>
                  <a:lnTo>
                    <a:pt x="0" y="321"/>
                  </a:lnTo>
                  <a:lnTo>
                    <a:pt x="0" y="331"/>
                  </a:lnTo>
                  <a:lnTo>
                    <a:pt x="0" y="348"/>
                  </a:lnTo>
                  <a:lnTo>
                    <a:pt x="3" y="368"/>
                  </a:lnTo>
                  <a:lnTo>
                    <a:pt x="6" y="387"/>
                  </a:lnTo>
                  <a:lnTo>
                    <a:pt x="11" y="406"/>
                  </a:lnTo>
                  <a:lnTo>
                    <a:pt x="14" y="417"/>
                  </a:lnTo>
                  <a:lnTo>
                    <a:pt x="19" y="427"/>
                  </a:lnTo>
                  <a:lnTo>
                    <a:pt x="23" y="436"/>
                  </a:lnTo>
                  <a:lnTo>
                    <a:pt x="27" y="447"/>
                  </a:lnTo>
                  <a:lnTo>
                    <a:pt x="34" y="457"/>
                  </a:lnTo>
                  <a:lnTo>
                    <a:pt x="40" y="466"/>
                  </a:lnTo>
                  <a:lnTo>
                    <a:pt x="48" y="476"/>
                  </a:lnTo>
                  <a:lnTo>
                    <a:pt x="55" y="486"/>
                  </a:lnTo>
                  <a:lnTo>
                    <a:pt x="64" y="494"/>
                  </a:lnTo>
                  <a:lnTo>
                    <a:pt x="73" y="503"/>
                  </a:lnTo>
                  <a:lnTo>
                    <a:pt x="84" y="512"/>
                  </a:lnTo>
                  <a:lnTo>
                    <a:pt x="96" y="519"/>
                  </a:lnTo>
                  <a:lnTo>
                    <a:pt x="108" y="528"/>
                  </a:lnTo>
                  <a:lnTo>
                    <a:pt x="122" y="534"/>
                  </a:lnTo>
                  <a:lnTo>
                    <a:pt x="136" y="540"/>
                  </a:lnTo>
                  <a:lnTo>
                    <a:pt x="151" y="547"/>
                  </a:lnTo>
                  <a:lnTo>
                    <a:pt x="168" y="552"/>
                  </a:lnTo>
                  <a:lnTo>
                    <a:pt x="185" y="558"/>
                  </a:lnTo>
                  <a:lnTo>
                    <a:pt x="204" y="562"/>
                  </a:lnTo>
                  <a:lnTo>
                    <a:pt x="223" y="565"/>
                  </a:lnTo>
                  <a:lnTo>
                    <a:pt x="245" y="568"/>
                  </a:lnTo>
                  <a:lnTo>
                    <a:pt x="267" y="570"/>
                  </a:lnTo>
                  <a:lnTo>
                    <a:pt x="291" y="572"/>
                  </a:lnTo>
                  <a:lnTo>
                    <a:pt x="317" y="572"/>
                  </a:lnTo>
                  <a:lnTo>
                    <a:pt x="341" y="572"/>
                  </a:lnTo>
                  <a:lnTo>
                    <a:pt x="365" y="570"/>
                  </a:lnTo>
                  <a:lnTo>
                    <a:pt x="388" y="568"/>
                  </a:lnTo>
                  <a:lnTo>
                    <a:pt x="409" y="565"/>
                  </a:lnTo>
                  <a:lnTo>
                    <a:pt x="428" y="562"/>
                  </a:lnTo>
                  <a:lnTo>
                    <a:pt x="448" y="558"/>
                  </a:lnTo>
                  <a:lnTo>
                    <a:pt x="465" y="552"/>
                  </a:lnTo>
                  <a:lnTo>
                    <a:pt x="482" y="547"/>
                  </a:lnTo>
                  <a:lnTo>
                    <a:pt x="497" y="540"/>
                  </a:lnTo>
                  <a:lnTo>
                    <a:pt x="512" y="534"/>
                  </a:lnTo>
                  <a:lnTo>
                    <a:pt x="525" y="528"/>
                  </a:lnTo>
                  <a:lnTo>
                    <a:pt x="537" y="519"/>
                  </a:lnTo>
                  <a:lnTo>
                    <a:pt x="548" y="512"/>
                  </a:lnTo>
                  <a:lnTo>
                    <a:pt x="559" y="503"/>
                  </a:lnTo>
                  <a:lnTo>
                    <a:pt x="569" y="494"/>
                  </a:lnTo>
                  <a:lnTo>
                    <a:pt x="577" y="486"/>
                  </a:lnTo>
                  <a:lnTo>
                    <a:pt x="585" y="476"/>
                  </a:lnTo>
                  <a:lnTo>
                    <a:pt x="592" y="466"/>
                  </a:lnTo>
                  <a:lnTo>
                    <a:pt x="599" y="457"/>
                  </a:lnTo>
                  <a:lnTo>
                    <a:pt x="605" y="447"/>
                  </a:lnTo>
                  <a:lnTo>
                    <a:pt x="610" y="436"/>
                  </a:lnTo>
                  <a:lnTo>
                    <a:pt x="615" y="427"/>
                  </a:lnTo>
                  <a:lnTo>
                    <a:pt x="618" y="417"/>
                  </a:lnTo>
                  <a:lnTo>
                    <a:pt x="621" y="406"/>
                  </a:lnTo>
                  <a:lnTo>
                    <a:pt x="627" y="387"/>
                  </a:lnTo>
                  <a:lnTo>
                    <a:pt x="630" y="368"/>
                  </a:lnTo>
                  <a:lnTo>
                    <a:pt x="632" y="348"/>
                  </a:lnTo>
                  <a:lnTo>
                    <a:pt x="632" y="331"/>
                  </a:lnTo>
                  <a:lnTo>
                    <a:pt x="632" y="321"/>
                  </a:lnTo>
                  <a:lnTo>
                    <a:pt x="631" y="310"/>
                  </a:lnTo>
                  <a:lnTo>
                    <a:pt x="629" y="299"/>
                  </a:lnTo>
                  <a:lnTo>
                    <a:pt x="627" y="288"/>
                  </a:lnTo>
                  <a:lnTo>
                    <a:pt x="620" y="265"/>
                  </a:lnTo>
                  <a:lnTo>
                    <a:pt x="612" y="241"/>
                  </a:lnTo>
                  <a:lnTo>
                    <a:pt x="602" y="218"/>
                  </a:lnTo>
                  <a:lnTo>
                    <a:pt x="589" y="194"/>
                  </a:lnTo>
                  <a:lnTo>
                    <a:pt x="576" y="170"/>
                  </a:lnTo>
                  <a:lnTo>
                    <a:pt x="561" y="148"/>
                  </a:lnTo>
                  <a:lnTo>
                    <a:pt x="546" y="125"/>
                  </a:lnTo>
                  <a:lnTo>
                    <a:pt x="530" y="103"/>
                  </a:lnTo>
                  <a:lnTo>
                    <a:pt x="513" y="82"/>
                  </a:lnTo>
                  <a:lnTo>
                    <a:pt x="496" y="63"/>
                  </a:lnTo>
                  <a:lnTo>
                    <a:pt x="479" y="45"/>
                  </a:lnTo>
                  <a:lnTo>
                    <a:pt x="463" y="29"/>
                  </a:lnTo>
                  <a:lnTo>
                    <a:pt x="445" y="15"/>
                  </a:lnTo>
                  <a:lnTo>
                    <a:pt x="43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352">
              <a:extLst>
                <a:ext uri="{FF2B5EF4-FFF2-40B4-BE49-F238E27FC236}">
                  <a16:creationId xmlns:a16="http://schemas.microsoft.com/office/drawing/2014/main" id="{4F5BD5EB-65EB-4070-B81E-1495D3718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100" y="1431925"/>
              <a:ext cx="76200" cy="9525"/>
            </a:xfrm>
            <a:custGeom>
              <a:avLst/>
              <a:gdLst>
                <a:gd name="T0" fmla="*/ 15 w 241"/>
                <a:gd name="T1" fmla="*/ 0 h 30"/>
                <a:gd name="T2" fmla="*/ 11 w 241"/>
                <a:gd name="T3" fmla="*/ 0 h 30"/>
                <a:gd name="T4" fmla="*/ 9 w 241"/>
                <a:gd name="T5" fmla="*/ 1 h 30"/>
                <a:gd name="T6" fmla="*/ 6 w 241"/>
                <a:gd name="T7" fmla="*/ 2 h 30"/>
                <a:gd name="T8" fmla="*/ 4 w 241"/>
                <a:gd name="T9" fmla="*/ 4 h 30"/>
                <a:gd name="T10" fmla="*/ 3 w 241"/>
                <a:gd name="T11" fmla="*/ 6 h 30"/>
                <a:gd name="T12" fmla="*/ 1 w 241"/>
                <a:gd name="T13" fmla="*/ 9 h 30"/>
                <a:gd name="T14" fmla="*/ 1 w 241"/>
                <a:gd name="T15" fmla="*/ 12 h 30"/>
                <a:gd name="T16" fmla="*/ 0 w 241"/>
                <a:gd name="T17" fmla="*/ 15 h 30"/>
                <a:gd name="T18" fmla="*/ 1 w 241"/>
                <a:gd name="T19" fmla="*/ 18 h 30"/>
                <a:gd name="T20" fmla="*/ 1 w 241"/>
                <a:gd name="T21" fmla="*/ 20 h 30"/>
                <a:gd name="T22" fmla="*/ 3 w 241"/>
                <a:gd name="T23" fmla="*/ 23 h 30"/>
                <a:gd name="T24" fmla="*/ 4 w 241"/>
                <a:gd name="T25" fmla="*/ 26 h 30"/>
                <a:gd name="T26" fmla="*/ 6 w 241"/>
                <a:gd name="T27" fmla="*/ 28 h 30"/>
                <a:gd name="T28" fmla="*/ 9 w 241"/>
                <a:gd name="T29" fmla="*/ 29 h 30"/>
                <a:gd name="T30" fmla="*/ 11 w 241"/>
                <a:gd name="T31" fmla="*/ 30 h 30"/>
                <a:gd name="T32" fmla="*/ 15 w 241"/>
                <a:gd name="T33" fmla="*/ 30 h 30"/>
                <a:gd name="T34" fmla="*/ 226 w 241"/>
                <a:gd name="T35" fmla="*/ 30 h 30"/>
                <a:gd name="T36" fmla="*/ 229 w 241"/>
                <a:gd name="T37" fmla="*/ 30 h 30"/>
                <a:gd name="T38" fmla="*/ 231 w 241"/>
                <a:gd name="T39" fmla="*/ 29 h 30"/>
                <a:gd name="T40" fmla="*/ 234 w 241"/>
                <a:gd name="T41" fmla="*/ 28 h 30"/>
                <a:gd name="T42" fmla="*/ 237 w 241"/>
                <a:gd name="T43" fmla="*/ 26 h 30"/>
                <a:gd name="T44" fmla="*/ 238 w 241"/>
                <a:gd name="T45" fmla="*/ 23 h 30"/>
                <a:gd name="T46" fmla="*/ 240 w 241"/>
                <a:gd name="T47" fmla="*/ 20 h 30"/>
                <a:gd name="T48" fmla="*/ 241 w 241"/>
                <a:gd name="T49" fmla="*/ 18 h 30"/>
                <a:gd name="T50" fmla="*/ 241 w 241"/>
                <a:gd name="T51" fmla="*/ 15 h 30"/>
                <a:gd name="T52" fmla="*/ 241 w 241"/>
                <a:gd name="T53" fmla="*/ 12 h 30"/>
                <a:gd name="T54" fmla="*/ 240 w 241"/>
                <a:gd name="T55" fmla="*/ 9 h 30"/>
                <a:gd name="T56" fmla="*/ 238 w 241"/>
                <a:gd name="T57" fmla="*/ 6 h 30"/>
                <a:gd name="T58" fmla="*/ 237 w 241"/>
                <a:gd name="T59" fmla="*/ 4 h 30"/>
                <a:gd name="T60" fmla="*/ 234 w 241"/>
                <a:gd name="T61" fmla="*/ 2 h 30"/>
                <a:gd name="T62" fmla="*/ 231 w 241"/>
                <a:gd name="T63" fmla="*/ 1 h 30"/>
                <a:gd name="T64" fmla="*/ 229 w 241"/>
                <a:gd name="T65" fmla="*/ 0 h 30"/>
                <a:gd name="T66" fmla="*/ 226 w 241"/>
                <a:gd name="T67" fmla="*/ 0 h 30"/>
                <a:gd name="T68" fmla="*/ 15 w 24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1" h="30">
                  <a:moveTo>
                    <a:pt x="15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3" y="23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9" y="29"/>
                  </a:lnTo>
                  <a:lnTo>
                    <a:pt x="11" y="30"/>
                  </a:lnTo>
                  <a:lnTo>
                    <a:pt x="15" y="30"/>
                  </a:lnTo>
                  <a:lnTo>
                    <a:pt x="226" y="30"/>
                  </a:lnTo>
                  <a:lnTo>
                    <a:pt x="229" y="30"/>
                  </a:lnTo>
                  <a:lnTo>
                    <a:pt x="231" y="29"/>
                  </a:lnTo>
                  <a:lnTo>
                    <a:pt x="234" y="28"/>
                  </a:lnTo>
                  <a:lnTo>
                    <a:pt x="237" y="26"/>
                  </a:lnTo>
                  <a:lnTo>
                    <a:pt x="238" y="23"/>
                  </a:lnTo>
                  <a:lnTo>
                    <a:pt x="240" y="20"/>
                  </a:lnTo>
                  <a:lnTo>
                    <a:pt x="241" y="18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9"/>
                  </a:lnTo>
                  <a:lnTo>
                    <a:pt x="238" y="6"/>
                  </a:lnTo>
                  <a:lnTo>
                    <a:pt x="237" y="4"/>
                  </a:lnTo>
                  <a:lnTo>
                    <a:pt x="234" y="2"/>
                  </a:lnTo>
                  <a:lnTo>
                    <a:pt x="231" y="1"/>
                  </a:lnTo>
                  <a:lnTo>
                    <a:pt x="229" y="0"/>
                  </a:lnTo>
                  <a:lnTo>
                    <a:pt x="226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353">
              <a:extLst>
                <a:ext uri="{FF2B5EF4-FFF2-40B4-BE49-F238E27FC236}">
                  <a16:creationId xmlns:a16="http://schemas.microsoft.com/office/drawing/2014/main" id="{E632D826-9E90-443B-8AAD-27D6049E0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3050" y="1344613"/>
              <a:ext cx="114300" cy="77788"/>
            </a:xfrm>
            <a:custGeom>
              <a:avLst/>
              <a:gdLst>
                <a:gd name="T0" fmla="*/ 76 w 361"/>
                <a:gd name="T1" fmla="*/ 229 h 241"/>
                <a:gd name="T2" fmla="*/ 78 w 361"/>
                <a:gd name="T3" fmla="*/ 234 h 241"/>
                <a:gd name="T4" fmla="*/ 81 w 361"/>
                <a:gd name="T5" fmla="*/ 239 h 241"/>
                <a:gd name="T6" fmla="*/ 86 w 361"/>
                <a:gd name="T7" fmla="*/ 241 h 241"/>
                <a:gd name="T8" fmla="*/ 271 w 361"/>
                <a:gd name="T9" fmla="*/ 241 h 241"/>
                <a:gd name="T10" fmla="*/ 276 w 361"/>
                <a:gd name="T11" fmla="*/ 240 h 241"/>
                <a:gd name="T12" fmla="*/ 282 w 361"/>
                <a:gd name="T13" fmla="*/ 236 h 241"/>
                <a:gd name="T14" fmla="*/ 285 w 361"/>
                <a:gd name="T15" fmla="*/ 231 h 241"/>
                <a:gd name="T16" fmla="*/ 286 w 361"/>
                <a:gd name="T17" fmla="*/ 226 h 241"/>
                <a:gd name="T18" fmla="*/ 289 w 361"/>
                <a:gd name="T19" fmla="*/ 199 h 241"/>
                <a:gd name="T20" fmla="*/ 297 w 361"/>
                <a:gd name="T21" fmla="*/ 172 h 241"/>
                <a:gd name="T22" fmla="*/ 308 w 361"/>
                <a:gd name="T23" fmla="*/ 146 h 241"/>
                <a:gd name="T24" fmla="*/ 321 w 361"/>
                <a:gd name="T25" fmla="*/ 122 h 241"/>
                <a:gd name="T26" fmla="*/ 358 w 361"/>
                <a:gd name="T27" fmla="*/ 69 h 241"/>
                <a:gd name="T28" fmla="*/ 361 w 361"/>
                <a:gd name="T29" fmla="*/ 61 h 241"/>
                <a:gd name="T30" fmla="*/ 358 w 361"/>
                <a:gd name="T31" fmla="*/ 51 h 241"/>
                <a:gd name="T32" fmla="*/ 350 w 361"/>
                <a:gd name="T33" fmla="*/ 46 h 241"/>
                <a:gd name="T34" fmla="*/ 341 w 361"/>
                <a:gd name="T35" fmla="*/ 46 h 241"/>
                <a:gd name="T36" fmla="*/ 194 w 361"/>
                <a:gd name="T37" fmla="*/ 8 h 241"/>
                <a:gd name="T38" fmla="*/ 188 w 361"/>
                <a:gd name="T39" fmla="*/ 3 h 241"/>
                <a:gd name="T40" fmla="*/ 180 w 361"/>
                <a:gd name="T41" fmla="*/ 0 h 241"/>
                <a:gd name="T42" fmla="*/ 172 w 361"/>
                <a:gd name="T43" fmla="*/ 3 h 241"/>
                <a:gd name="T44" fmla="*/ 167 w 361"/>
                <a:gd name="T45" fmla="*/ 8 h 241"/>
                <a:gd name="T46" fmla="*/ 20 w 361"/>
                <a:gd name="T47" fmla="*/ 46 h 241"/>
                <a:gd name="T48" fmla="*/ 10 w 361"/>
                <a:gd name="T49" fmla="*/ 46 h 241"/>
                <a:gd name="T50" fmla="*/ 3 w 361"/>
                <a:gd name="T51" fmla="*/ 51 h 241"/>
                <a:gd name="T52" fmla="*/ 0 w 361"/>
                <a:gd name="T53" fmla="*/ 61 h 241"/>
                <a:gd name="T54" fmla="*/ 3 w 361"/>
                <a:gd name="T55" fmla="*/ 69 h 241"/>
                <a:gd name="T56" fmla="*/ 39 w 361"/>
                <a:gd name="T57" fmla="*/ 122 h 241"/>
                <a:gd name="T58" fmla="*/ 52 w 361"/>
                <a:gd name="T59" fmla="*/ 146 h 241"/>
                <a:gd name="T60" fmla="*/ 64 w 361"/>
                <a:gd name="T61" fmla="*/ 172 h 241"/>
                <a:gd name="T62" fmla="*/ 71 w 361"/>
                <a:gd name="T63" fmla="*/ 199 h 241"/>
                <a:gd name="T64" fmla="*/ 75 w 361"/>
                <a:gd name="T65" fmla="*/ 226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1" h="241">
                  <a:moveTo>
                    <a:pt x="75" y="226"/>
                  </a:moveTo>
                  <a:lnTo>
                    <a:pt x="76" y="229"/>
                  </a:lnTo>
                  <a:lnTo>
                    <a:pt x="76" y="231"/>
                  </a:lnTo>
                  <a:lnTo>
                    <a:pt x="78" y="234"/>
                  </a:lnTo>
                  <a:lnTo>
                    <a:pt x="79" y="236"/>
                  </a:lnTo>
                  <a:lnTo>
                    <a:pt x="81" y="239"/>
                  </a:lnTo>
                  <a:lnTo>
                    <a:pt x="84" y="240"/>
                  </a:lnTo>
                  <a:lnTo>
                    <a:pt x="86" y="241"/>
                  </a:lnTo>
                  <a:lnTo>
                    <a:pt x="90" y="241"/>
                  </a:lnTo>
                  <a:lnTo>
                    <a:pt x="271" y="241"/>
                  </a:lnTo>
                  <a:lnTo>
                    <a:pt x="274" y="241"/>
                  </a:lnTo>
                  <a:lnTo>
                    <a:pt x="276" y="240"/>
                  </a:lnTo>
                  <a:lnTo>
                    <a:pt x="279" y="238"/>
                  </a:lnTo>
                  <a:lnTo>
                    <a:pt x="282" y="236"/>
                  </a:lnTo>
                  <a:lnTo>
                    <a:pt x="283" y="234"/>
                  </a:lnTo>
                  <a:lnTo>
                    <a:pt x="285" y="231"/>
                  </a:lnTo>
                  <a:lnTo>
                    <a:pt x="285" y="229"/>
                  </a:lnTo>
                  <a:lnTo>
                    <a:pt x="286" y="226"/>
                  </a:lnTo>
                  <a:lnTo>
                    <a:pt x="287" y="213"/>
                  </a:lnTo>
                  <a:lnTo>
                    <a:pt x="289" y="199"/>
                  </a:lnTo>
                  <a:lnTo>
                    <a:pt x="292" y="186"/>
                  </a:lnTo>
                  <a:lnTo>
                    <a:pt x="297" y="172"/>
                  </a:lnTo>
                  <a:lnTo>
                    <a:pt x="302" y="159"/>
                  </a:lnTo>
                  <a:lnTo>
                    <a:pt x="308" y="146"/>
                  </a:lnTo>
                  <a:lnTo>
                    <a:pt x="315" y="133"/>
                  </a:lnTo>
                  <a:lnTo>
                    <a:pt x="321" y="122"/>
                  </a:lnTo>
                  <a:lnTo>
                    <a:pt x="346" y="84"/>
                  </a:lnTo>
                  <a:lnTo>
                    <a:pt x="358" y="69"/>
                  </a:lnTo>
                  <a:lnTo>
                    <a:pt x="360" y="65"/>
                  </a:lnTo>
                  <a:lnTo>
                    <a:pt x="361" y="61"/>
                  </a:lnTo>
                  <a:lnTo>
                    <a:pt x="360" y="56"/>
                  </a:lnTo>
                  <a:lnTo>
                    <a:pt x="358" y="51"/>
                  </a:lnTo>
                  <a:lnTo>
                    <a:pt x="355" y="48"/>
                  </a:lnTo>
                  <a:lnTo>
                    <a:pt x="350" y="46"/>
                  </a:lnTo>
                  <a:lnTo>
                    <a:pt x="346" y="44"/>
                  </a:lnTo>
                  <a:lnTo>
                    <a:pt x="341" y="46"/>
                  </a:lnTo>
                  <a:lnTo>
                    <a:pt x="233" y="86"/>
                  </a:lnTo>
                  <a:lnTo>
                    <a:pt x="194" y="8"/>
                  </a:lnTo>
                  <a:lnTo>
                    <a:pt x="192" y="5"/>
                  </a:lnTo>
                  <a:lnTo>
                    <a:pt x="188" y="3"/>
                  </a:lnTo>
                  <a:lnTo>
                    <a:pt x="184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2" y="3"/>
                  </a:lnTo>
                  <a:lnTo>
                    <a:pt x="169" y="5"/>
                  </a:lnTo>
                  <a:lnTo>
                    <a:pt x="167" y="8"/>
                  </a:lnTo>
                  <a:lnTo>
                    <a:pt x="128" y="86"/>
                  </a:lnTo>
                  <a:lnTo>
                    <a:pt x="20" y="46"/>
                  </a:lnTo>
                  <a:lnTo>
                    <a:pt x="15" y="44"/>
                  </a:lnTo>
                  <a:lnTo>
                    <a:pt x="10" y="46"/>
                  </a:lnTo>
                  <a:lnTo>
                    <a:pt x="6" y="48"/>
                  </a:lnTo>
                  <a:lnTo>
                    <a:pt x="3" y="51"/>
                  </a:lnTo>
                  <a:lnTo>
                    <a:pt x="1" y="56"/>
                  </a:lnTo>
                  <a:lnTo>
                    <a:pt x="0" y="61"/>
                  </a:lnTo>
                  <a:lnTo>
                    <a:pt x="1" y="65"/>
                  </a:lnTo>
                  <a:lnTo>
                    <a:pt x="3" y="69"/>
                  </a:lnTo>
                  <a:lnTo>
                    <a:pt x="15" y="84"/>
                  </a:lnTo>
                  <a:lnTo>
                    <a:pt x="39" y="122"/>
                  </a:lnTo>
                  <a:lnTo>
                    <a:pt x="46" y="133"/>
                  </a:lnTo>
                  <a:lnTo>
                    <a:pt x="52" y="146"/>
                  </a:lnTo>
                  <a:lnTo>
                    <a:pt x="59" y="159"/>
                  </a:lnTo>
                  <a:lnTo>
                    <a:pt x="64" y="172"/>
                  </a:lnTo>
                  <a:lnTo>
                    <a:pt x="68" y="186"/>
                  </a:lnTo>
                  <a:lnTo>
                    <a:pt x="71" y="199"/>
                  </a:lnTo>
                  <a:lnTo>
                    <a:pt x="75" y="213"/>
                  </a:lnTo>
                  <a:lnTo>
                    <a:pt x="75" y="226"/>
                  </a:lnTo>
                  <a:lnTo>
                    <a:pt x="75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3A5D1CAB-2DCD-4E9B-B059-54053C82E218}"/>
              </a:ext>
            </a:extLst>
          </p:cNvPr>
          <p:cNvSpPr/>
          <p:nvPr/>
        </p:nvSpPr>
        <p:spPr>
          <a:xfrm flipH="1">
            <a:off x="10459340" y="1350583"/>
            <a:ext cx="1732660" cy="963955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Arrow: Pentagon 155">
            <a:extLst>
              <a:ext uri="{FF2B5EF4-FFF2-40B4-BE49-F238E27FC236}">
                <a16:creationId xmlns:a16="http://schemas.microsoft.com/office/drawing/2014/main" id="{F391A2AB-E334-40D2-88F7-3E98E4081B8A}"/>
              </a:ext>
            </a:extLst>
          </p:cNvPr>
          <p:cNvSpPr/>
          <p:nvPr/>
        </p:nvSpPr>
        <p:spPr>
          <a:xfrm>
            <a:off x="0" y="1350583"/>
            <a:ext cx="1732660" cy="963955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 376">
            <a:extLst>
              <a:ext uri="{FF2B5EF4-FFF2-40B4-BE49-F238E27FC236}">
                <a16:creationId xmlns:a16="http://schemas.microsoft.com/office/drawing/2014/main" id="{25469EA0-100D-4B94-9EEA-B4657A98EA39}"/>
              </a:ext>
            </a:extLst>
          </p:cNvPr>
          <p:cNvSpPr>
            <a:spLocks noEditPoints="1"/>
          </p:cNvSpPr>
          <p:nvPr/>
        </p:nvSpPr>
        <p:spPr bwMode="auto">
          <a:xfrm>
            <a:off x="763678" y="1578042"/>
            <a:ext cx="205304" cy="509037"/>
          </a:xfrm>
          <a:custGeom>
            <a:avLst/>
            <a:gdLst>
              <a:gd name="T0" fmla="*/ 238 w 362"/>
              <a:gd name="T1" fmla="*/ 496 h 903"/>
              <a:gd name="T2" fmla="*/ 275 w 362"/>
              <a:gd name="T3" fmla="*/ 527 h 903"/>
              <a:gd name="T4" fmla="*/ 297 w 362"/>
              <a:gd name="T5" fmla="*/ 571 h 903"/>
              <a:gd name="T6" fmla="*/ 300 w 362"/>
              <a:gd name="T7" fmla="*/ 623 h 903"/>
              <a:gd name="T8" fmla="*/ 281 w 362"/>
              <a:gd name="T9" fmla="*/ 668 h 903"/>
              <a:gd name="T10" fmla="*/ 247 w 362"/>
              <a:gd name="T11" fmla="*/ 702 h 903"/>
              <a:gd name="T12" fmla="*/ 150 w 362"/>
              <a:gd name="T13" fmla="*/ 417 h 903"/>
              <a:gd name="T14" fmla="*/ 107 w 362"/>
              <a:gd name="T15" fmla="*/ 395 h 903"/>
              <a:gd name="T16" fmla="*/ 75 w 362"/>
              <a:gd name="T17" fmla="*/ 359 h 903"/>
              <a:gd name="T18" fmla="*/ 60 w 362"/>
              <a:gd name="T19" fmla="*/ 311 h 903"/>
              <a:gd name="T20" fmla="*/ 67 w 362"/>
              <a:gd name="T21" fmla="*/ 261 h 903"/>
              <a:gd name="T22" fmla="*/ 93 w 362"/>
              <a:gd name="T23" fmla="*/ 219 h 903"/>
              <a:gd name="T24" fmla="*/ 131 w 362"/>
              <a:gd name="T25" fmla="*/ 191 h 903"/>
              <a:gd name="T26" fmla="*/ 211 w 362"/>
              <a:gd name="T27" fmla="*/ 184 h 903"/>
              <a:gd name="T28" fmla="*/ 255 w 362"/>
              <a:gd name="T29" fmla="*/ 206 h 903"/>
              <a:gd name="T30" fmla="*/ 286 w 362"/>
              <a:gd name="T31" fmla="*/ 243 h 903"/>
              <a:gd name="T32" fmla="*/ 301 w 362"/>
              <a:gd name="T33" fmla="*/ 290 h 903"/>
              <a:gd name="T34" fmla="*/ 310 w 362"/>
              <a:gd name="T35" fmla="*/ 322 h 903"/>
              <a:gd name="T36" fmla="*/ 337 w 362"/>
              <a:gd name="T37" fmla="*/ 330 h 903"/>
              <a:gd name="T38" fmla="*/ 359 w 362"/>
              <a:gd name="T39" fmla="*/ 313 h 903"/>
              <a:gd name="T40" fmla="*/ 354 w 362"/>
              <a:gd name="T41" fmla="*/ 253 h 903"/>
              <a:gd name="T42" fmla="*/ 318 w 362"/>
              <a:gd name="T43" fmla="*/ 184 h 903"/>
              <a:gd name="T44" fmla="*/ 257 w 362"/>
              <a:gd name="T45" fmla="*/ 137 h 903"/>
              <a:gd name="T46" fmla="*/ 211 w 362"/>
              <a:gd name="T47" fmla="*/ 23 h 903"/>
              <a:gd name="T48" fmla="*/ 192 w 362"/>
              <a:gd name="T49" fmla="*/ 2 h 903"/>
              <a:gd name="T50" fmla="*/ 163 w 362"/>
              <a:gd name="T51" fmla="*/ 5 h 903"/>
              <a:gd name="T52" fmla="*/ 150 w 362"/>
              <a:gd name="T53" fmla="*/ 30 h 903"/>
              <a:gd name="T54" fmla="*/ 92 w 362"/>
              <a:gd name="T55" fmla="*/ 144 h 903"/>
              <a:gd name="T56" fmla="*/ 34 w 362"/>
              <a:gd name="T57" fmla="*/ 196 h 903"/>
              <a:gd name="T58" fmla="*/ 2 w 362"/>
              <a:gd name="T59" fmla="*/ 268 h 903"/>
              <a:gd name="T60" fmla="*/ 7 w 362"/>
              <a:gd name="T61" fmla="*/ 349 h 903"/>
              <a:gd name="T62" fmla="*/ 43 w 362"/>
              <a:gd name="T63" fmla="*/ 418 h 903"/>
              <a:gd name="T64" fmla="*/ 105 w 362"/>
              <a:gd name="T65" fmla="*/ 465 h 903"/>
              <a:gd name="T66" fmla="*/ 141 w 362"/>
              <a:gd name="T67" fmla="*/ 715 h 903"/>
              <a:gd name="T68" fmla="*/ 99 w 362"/>
              <a:gd name="T69" fmla="*/ 690 h 903"/>
              <a:gd name="T70" fmla="*/ 71 w 362"/>
              <a:gd name="T71" fmla="*/ 651 h 903"/>
              <a:gd name="T72" fmla="*/ 60 w 362"/>
              <a:gd name="T73" fmla="*/ 602 h 903"/>
              <a:gd name="T74" fmla="*/ 46 w 362"/>
              <a:gd name="T75" fmla="*/ 577 h 903"/>
              <a:gd name="T76" fmla="*/ 19 w 362"/>
              <a:gd name="T77" fmla="*/ 575 h 903"/>
              <a:gd name="T78" fmla="*/ 0 w 362"/>
              <a:gd name="T79" fmla="*/ 596 h 903"/>
              <a:gd name="T80" fmla="*/ 11 w 362"/>
              <a:gd name="T81" fmla="*/ 666 h 903"/>
              <a:gd name="T82" fmla="*/ 54 w 362"/>
              <a:gd name="T83" fmla="*/ 730 h 903"/>
              <a:gd name="T84" fmla="*/ 119 w 362"/>
              <a:gd name="T85" fmla="*/ 772 h 903"/>
              <a:gd name="T86" fmla="*/ 153 w 362"/>
              <a:gd name="T87" fmla="*/ 885 h 903"/>
              <a:gd name="T88" fmla="*/ 174 w 362"/>
              <a:gd name="T89" fmla="*/ 903 h 903"/>
              <a:gd name="T90" fmla="*/ 202 w 362"/>
              <a:gd name="T91" fmla="*/ 894 h 903"/>
              <a:gd name="T92" fmla="*/ 211 w 362"/>
              <a:gd name="T93" fmla="*/ 779 h 903"/>
              <a:gd name="T94" fmla="*/ 283 w 362"/>
              <a:gd name="T95" fmla="*/ 750 h 903"/>
              <a:gd name="T96" fmla="*/ 336 w 362"/>
              <a:gd name="T97" fmla="*/ 694 h 903"/>
              <a:gd name="T98" fmla="*/ 361 w 362"/>
              <a:gd name="T99" fmla="*/ 619 h 903"/>
              <a:gd name="T100" fmla="*/ 350 w 362"/>
              <a:gd name="T101" fmla="*/ 538 h 903"/>
              <a:gd name="T102" fmla="*/ 307 w 362"/>
              <a:gd name="T103" fmla="*/ 474 h 903"/>
              <a:gd name="T104" fmla="*/ 242 w 362"/>
              <a:gd name="T105" fmla="*/ 432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2" h="903">
                <a:moveTo>
                  <a:pt x="211" y="718"/>
                </a:moveTo>
                <a:lnTo>
                  <a:pt x="211" y="486"/>
                </a:lnTo>
                <a:lnTo>
                  <a:pt x="220" y="489"/>
                </a:lnTo>
                <a:lnTo>
                  <a:pt x="230" y="492"/>
                </a:lnTo>
                <a:lnTo>
                  <a:pt x="238" y="496"/>
                </a:lnTo>
                <a:lnTo>
                  <a:pt x="247" y="502"/>
                </a:lnTo>
                <a:lnTo>
                  <a:pt x="255" y="507"/>
                </a:lnTo>
                <a:lnTo>
                  <a:pt x="262" y="513"/>
                </a:lnTo>
                <a:lnTo>
                  <a:pt x="268" y="520"/>
                </a:lnTo>
                <a:lnTo>
                  <a:pt x="275" y="527"/>
                </a:lnTo>
                <a:lnTo>
                  <a:pt x="281" y="536"/>
                </a:lnTo>
                <a:lnTo>
                  <a:pt x="286" y="543"/>
                </a:lnTo>
                <a:lnTo>
                  <a:pt x="291" y="553"/>
                </a:lnTo>
                <a:lnTo>
                  <a:pt x="294" y="562"/>
                </a:lnTo>
                <a:lnTo>
                  <a:pt x="297" y="571"/>
                </a:lnTo>
                <a:lnTo>
                  <a:pt x="300" y="581"/>
                </a:lnTo>
                <a:lnTo>
                  <a:pt x="301" y="592"/>
                </a:lnTo>
                <a:lnTo>
                  <a:pt x="301" y="602"/>
                </a:lnTo>
                <a:lnTo>
                  <a:pt x="301" y="612"/>
                </a:lnTo>
                <a:lnTo>
                  <a:pt x="300" y="623"/>
                </a:lnTo>
                <a:lnTo>
                  <a:pt x="297" y="632"/>
                </a:lnTo>
                <a:lnTo>
                  <a:pt x="294" y="642"/>
                </a:lnTo>
                <a:lnTo>
                  <a:pt x="291" y="651"/>
                </a:lnTo>
                <a:lnTo>
                  <a:pt x="286" y="659"/>
                </a:lnTo>
                <a:lnTo>
                  <a:pt x="281" y="668"/>
                </a:lnTo>
                <a:lnTo>
                  <a:pt x="275" y="676"/>
                </a:lnTo>
                <a:lnTo>
                  <a:pt x="268" y="684"/>
                </a:lnTo>
                <a:lnTo>
                  <a:pt x="262" y="690"/>
                </a:lnTo>
                <a:lnTo>
                  <a:pt x="255" y="697"/>
                </a:lnTo>
                <a:lnTo>
                  <a:pt x="247" y="702"/>
                </a:lnTo>
                <a:lnTo>
                  <a:pt x="238" y="708"/>
                </a:lnTo>
                <a:lnTo>
                  <a:pt x="230" y="712"/>
                </a:lnTo>
                <a:lnTo>
                  <a:pt x="220" y="715"/>
                </a:lnTo>
                <a:lnTo>
                  <a:pt x="211" y="718"/>
                </a:lnTo>
                <a:close/>
                <a:moveTo>
                  <a:pt x="150" y="417"/>
                </a:moveTo>
                <a:lnTo>
                  <a:pt x="141" y="415"/>
                </a:lnTo>
                <a:lnTo>
                  <a:pt x="131" y="410"/>
                </a:lnTo>
                <a:lnTo>
                  <a:pt x="123" y="406"/>
                </a:lnTo>
                <a:lnTo>
                  <a:pt x="114" y="401"/>
                </a:lnTo>
                <a:lnTo>
                  <a:pt x="107" y="395"/>
                </a:lnTo>
                <a:lnTo>
                  <a:pt x="99" y="389"/>
                </a:lnTo>
                <a:lnTo>
                  <a:pt x="93" y="383"/>
                </a:lnTo>
                <a:lnTo>
                  <a:pt x="86" y="375"/>
                </a:lnTo>
                <a:lnTo>
                  <a:pt x="80" y="368"/>
                </a:lnTo>
                <a:lnTo>
                  <a:pt x="75" y="359"/>
                </a:lnTo>
                <a:lnTo>
                  <a:pt x="71" y="350"/>
                </a:lnTo>
                <a:lnTo>
                  <a:pt x="67" y="341"/>
                </a:lnTo>
                <a:lnTo>
                  <a:pt x="64" y="331"/>
                </a:lnTo>
                <a:lnTo>
                  <a:pt x="61" y="321"/>
                </a:lnTo>
                <a:lnTo>
                  <a:pt x="60" y="311"/>
                </a:lnTo>
                <a:lnTo>
                  <a:pt x="60" y="301"/>
                </a:lnTo>
                <a:lnTo>
                  <a:pt x="60" y="290"/>
                </a:lnTo>
                <a:lnTo>
                  <a:pt x="61" y="281"/>
                </a:lnTo>
                <a:lnTo>
                  <a:pt x="64" y="270"/>
                </a:lnTo>
                <a:lnTo>
                  <a:pt x="67" y="261"/>
                </a:lnTo>
                <a:lnTo>
                  <a:pt x="71" y="252"/>
                </a:lnTo>
                <a:lnTo>
                  <a:pt x="75" y="243"/>
                </a:lnTo>
                <a:lnTo>
                  <a:pt x="80" y="235"/>
                </a:lnTo>
                <a:lnTo>
                  <a:pt x="86" y="227"/>
                </a:lnTo>
                <a:lnTo>
                  <a:pt x="93" y="219"/>
                </a:lnTo>
                <a:lnTo>
                  <a:pt x="99" y="212"/>
                </a:lnTo>
                <a:lnTo>
                  <a:pt x="107" y="206"/>
                </a:lnTo>
                <a:lnTo>
                  <a:pt x="114" y="200"/>
                </a:lnTo>
                <a:lnTo>
                  <a:pt x="123" y="195"/>
                </a:lnTo>
                <a:lnTo>
                  <a:pt x="131" y="191"/>
                </a:lnTo>
                <a:lnTo>
                  <a:pt x="141" y="187"/>
                </a:lnTo>
                <a:lnTo>
                  <a:pt x="150" y="184"/>
                </a:lnTo>
                <a:lnTo>
                  <a:pt x="150" y="417"/>
                </a:lnTo>
                <a:close/>
                <a:moveTo>
                  <a:pt x="211" y="424"/>
                </a:moveTo>
                <a:lnTo>
                  <a:pt x="211" y="184"/>
                </a:lnTo>
                <a:lnTo>
                  <a:pt x="220" y="187"/>
                </a:lnTo>
                <a:lnTo>
                  <a:pt x="230" y="191"/>
                </a:lnTo>
                <a:lnTo>
                  <a:pt x="238" y="195"/>
                </a:lnTo>
                <a:lnTo>
                  <a:pt x="247" y="200"/>
                </a:lnTo>
                <a:lnTo>
                  <a:pt x="255" y="206"/>
                </a:lnTo>
                <a:lnTo>
                  <a:pt x="262" y="212"/>
                </a:lnTo>
                <a:lnTo>
                  <a:pt x="268" y="219"/>
                </a:lnTo>
                <a:lnTo>
                  <a:pt x="275" y="227"/>
                </a:lnTo>
                <a:lnTo>
                  <a:pt x="281" y="235"/>
                </a:lnTo>
                <a:lnTo>
                  <a:pt x="286" y="243"/>
                </a:lnTo>
                <a:lnTo>
                  <a:pt x="291" y="252"/>
                </a:lnTo>
                <a:lnTo>
                  <a:pt x="294" y="261"/>
                </a:lnTo>
                <a:lnTo>
                  <a:pt x="297" y="270"/>
                </a:lnTo>
                <a:lnTo>
                  <a:pt x="300" y="281"/>
                </a:lnTo>
                <a:lnTo>
                  <a:pt x="301" y="290"/>
                </a:lnTo>
                <a:lnTo>
                  <a:pt x="301" y="301"/>
                </a:lnTo>
                <a:lnTo>
                  <a:pt x="302" y="306"/>
                </a:lnTo>
                <a:lnTo>
                  <a:pt x="304" y="313"/>
                </a:lnTo>
                <a:lnTo>
                  <a:pt x="306" y="317"/>
                </a:lnTo>
                <a:lnTo>
                  <a:pt x="310" y="322"/>
                </a:lnTo>
                <a:lnTo>
                  <a:pt x="315" y="326"/>
                </a:lnTo>
                <a:lnTo>
                  <a:pt x="319" y="329"/>
                </a:lnTo>
                <a:lnTo>
                  <a:pt x="325" y="330"/>
                </a:lnTo>
                <a:lnTo>
                  <a:pt x="331" y="331"/>
                </a:lnTo>
                <a:lnTo>
                  <a:pt x="337" y="330"/>
                </a:lnTo>
                <a:lnTo>
                  <a:pt x="342" y="329"/>
                </a:lnTo>
                <a:lnTo>
                  <a:pt x="348" y="326"/>
                </a:lnTo>
                <a:lnTo>
                  <a:pt x="352" y="322"/>
                </a:lnTo>
                <a:lnTo>
                  <a:pt x="356" y="317"/>
                </a:lnTo>
                <a:lnTo>
                  <a:pt x="359" y="313"/>
                </a:lnTo>
                <a:lnTo>
                  <a:pt x="361" y="306"/>
                </a:lnTo>
                <a:lnTo>
                  <a:pt x="362" y="301"/>
                </a:lnTo>
                <a:lnTo>
                  <a:pt x="361" y="284"/>
                </a:lnTo>
                <a:lnTo>
                  <a:pt x="359" y="268"/>
                </a:lnTo>
                <a:lnTo>
                  <a:pt x="354" y="253"/>
                </a:lnTo>
                <a:lnTo>
                  <a:pt x="350" y="238"/>
                </a:lnTo>
                <a:lnTo>
                  <a:pt x="344" y="223"/>
                </a:lnTo>
                <a:lnTo>
                  <a:pt x="336" y="209"/>
                </a:lnTo>
                <a:lnTo>
                  <a:pt x="327" y="196"/>
                </a:lnTo>
                <a:lnTo>
                  <a:pt x="318" y="184"/>
                </a:lnTo>
                <a:lnTo>
                  <a:pt x="307" y="172"/>
                </a:lnTo>
                <a:lnTo>
                  <a:pt x="296" y="162"/>
                </a:lnTo>
                <a:lnTo>
                  <a:pt x="283" y="153"/>
                </a:lnTo>
                <a:lnTo>
                  <a:pt x="271" y="144"/>
                </a:lnTo>
                <a:lnTo>
                  <a:pt x="257" y="137"/>
                </a:lnTo>
                <a:lnTo>
                  <a:pt x="242" y="130"/>
                </a:lnTo>
                <a:lnTo>
                  <a:pt x="227" y="126"/>
                </a:lnTo>
                <a:lnTo>
                  <a:pt x="211" y="123"/>
                </a:lnTo>
                <a:lnTo>
                  <a:pt x="211" y="30"/>
                </a:lnTo>
                <a:lnTo>
                  <a:pt x="211" y="23"/>
                </a:lnTo>
                <a:lnTo>
                  <a:pt x="208" y="18"/>
                </a:lnTo>
                <a:lnTo>
                  <a:pt x="205" y="12"/>
                </a:lnTo>
                <a:lnTo>
                  <a:pt x="202" y="8"/>
                </a:lnTo>
                <a:lnTo>
                  <a:pt x="198" y="5"/>
                </a:lnTo>
                <a:lnTo>
                  <a:pt x="192" y="2"/>
                </a:lnTo>
                <a:lnTo>
                  <a:pt x="187" y="1"/>
                </a:lnTo>
                <a:lnTo>
                  <a:pt x="181" y="0"/>
                </a:lnTo>
                <a:lnTo>
                  <a:pt x="174" y="1"/>
                </a:lnTo>
                <a:lnTo>
                  <a:pt x="169" y="2"/>
                </a:lnTo>
                <a:lnTo>
                  <a:pt x="163" y="5"/>
                </a:lnTo>
                <a:lnTo>
                  <a:pt x="159" y="8"/>
                </a:lnTo>
                <a:lnTo>
                  <a:pt x="156" y="12"/>
                </a:lnTo>
                <a:lnTo>
                  <a:pt x="153" y="18"/>
                </a:lnTo>
                <a:lnTo>
                  <a:pt x="152" y="24"/>
                </a:lnTo>
                <a:lnTo>
                  <a:pt x="150" y="30"/>
                </a:lnTo>
                <a:lnTo>
                  <a:pt x="150" y="123"/>
                </a:lnTo>
                <a:lnTo>
                  <a:pt x="134" y="126"/>
                </a:lnTo>
                <a:lnTo>
                  <a:pt x="119" y="130"/>
                </a:lnTo>
                <a:lnTo>
                  <a:pt x="105" y="137"/>
                </a:lnTo>
                <a:lnTo>
                  <a:pt x="92" y="144"/>
                </a:lnTo>
                <a:lnTo>
                  <a:pt x="78" y="153"/>
                </a:lnTo>
                <a:lnTo>
                  <a:pt x="66" y="162"/>
                </a:lnTo>
                <a:lnTo>
                  <a:pt x="54" y="172"/>
                </a:lnTo>
                <a:lnTo>
                  <a:pt x="43" y="184"/>
                </a:lnTo>
                <a:lnTo>
                  <a:pt x="34" y="196"/>
                </a:lnTo>
                <a:lnTo>
                  <a:pt x="25" y="209"/>
                </a:lnTo>
                <a:lnTo>
                  <a:pt x="18" y="223"/>
                </a:lnTo>
                <a:lnTo>
                  <a:pt x="11" y="238"/>
                </a:lnTo>
                <a:lnTo>
                  <a:pt x="7" y="253"/>
                </a:lnTo>
                <a:lnTo>
                  <a:pt x="2" y="268"/>
                </a:lnTo>
                <a:lnTo>
                  <a:pt x="0" y="284"/>
                </a:lnTo>
                <a:lnTo>
                  <a:pt x="0" y="301"/>
                </a:lnTo>
                <a:lnTo>
                  <a:pt x="0" y="317"/>
                </a:lnTo>
                <a:lnTo>
                  <a:pt x="2" y="333"/>
                </a:lnTo>
                <a:lnTo>
                  <a:pt x="7" y="349"/>
                </a:lnTo>
                <a:lnTo>
                  <a:pt x="11" y="364"/>
                </a:lnTo>
                <a:lnTo>
                  <a:pt x="18" y="378"/>
                </a:lnTo>
                <a:lnTo>
                  <a:pt x="25" y="392"/>
                </a:lnTo>
                <a:lnTo>
                  <a:pt x="34" y="405"/>
                </a:lnTo>
                <a:lnTo>
                  <a:pt x="43" y="418"/>
                </a:lnTo>
                <a:lnTo>
                  <a:pt x="54" y="430"/>
                </a:lnTo>
                <a:lnTo>
                  <a:pt x="66" y="439"/>
                </a:lnTo>
                <a:lnTo>
                  <a:pt x="78" y="449"/>
                </a:lnTo>
                <a:lnTo>
                  <a:pt x="92" y="458"/>
                </a:lnTo>
                <a:lnTo>
                  <a:pt x="105" y="465"/>
                </a:lnTo>
                <a:lnTo>
                  <a:pt x="119" y="470"/>
                </a:lnTo>
                <a:lnTo>
                  <a:pt x="134" y="476"/>
                </a:lnTo>
                <a:lnTo>
                  <a:pt x="150" y="479"/>
                </a:lnTo>
                <a:lnTo>
                  <a:pt x="150" y="718"/>
                </a:lnTo>
                <a:lnTo>
                  <a:pt x="141" y="715"/>
                </a:lnTo>
                <a:lnTo>
                  <a:pt x="131" y="712"/>
                </a:lnTo>
                <a:lnTo>
                  <a:pt x="123" y="708"/>
                </a:lnTo>
                <a:lnTo>
                  <a:pt x="114" y="702"/>
                </a:lnTo>
                <a:lnTo>
                  <a:pt x="107" y="697"/>
                </a:lnTo>
                <a:lnTo>
                  <a:pt x="99" y="690"/>
                </a:lnTo>
                <a:lnTo>
                  <a:pt x="93" y="684"/>
                </a:lnTo>
                <a:lnTo>
                  <a:pt x="86" y="676"/>
                </a:lnTo>
                <a:lnTo>
                  <a:pt x="80" y="668"/>
                </a:lnTo>
                <a:lnTo>
                  <a:pt x="75" y="660"/>
                </a:lnTo>
                <a:lnTo>
                  <a:pt x="71" y="651"/>
                </a:lnTo>
                <a:lnTo>
                  <a:pt x="67" y="642"/>
                </a:lnTo>
                <a:lnTo>
                  <a:pt x="64" y="632"/>
                </a:lnTo>
                <a:lnTo>
                  <a:pt x="61" y="623"/>
                </a:lnTo>
                <a:lnTo>
                  <a:pt x="60" y="612"/>
                </a:lnTo>
                <a:lnTo>
                  <a:pt x="60" y="602"/>
                </a:lnTo>
                <a:lnTo>
                  <a:pt x="59" y="596"/>
                </a:lnTo>
                <a:lnTo>
                  <a:pt x="58" y="591"/>
                </a:lnTo>
                <a:lnTo>
                  <a:pt x="55" y="585"/>
                </a:lnTo>
                <a:lnTo>
                  <a:pt x="52" y="581"/>
                </a:lnTo>
                <a:lnTo>
                  <a:pt x="46" y="577"/>
                </a:lnTo>
                <a:lnTo>
                  <a:pt x="42" y="575"/>
                </a:lnTo>
                <a:lnTo>
                  <a:pt x="36" y="572"/>
                </a:lnTo>
                <a:lnTo>
                  <a:pt x="30" y="571"/>
                </a:lnTo>
                <a:lnTo>
                  <a:pt x="24" y="572"/>
                </a:lnTo>
                <a:lnTo>
                  <a:pt x="19" y="575"/>
                </a:lnTo>
                <a:lnTo>
                  <a:pt x="13" y="577"/>
                </a:lnTo>
                <a:lnTo>
                  <a:pt x="9" y="581"/>
                </a:lnTo>
                <a:lnTo>
                  <a:pt x="5" y="585"/>
                </a:lnTo>
                <a:lnTo>
                  <a:pt x="2" y="591"/>
                </a:lnTo>
                <a:lnTo>
                  <a:pt x="0" y="596"/>
                </a:lnTo>
                <a:lnTo>
                  <a:pt x="0" y="602"/>
                </a:lnTo>
                <a:lnTo>
                  <a:pt x="0" y="619"/>
                </a:lnTo>
                <a:lnTo>
                  <a:pt x="2" y="635"/>
                </a:lnTo>
                <a:lnTo>
                  <a:pt x="7" y="651"/>
                </a:lnTo>
                <a:lnTo>
                  <a:pt x="11" y="666"/>
                </a:lnTo>
                <a:lnTo>
                  <a:pt x="18" y="680"/>
                </a:lnTo>
                <a:lnTo>
                  <a:pt x="25" y="694"/>
                </a:lnTo>
                <a:lnTo>
                  <a:pt x="34" y="706"/>
                </a:lnTo>
                <a:lnTo>
                  <a:pt x="43" y="719"/>
                </a:lnTo>
                <a:lnTo>
                  <a:pt x="54" y="730"/>
                </a:lnTo>
                <a:lnTo>
                  <a:pt x="66" y="741"/>
                </a:lnTo>
                <a:lnTo>
                  <a:pt x="78" y="750"/>
                </a:lnTo>
                <a:lnTo>
                  <a:pt x="92" y="759"/>
                </a:lnTo>
                <a:lnTo>
                  <a:pt x="105" y="765"/>
                </a:lnTo>
                <a:lnTo>
                  <a:pt x="119" y="772"/>
                </a:lnTo>
                <a:lnTo>
                  <a:pt x="134" y="776"/>
                </a:lnTo>
                <a:lnTo>
                  <a:pt x="150" y="779"/>
                </a:lnTo>
                <a:lnTo>
                  <a:pt x="150" y="873"/>
                </a:lnTo>
                <a:lnTo>
                  <a:pt x="152" y="879"/>
                </a:lnTo>
                <a:lnTo>
                  <a:pt x="153" y="885"/>
                </a:lnTo>
                <a:lnTo>
                  <a:pt x="156" y="890"/>
                </a:lnTo>
                <a:lnTo>
                  <a:pt x="159" y="894"/>
                </a:lnTo>
                <a:lnTo>
                  <a:pt x="163" y="897"/>
                </a:lnTo>
                <a:lnTo>
                  <a:pt x="169" y="901"/>
                </a:lnTo>
                <a:lnTo>
                  <a:pt x="174" y="903"/>
                </a:lnTo>
                <a:lnTo>
                  <a:pt x="181" y="903"/>
                </a:lnTo>
                <a:lnTo>
                  <a:pt x="187" y="903"/>
                </a:lnTo>
                <a:lnTo>
                  <a:pt x="192" y="901"/>
                </a:lnTo>
                <a:lnTo>
                  <a:pt x="198" y="897"/>
                </a:lnTo>
                <a:lnTo>
                  <a:pt x="202" y="894"/>
                </a:lnTo>
                <a:lnTo>
                  <a:pt x="205" y="890"/>
                </a:lnTo>
                <a:lnTo>
                  <a:pt x="208" y="885"/>
                </a:lnTo>
                <a:lnTo>
                  <a:pt x="211" y="879"/>
                </a:lnTo>
                <a:lnTo>
                  <a:pt x="211" y="873"/>
                </a:lnTo>
                <a:lnTo>
                  <a:pt x="211" y="779"/>
                </a:lnTo>
                <a:lnTo>
                  <a:pt x="227" y="776"/>
                </a:lnTo>
                <a:lnTo>
                  <a:pt x="242" y="772"/>
                </a:lnTo>
                <a:lnTo>
                  <a:pt x="257" y="765"/>
                </a:lnTo>
                <a:lnTo>
                  <a:pt x="271" y="758"/>
                </a:lnTo>
                <a:lnTo>
                  <a:pt x="283" y="750"/>
                </a:lnTo>
                <a:lnTo>
                  <a:pt x="296" y="741"/>
                </a:lnTo>
                <a:lnTo>
                  <a:pt x="307" y="730"/>
                </a:lnTo>
                <a:lnTo>
                  <a:pt x="318" y="719"/>
                </a:lnTo>
                <a:lnTo>
                  <a:pt x="327" y="706"/>
                </a:lnTo>
                <a:lnTo>
                  <a:pt x="336" y="694"/>
                </a:lnTo>
                <a:lnTo>
                  <a:pt x="344" y="680"/>
                </a:lnTo>
                <a:lnTo>
                  <a:pt x="350" y="666"/>
                </a:lnTo>
                <a:lnTo>
                  <a:pt x="354" y="651"/>
                </a:lnTo>
                <a:lnTo>
                  <a:pt x="359" y="635"/>
                </a:lnTo>
                <a:lnTo>
                  <a:pt x="361" y="619"/>
                </a:lnTo>
                <a:lnTo>
                  <a:pt x="362" y="602"/>
                </a:lnTo>
                <a:lnTo>
                  <a:pt x="361" y="585"/>
                </a:lnTo>
                <a:lnTo>
                  <a:pt x="359" y="569"/>
                </a:lnTo>
                <a:lnTo>
                  <a:pt x="354" y="553"/>
                </a:lnTo>
                <a:lnTo>
                  <a:pt x="350" y="538"/>
                </a:lnTo>
                <a:lnTo>
                  <a:pt x="344" y="524"/>
                </a:lnTo>
                <a:lnTo>
                  <a:pt x="336" y="510"/>
                </a:lnTo>
                <a:lnTo>
                  <a:pt x="327" y="497"/>
                </a:lnTo>
                <a:lnTo>
                  <a:pt x="318" y="484"/>
                </a:lnTo>
                <a:lnTo>
                  <a:pt x="307" y="474"/>
                </a:lnTo>
                <a:lnTo>
                  <a:pt x="296" y="463"/>
                </a:lnTo>
                <a:lnTo>
                  <a:pt x="283" y="453"/>
                </a:lnTo>
                <a:lnTo>
                  <a:pt x="271" y="445"/>
                </a:lnTo>
                <a:lnTo>
                  <a:pt x="257" y="438"/>
                </a:lnTo>
                <a:lnTo>
                  <a:pt x="242" y="432"/>
                </a:lnTo>
                <a:lnTo>
                  <a:pt x="227" y="428"/>
                </a:lnTo>
                <a:lnTo>
                  <a:pt x="211" y="4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Freeform 3073">
            <a:extLst>
              <a:ext uri="{FF2B5EF4-FFF2-40B4-BE49-F238E27FC236}">
                <a16:creationId xmlns:a16="http://schemas.microsoft.com/office/drawing/2014/main" id="{5CB4139E-6206-4100-B5F7-04315F737994}"/>
              </a:ext>
            </a:extLst>
          </p:cNvPr>
          <p:cNvSpPr>
            <a:spLocks noEditPoints="1"/>
          </p:cNvSpPr>
          <p:nvPr/>
        </p:nvSpPr>
        <p:spPr bwMode="auto">
          <a:xfrm>
            <a:off x="11072558" y="1579448"/>
            <a:ext cx="506224" cy="506224"/>
          </a:xfrm>
          <a:custGeom>
            <a:avLst/>
            <a:gdLst>
              <a:gd name="T0" fmla="*/ 620 w 720"/>
              <a:gd name="T1" fmla="*/ 289 h 719"/>
              <a:gd name="T2" fmla="*/ 600 w 720"/>
              <a:gd name="T3" fmla="*/ 278 h 719"/>
              <a:gd name="T4" fmla="*/ 636 w 720"/>
              <a:gd name="T5" fmla="*/ 145 h 719"/>
              <a:gd name="T6" fmla="*/ 695 w 720"/>
              <a:gd name="T7" fmla="*/ 114 h 719"/>
              <a:gd name="T8" fmla="*/ 680 w 720"/>
              <a:gd name="T9" fmla="*/ 209 h 719"/>
              <a:gd name="T10" fmla="*/ 645 w 720"/>
              <a:gd name="T11" fmla="*/ 270 h 719"/>
              <a:gd name="T12" fmla="*/ 425 w 720"/>
              <a:gd name="T13" fmla="*/ 278 h 719"/>
              <a:gd name="T14" fmla="*/ 416 w 720"/>
              <a:gd name="T15" fmla="*/ 280 h 719"/>
              <a:gd name="T16" fmla="*/ 298 w 720"/>
              <a:gd name="T17" fmla="*/ 282 h 719"/>
              <a:gd name="T18" fmla="*/ 261 w 720"/>
              <a:gd name="T19" fmla="*/ 160 h 719"/>
              <a:gd name="T20" fmla="*/ 332 w 720"/>
              <a:gd name="T21" fmla="*/ 150 h 719"/>
              <a:gd name="T22" fmla="*/ 364 w 720"/>
              <a:gd name="T23" fmla="*/ 101 h 719"/>
              <a:gd name="T24" fmla="*/ 462 w 720"/>
              <a:gd name="T25" fmla="*/ 158 h 719"/>
              <a:gd name="T26" fmla="*/ 49 w 720"/>
              <a:gd name="T27" fmla="*/ 236 h 719"/>
              <a:gd name="T28" fmla="*/ 29 w 720"/>
              <a:gd name="T29" fmla="*/ 170 h 719"/>
              <a:gd name="T30" fmla="*/ 24 w 720"/>
              <a:gd name="T31" fmla="*/ 72 h 719"/>
              <a:gd name="T32" fmla="*/ 90 w 720"/>
              <a:gd name="T33" fmla="*/ 177 h 719"/>
              <a:gd name="T34" fmla="*/ 129 w 720"/>
              <a:gd name="T35" fmla="*/ 298 h 719"/>
              <a:gd name="T36" fmla="*/ 91 w 720"/>
              <a:gd name="T37" fmla="*/ 284 h 719"/>
              <a:gd name="T38" fmla="*/ 719 w 720"/>
              <a:gd name="T39" fmla="*/ 69 h 719"/>
              <a:gd name="T40" fmla="*/ 712 w 720"/>
              <a:gd name="T41" fmla="*/ 50 h 719"/>
              <a:gd name="T42" fmla="*/ 644 w 720"/>
              <a:gd name="T43" fmla="*/ 21 h 719"/>
              <a:gd name="T44" fmla="*/ 632 w 720"/>
              <a:gd name="T45" fmla="*/ 0 h 719"/>
              <a:gd name="T46" fmla="*/ 77 w 720"/>
              <a:gd name="T47" fmla="*/ 13 h 719"/>
              <a:gd name="T48" fmla="*/ 12 w 720"/>
              <a:gd name="T49" fmla="*/ 48 h 719"/>
              <a:gd name="T50" fmla="*/ 0 w 720"/>
              <a:gd name="T51" fmla="*/ 66 h 719"/>
              <a:gd name="T52" fmla="*/ 6 w 720"/>
              <a:gd name="T53" fmla="*/ 177 h 719"/>
              <a:gd name="T54" fmla="*/ 29 w 720"/>
              <a:gd name="T55" fmla="*/ 250 h 719"/>
              <a:gd name="T56" fmla="*/ 73 w 720"/>
              <a:gd name="T57" fmla="*/ 302 h 719"/>
              <a:gd name="T58" fmla="*/ 130 w 720"/>
              <a:gd name="T59" fmla="*/ 322 h 719"/>
              <a:gd name="T60" fmla="*/ 195 w 720"/>
              <a:gd name="T61" fmla="*/ 379 h 719"/>
              <a:gd name="T62" fmla="*/ 288 w 720"/>
              <a:gd name="T63" fmla="*/ 441 h 719"/>
              <a:gd name="T64" fmla="*/ 312 w 720"/>
              <a:gd name="T65" fmla="*/ 476 h 719"/>
              <a:gd name="T66" fmla="*/ 316 w 720"/>
              <a:gd name="T67" fmla="*/ 529 h 719"/>
              <a:gd name="T68" fmla="*/ 299 w 720"/>
              <a:gd name="T69" fmla="*/ 596 h 719"/>
              <a:gd name="T70" fmla="*/ 262 w 720"/>
              <a:gd name="T71" fmla="*/ 628 h 719"/>
              <a:gd name="T72" fmla="*/ 204 w 720"/>
              <a:gd name="T73" fmla="*/ 635 h 719"/>
              <a:gd name="T74" fmla="*/ 192 w 720"/>
              <a:gd name="T75" fmla="*/ 707 h 719"/>
              <a:gd name="T76" fmla="*/ 515 w 720"/>
              <a:gd name="T77" fmla="*/ 719 h 719"/>
              <a:gd name="T78" fmla="*/ 527 w 720"/>
              <a:gd name="T79" fmla="*/ 647 h 719"/>
              <a:gd name="T80" fmla="*/ 501 w 720"/>
              <a:gd name="T81" fmla="*/ 635 h 719"/>
              <a:gd name="T82" fmla="*/ 445 w 720"/>
              <a:gd name="T83" fmla="*/ 618 h 719"/>
              <a:gd name="T84" fmla="*/ 412 w 720"/>
              <a:gd name="T85" fmla="*/ 577 h 719"/>
              <a:gd name="T86" fmla="*/ 401 w 720"/>
              <a:gd name="T87" fmla="*/ 511 h 719"/>
              <a:gd name="T88" fmla="*/ 410 w 720"/>
              <a:gd name="T89" fmla="*/ 470 h 719"/>
              <a:gd name="T90" fmla="*/ 443 w 720"/>
              <a:gd name="T91" fmla="*/ 431 h 719"/>
              <a:gd name="T92" fmla="*/ 537 w 720"/>
              <a:gd name="T93" fmla="*/ 367 h 719"/>
              <a:gd name="T94" fmla="*/ 601 w 720"/>
              <a:gd name="T95" fmla="*/ 321 h 719"/>
              <a:gd name="T96" fmla="*/ 653 w 720"/>
              <a:gd name="T97" fmla="*/ 295 h 719"/>
              <a:gd name="T98" fmla="*/ 696 w 720"/>
              <a:gd name="T99" fmla="*/ 233 h 719"/>
              <a:gd name="T100" fmla="*/ 718 w 720"/>
              <a:gd name="T101" fmla="*/ 141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0" h="719">
                <a:moveTo>
                  <a:pt x="645" y="270"/>
                </a:moveTo>
                <a:lnTo>
                  <a:pt x="640" y="276"/>
                </a:lnTo>
                <a:lnTo>
                  <a:pt x="633" y="280"/>
                </a:lnTo>
                <a:lnTo>
                  <a:pt x="627" y="284"/>
                </a:lnTo>
                <a:lnTo>
                  <a:pt x="620" y="289"/>
                </a:lnTo>
                <a:lnTo>
                  <a:pt x="614" y="291"/>
                </a:lnTo>
                <a:lnTo>
                  <a:pt x="606" y="295"/>
                </a:lnTo>
                <a:lnTo>
                  <a:pt x="599" y="296"/>
                </a:lnTo>
                <a:lnTo>
                  <a:pt x="590" y="298"/>
                </a:lnTo>
                <a:lnTo>
                  <a:pt x="600" y="278"/>
                </a:lnTo>
                <a:lnTo>
                  <a:pt x="609" y="257"/>
                </a:lnTo>
                <a:lnTo>
                  <a:pt x="618" y="233"/>
                </a:lnTo>
                <a:lnTo>
                  <a:pt x="625" y="207"/>
                </a:lnTo>
                <a:lnTo>
                  <a:pt x="631" y="177"/>
                </a:lnTo>
                <a:lnTo>
                  <a:pt x="636" y="145"/>
                </a:lnTo>
                <a:lnTo>
                  <a:pt x="639" y="110"/>
                </a:lnTo>
                <a:lnTo>
                  <a:pt x="643" y="72"/>
                </a:lnTo>
                <a:lnTo>
                  <a:pt x="695" y="72"/>
                </a:lnTo>
                <a:lnTo>
                  <a:pt x="695" y="90"/>
                </a:lnTo>
                <a:lnTo>
                  <a:pt x="695" y="114"/>
                </a:lnTo>
                <a:lnTo>
                  <a:pt x="694" y="140"/>
                </a:lnTo>
                <a:lnTo>
                  <a:pt x="690" y="167"/>
                </a:lnTo>
                <a:lnTo>
                  <a:pt x="687" y="182"/>
                </a:lnTo>
                <a:lnTo>
                  <a:pt x="684" y="196"/>
                </a:lnTo>
                <a:lnTo>
                  <a:pt x="680" y="209"/>
                </a:lnTo>
                <a:lnTo>
                  <a:pt x="675" y="223"/>
                </a:lnTo>
                <a:lnTo>
                  <a:pt x="669" y="236"/>
                </a:lnTo>
                <a:lnTo>
                  <a:pt x="662" y="248"/>
                </a:lnTo>
                <a:lnTo>
                  <a:pt x="655" y="259"/>
                </a:lnTo>
                <a:lnTo>
                  <a:pt x="645" y="270"/>
                </a:lnTo>
                <a:lnTo>
                  <a:pt x="645" y="270"/>
                </a:lnTo>
                <a:close/>
                <a:moveTo>
                  <a:pt x="460" y="160"/>
                </a:moveTo>
                <a:lnTo>
                  <a:pt x="402" y="205"/>
                </a:lnTo>
                <a:lnTo>
                  <a:pt x="425" y="273"/>
                </a:lnTo>
                <a:lnTo>
                  <a:pt x="425" y="278"/>
                </a:lnTo>
                <a:lnTo>
                  <a:pt x="424" y="280"/>
                </a:lnTo>
                <a:lnTo>
                  <a:pt x="421" y="282"/>
                </a:lnTo>
                <a:lnTo>
                  <a:pt x="420" y="282"/>
                </a:lnTo>
                <a:lnTo>
                  <a:pt x="418" y="282"/>
                </a:lnTo>
                <a:lnTo>
                  <a:pt x="416" y="280"/>
                </a:lnTo>
                <a:lnTo>
                  <a:pt x="360" y="235"/>
                </a:lnTo>
                <a:lnTo>
                  <a:pt x="304" y="280"/>
                </a:lnTo>
                <a:lnTo>
                  <a:pt x="303" y="282"/>
                </a:lnTo>
                <a:lnTo>
                  <a:pt x="300" y="282"/>
                </a:lnTo>
                <a:lnTo>
                  <a:pt x="298" y="282"/>
                </a:lnTo>
                <a:lnTo>
                  <a:pt x="297" y="280"/>
                </a:lnTo>
                <a:lnTo>
                  <a:pt x="294" y="278"/>
                </a:lnTo>
                <a:lnTo>
                  <a:pt x="294" y="273"/>
                </a:lnTo>
                <a:lnTo>
                  <a:pt x="317" y="205"/>
                </a:lnTo>
                <a:lnTo>
                  <a:pt x="261" y="160"/>
                </a:lnTo>
                <a:lnTo>
                  <a:pt x="259" y="158"/>
                </a:lnTo>
                <a:lnTo>
                  <a:pt x="259" y="154"/>
                </a:lnTo>
                <a:lnTo>
                  <a:pt x="261" y="151"/>
                </a:lnTo>
                <a:lnTo>
                  <a:pt x="264" y="150"/>
                </a:lnTo>
                <a:lnTo>
                  <a:pt x="332" y="150"/>
                </a:lnTo>
                <a:lnTo>
                  <a:pt x="354" y="101"/>
                </a:lnTo>
                <a:lnTo>
                  <a:pt x="356" y="97"/>
                </a:lnTo>
                <a:lnTo>
                  <a:pt x="358" y="97"/>
                </a:lnTo>
                <a:lnTo>
                  <a:pt x="362" y="97"/>
                </a:lnTo>
                <a:lnTo>
                  <a:pt x="364" y="101"/>
                </a:lnTo>
                <a:lnTo>
                  <a:pt x="388" y="150"/>
                </a:lnTo>
                <a:lnTo>
                  <a:pt x="456" y="150"/>
                </a:lnTo>
                <a:lnTo>
                  <a:pt x="460" y="151"/>
                </a:lnTo>
                <a:lnTo>
                  <a:pt x="462" y="154"/>
                </a:lnTo>
                <a:lnTo>
                  <a:pt x="462" y="158"/>
                </a:lnTo>
                <a:lnTo>
                  <a:pt x="460" y="160"/>
                </a:lnTo>
                <a:close/>
                <a:moveTo>
                  <a:pt x="72" y="270"/>
                </a:moveTo>
                <a:lnTo>
                  <a:pt x="63" y="260"/>
                </a:lnTo>
                <a:lnTo>
                  <a:pt x="55" y="248"/>
                </a:lnTo>
                <a:lnTo>
                  <a:pt x="49" y="236"/>
                </a:lnTo>
                <a:lnTo>
                  <a:pt x="43" y="225"/>
                </a:lnTo>
                <a:lnTo>
                  <a:pt x="38" y="211"/>
                </a:lnTo>
                <a:lnTo>
                  <a:pt x="35" y="198"/>
                </a:lnTo>
                <a:lnTo>
                  <a:pt x="31" y="184"/>
                </a:lnTo>
                <a:lnTo>
                  <a:pt x="29" y="170"/>
                </a:lnTo>
                <a:lnTo>
                  <a:pt x="27" y="142"/>
                </a:lnTo>
                <a:lnTo>
                  <a:pt x="24" y="116"/>
                </a:lnTo>
                <a:lnTo>
                  <a:pt x="24" y="9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78" y="72"/>
                </a:lnTo>
                <a:lnTo>
                  <a:pt x="80" y="110"/>
                </a:lnTo>
                <a:lnTo>
                  <a:pt x="85" y="145"/>
                </a:lnTo>
                <a:lnTo>
                  <a:pt x="90" y="177"/>
                </a:lnTo>
                <a:lnTo>
                  <a:pt x="96" y="207"/>
                </a:lnTo>
                <a:lnTo>
                  <a:pt x="103" y="233"/>
                </a:lnTo>
                <a:lnTo>
                  <a:pt x="111" y="257"/>
                </a:lnTo>
                <a:lnTo>
                  <a:pt x="119" y="278"/>
                </a:lnTo>
                <a:lnTo>
                  <a:pt x="129" y="298"/>
                </a:lnTo>
                <a:lnTo>
                  <a:pt x="121" y="296"/>
                </a:lnTo>
                <a:lnTo>
                  <a:pt x="112" y="295"/>
                </a:lnTo>
                <a:lnTo>
                  <a:pt x="105" y="291"/>
                </a:lnTo>
                <a:lnTo>
                  <a:pt x="98" y="289"/>
                </a:lnTo>
                <a:lnTo>
                  <a:pt x="91" y="284"/>
                </a:lnTo>
                <a:lnTo>
                  <a:pt x="84" y="280"/>
                </a:lnTo>
                <a:lnTo>
                  <a:pt x="78" y="276"/>
                </a:lnTo>
                <a:lnTo>
                  <a:pt x="72" y="270"/>
                </a:lnTo>
                <a:lnTo>
                  <a:pt x="72" y="270"/>
                </a:lnTo>
                <a:close/>
                <a:moveTo>
                  <a:pt x="719" y="69"/>
                </a:moveTo>
                <a:lnTo>
                  <a:pt x="719" y="64"/>
                </a:lnTo>
                <a:lnTo>
                  <a:pt x="719" y="60"/>
                </a:lnTo>
                <a:lnTo>
                  <a:pt x="719" y="56"/>
                </a:lnTo>
                <a:lnTo>
                  <a:pt x="715" y="52"/>
                </a:lnTo>
                <a:lnTo>
                  <a:pt x="712" y="50"/>
                </a:lnTo>
                <a:lnTo>
                  <a:pt x="707" y="48"/>
                </a:lnTo>
                <a:lnTo>
                  <a:pt x="643" y="48"/>
                </a:lnTo>
                <a:lnTo>
                  <a:pt x="644" y="39"/>
                </a:lnTo>
                <a:lnTo>
                  <a:pt x="644" y="31"/>
                </a:lnTo>
                <a:lnTo>
                  <a:pt x="644" y="21"/>
                </a:lnTo>
                <a:lnTo>
                  <a:pt x="644" y="13"/>
                </a:lnTo>
                <a:lnTo>
                  <a:pt x="643" y="8"/>
                </a:lnTo>
                <a:lnTo>
                  <a:pt x="640" y="3"/>
                </a:lnTo>
                <a:lnTo>
                  <a:pt x="637" y="1"/>
                </a:lnTo>
                <a:lnTo>
                  <a:pt x="632" y="0"/>
                </a:lnTo>
                <a:lnTo>
                  <a:pt x="88" y="0"/>
                </a:lnTo>
                <a:lnTo>
                  <a:pt x="84" y="1"/>
                </a:lnTo>
                <a:lnTo>
                  <a:pt x="80" y="3"/>
                </a:lnTo>
                <a:lnTo>
                  <a:pt x="78" y="8"/>
                </a:lnTo>
                <a:lnTo>
                  <a:pt x="77" y="13"/>
                </a:lnTo>
                <a:lnTo>
                  <a:pt x="77" y="21"/>
                </a:lnTo>
                <a:lnTo>
                  <a:pt x="77" y="31"/>
                </a:lnTo>
                <a:lnTo>
                  <a:pt x="77" y="39"/>
                </a:lnTo>
                <a:lnTo>
                  <a:pt x="77" y="48"/>
                </a:lnTo>
                <a:lnTo>
                  <a:pt x="12" y="48"/>
                </a:lnTo>
                <a:lnTo>
                  <a:pt x="8" y="50"/>
                </a:lnTo>
                <a:lnTo>
                  <a:pt x="4" y="52"/>
                </a:lnTo>
                <a:lnTo>
                  <a:pt x="2" y="56"/>
                </a:lnTo>
                <a:lnTo>
                  <a:pt x="0" y="60"/>
                </a:lnTo>
                <a:lnTo>
                  <a:pt x="0" y="66"/>
                </a:lnTo>
                <a:lnTo>
                  <a:pt x="0" y="72"/>
                </a:lnTo>
                <a:lnTo>
                  <a:pt x="0" y="94"/>
                </a:lnTo>
                <a:lnTo>
                  <a:pt x="0" y="119"/>
                </a:lnTo>
                <a:lnTo>
                  <a:pt x="3" y="147"/>
                </a:lnTo>
                <a:lnTo>
                  <a:pt x="6" y="177"/>
                </a:lnTo>
                <a:lnTo>
                  <a:pt x="9" y="192"/>
                </a:lnTo>
                <a:lnTo>
                  <a:pt x="12" y="207"/>
                </a:lnTo>
                <a:lnTo>
                  <a:pt x="17" y="222"/>
                </a:lnTo>
                <a:lnTo>
                  <a:pt x="22" y="236"/>
                </a:lnTo>
                <a:lnTo>
                  <a:pt x="29" y="250"/>
                </a:lnTo>
                <a:lnTo>
                  <a:pt x="36" y="263"/>
                </a:lnTo>
                <a:lnTo>
                  <a:pt x="44" y="276"/>
                </a:lnTo>
                <a:lnTo>
                  <a:pt x="55" y="286"/>
                </a:lnTo>
                <a:lnTo>
                  <a:pt x="63" y="295"/>
                </a:lnTo>
                <a:lnTo>
                  <a:pt x="73" y="302"/>
                </a:lnTo>
                <a:lnTo>
                  <a:pt x="84" y="308"/>
                </a:lnTo>
                <a:lnTo>
                  <a:pt x="94" y="314"/>
                </a:lnTo>
                <a:lnTo>
                  <a:pt x="106" y="317"/>
                </a:lnTo>
                <a:lnTo>
                  <a:pt x="118" y="321"/>
                </a:lnTo>
                <a:lnTo>
                  <a:pt x="130" y="322"/>
                </a:lnTo>
                <a:lnTo>
                  <a:pt x="143" y="323"/>
                </a:lnTo>
                <a:lnTo>
                  <a:pt x="156" y="340"/>
                </a:lnTo>
                <a:lnTo>
                  <a:pt x="169" y="355"/>
                </a:lnTo>
                <a:lnTo>
                  <a:pt x="182" y="368"/>
                </a:lnTo>
                <a:lnTo>
                  <a:pt x="195" y="379"/>
                </a:lnTo>
                <a:lnTo>
                  <a:pt x="222" y="398"/>
                </a:lnTo>
                <a:lnTo>
                  <a:pt x="248" y="414"/>
                </a:lnTo>
                <a:lnTo>
                  <a:pt x="262" y="423"/>
                </a:lnTo>
                <a:lnTo>
                  <a:pt x="276" y="433"/>
                </a:lnTo>
                <a:lnTo>
                  <a:pt x="288" y="441"/>
                </a:lnTo>
                <a:lnTo>
                  <a:pt x="298" y="452"/>
                </a:lnTo>
                <a:lnTo>
                  <a:pt x="303" y="456"/>
                </a:lnTo>
                <a:lnTo>
                  <a:pt x="306" y="462"/>
                </a:lnTo>
                <a:lnTo>
                  <a:pt x="310" y="470"/>
                </a:lnTo>
                <a:lnTo>
                  <a:pt x="312" y="476"/>
                </a:lnTo>
                <a:lnTo>
                  <a:pt x="314" y="484"/>
                </a:lnTo>
                <a:lnTo>
                  <a:pt x="316" y="492"/>
                </a:lnTo>
                <a:lnTo>
                  <a:pt x="317" y="500"/>
                </a:lnTo>
                <a:lnTo>
                  <a:pt x="317" y="510"/>
                </a:lnTo>
                <a:lnTo>
                  <a:pt x="316" y="529"/>
                </a:lnTo>
                <a:lnTo>
                  <a:pt x="314" y="546"/>
                </a:lnTo>
                <a:lnTo>
                  <a:pt x="312" y="561"/>
                </a:lnTo>
                <a:lnTo>
                  <a:pt x="308" y="574"/>
                </a:lnTo>
                <a:lnTo>
                  <a:pt x="305" y="586"/>
                </a:lnTo>
                <a:lnTo>
                  <a:pt x="299" y="596"/>
                </a:lnTo>
                <a:lnTo>
                  <a:pt x="293" y="605"/>
                </a:lnTo>
                <a:lnTo>
                  <a:pt x="287" y="612"/>
                </a:lnTo>
                <a:lnTo>
                  <a:pt x="279" y="618"/>
                </a:lnTo>
                <a:lnTo>
                  <a:pt x="270" y="623"/>
                </a:lnTo>
                <a:lnTo>
                  <a:pt x="262" y="628"/>
                </a:lnTo>
                <a:lnTo>
                  <a:pt x="251" y="630"/>
                </a:lnTo>
                <a:lnTo>
                  <a:pt x="241" y="633"/>
                </a:lnTo>
                <a:lnTo>
                  <a:pt x="230" y="634"/>
                </a:lnTo>
                <a:lnTo>
                  <a:pt x="217" y="635"/>
                </a:lnTo>
                <a:lnTo>
                  <a:pt x="204" y="635"/>
                </a:lnTo>
                <a:lnTo>
                  <a:pt x="199" y="636"/>
                </a:lnTo>
                <a:lnTo>
                  <a:pt x="195" y="638"/>
                </a:lnTo>
                <a:lnTo>
                  <a:pt x="193" y="642"/>
                </a:lnTo>
                <a:lnTo>
                  <a:pt x="192" y="647"/>
                </a:lnTo>
                <a:lnTo>
                  <a:pt x="192" y="707"/>
                </a:lnTo>
                <a:lnTo>
                  <a:pt x="193" y="711"/>
                </a:lnTo>
                <a:lnTo>
                  <a:pt x="195" y="716"/>
                </a:lnTo>
                <a:lnTo>
                  <a:pt x="199" y="718"/>
                </a:lnTo>
                <a:lnTo>
                  <a:pt x="204" y="719"/>
                </a:lnTo>
                <a:lnTo>
                  <a:pt x="515" y="719"/>
                </a:lnTo>
                <a:lnTo>
                  <a:pt x="520" y="718"/>
                </a:lnTo>
                <a:lnTo>
                  <a:pt x="524" y="716"/>
                </a:lnTo>
                <a:lnTo>
                  <a:pt x="526" y="711"/>
                </a:lnTo>
                <a:lnTo>
                  <a:pt x="527" y="707"/>
                </a:lnTo>
                <a:lnTo>
                  <a:pt x="527" y="647"/>
                </a:lnTo>
                <a:lnTo>
                  <a:pt x="526" y="642"/>
                </a:lnTo>
                <a:lnTo>
                  <a:pt x="524" y="638"/>
                </a:lnTo>
                <a:lnTo>
                  <a:pt x="520" y="636"/>
                </a:lnTo>
                <a:lnTo>
                  <a:pt x="515" y="635"/>
                </a:lnTo>
                <a:lnTo>
                  <a:pt x="501" y="635"/>
                </a:lnTo>
                <a:lnTo>
                  <a:pt x="488" y="634"/>
                </a:lnTo>
                <a:lnTo>
                  <a:pt x="476" y="631"/>
                </a:lnTo>
                <a:lnTo>
                  <a:pt x="464" y="628"/>
                </a:lnTo>
                <a:lnTo>
                  <a:pt x="455" y="623"/>
                </a:lnTo>
                <a:lnTo>
                  <a:pt x="445" y="618"/>
                </a:lnTo>
                <a:lnTo>
                  <a:pt x="437" y="612"/>
                </a:lnTo>
                <a:lnTo>
                  <a:pt x="429" y="605"/>
                </a:lnTo>
                <a:lnTo>
                  <a:pt x="423" y="597"/>
                </a:lnTo>
                <a:lnTo>
                  <a:pt x="417" y="587"/>
                </a:lnTo>
                <a:lnTo>
                  <a:pt x="412" y="577"/>
                </a:lnTo>
                <a:lnTo>
                  <a:pt x="408" y="566"/>
                </a:lnTo>
                <a:lnTo>
                  <a:pt x="405" y="554"/>
                </a:lnTo>
                <a:lnTo>
                  <a:pt x="402" y="541"/>
                </a:lnTo>
                <a:lnTo>
                  <a:pt x="401" y="525"/>
                </a:lnTo>
                <a:lnTo>
                  <a:pt x="401" y="511"/>
                </a:lnTo>
                <a:lnTo>
                  <a:pt x="401" y="500"/>
                </a:lnTo>
                <a:lnTo>
                  <a:pt x="402" y="492"/>
                </a:lnTo>
                <a:lnTo>
                  <a:pt x="404" y="484"/>
                </a:lnTo>
                <a:lnTo>
                  <a:pt x="406" y="476"/>
                </a:lnTo>
                <a:lnTo>
                  <a:pt x="410" y="470"/>
                </a:lnTo>
                <a:lnTo>
                  <a:pt x="412" y="462"/>
                </a:lnTo>
                <a:lnTo>
                  <a:pt x="417" y="456"/>
                </a:lnTo>
                <a:lnTo>
                  <a:pt x="420" y="451"/>
                </a:lnTo>
                <a:lnTo>
                  <a:pt x="431" y="441"/>
                </a:lnTo>
                <a:lnTo>
                  <a:pt x="443" y="431"/>
                </a:lnTo>
                <a:lnTo>
                  <a:pt x="456" y="423"/>
                </a:lnTo>
                <a:lnTo>
                  <a:pt x="471" y="414"/>
                </a:lnTo>
                <a:lnTo>
                  <a:pt x="498" y="398"/>
                </a:lnTo>
                <a:lnTo>
                  <a:pt x="524" y="379"/>
                </a:lnTo>
                <a:lnTo>
                  <a:pt x="537" y="367"/>
                </a:lnTo>
                <a:lnTo>
                  <a:pt x="550" y="354"/>
                </a:lnTo>
                <a:lnTo>
                  <a:pt x="563" y="340"/>
                </a:lnTo>
                <a:lnTo>
                  <a:pt x="575" y="323"/>
                </a:lnTo>
                <a:lnTo>
                  <a:pt x="588" y="322"/>
                </a:lnTo>
                <a:lnTo>
                  <a:pt x="601" y="321"/>
                </a:lnTo>
                <a:lnTo>
                  <a:pt x="612" y="317"/>
                </a:lnTo>
                <a:lnTo>
                  <a:pt x="624" y="314"/>
                </a:lnTo>
                <a:lnTo>
                  <a:pt x="634" y="308"/>
                </a:lnTo>
                <a:lnTo>
                  <a:pt x="644" y="302"/>
                </a:lnTo>
                <a:lnTo>
                  <a:pt x="653" y="295"/>
                </a:lnTo>
                <a:lnTo>
                  <a:pt x="663" y="286"/>
                </a:lnTo>
                <a:lnTo>
                  <a:pt x="672" y="274"/>
                </a:lnTo>
                <a:lnTo>
                  <a:pt x="682" y="261"/>
                </a:lnTo>
                <a:lnTo>
                  <a:pt x="690" y="248"/>
                </a:lnTo>
                <a:lnTo>
                  <a:pt x="696" y="233"/>
                </a:lnTo>
                <a:lnTo>
                  <a:pt x="702" y="219"/>
                </a:lnTo>
                <a:lnTo>
                  <a:pt x="707" y="203"/>
                </a:lnTo>
                <a:lnTo>
                  <a:pt x="711" y="188"/>
                </a:lnTo>
                <a:lnTo>
                  <a:pt x="713" y="171"/>
                </a:lnTo>
                <a:lnTo>
                  <a:pt x="718" y="141"/>
                </a:lnTo>
                <a:lnTo>
                  <a:pt x="719" y="113"/>
                </a:lnTo>
                <a:lnTo>
                  <a:pt x="720" y="88"/>
                </a:lnTo>
                <a:lnTo>
                  <a:pt x="719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Графіка 9" descr="Учитель">
            <a:extLst>
              <a:ext uri="{FF2B5EF4-FFF2-40B4-BE49-F238E27FC236}">
                <a16:creationId xmlns:a16="http://schemas.microsoft.com/office/drawing/2014/main" id="{DB4429BA-C807-658D-0128-BADE7BDB8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5024" y="3093624"/>
            <a:ext cx="718319" cy="718319"/>
          </a:xfrm>
          <a:prstGeom prst="rect">
            <a:avLst/>
          </a:prstGeom>
        </p:spPr>
      </p:pic>
      <p:pic>
        <p:nvPicPr>
          <p:cNvPr id="12" name="Графіка 11" descr="Лампочка та триб">
            <a:extLst>
              <a:ext uri="{FF2B5EF4-FFF2-40B4-BE49-F238E27FC236}">
                <a16:creationId xmlns:a16="http://schemas.microsoft.com/office/drawing/2014/main" id="{7A2A43C2-A21D-5264-9811-F8D93CF7A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6065" y="3080124"/>
            <a:ext cx="745317" cy="745317"/>
          </a:xfrm>
          <a:prstGeom prst="rect">
            <a:avLst/>
          </a:prstGeom>
        </p:spPr>
      </p:pic>
      <p:pic>
        <p:nvPicPr>
          <p:cNvPr id="15" name="Графіка 14" descr="Секундомір">
            <a:extLst>
              <a:ext uri="{FF2B5EF4-FFF2-40B4-BE49-F238E27FC236}">
                <a16:creationId xmlns:a16="http://schemas.microsoft.com/office/drawing/2014/main" id="{282A2001-CAE0-5CBA-C16B-5B9320B7AE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8363" y="3097443"/>
            <a:ext cx="670330" cy="6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9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3600" dirty="0">
                <a:latin typeface="+mj-lt"/>
              </a:rPr>
              <a:t>АКТУАЛЬНІСТЬ ПРОЄКТУ</a:t>
            </a:r>
            <a:endParaRPr lang="en-US" sz="3600" dirty="0"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4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9738651-02F4-4649-8AE7-2E5CBF61784D}"/>
              </a:ext>
            </a:extLst>
          </p:cNvPr>
          <p:cNvGrpSpPr/>
          <p:nvPr/>
        </p:nvGrpSpPr>
        <p:grpSpPr>
          <a:xfrm>
            <a:off x="552349" y="1672858"/>
            <a:ext cx="11090478" cy="3918684"/>
            <a:chOff x="1150938" y="1417637"/>
            <a:chExt cx="9893300" cy="3495676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705626B2-548B-491E-9541-6845DC766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074" y="3439739"/>
              <a:ext cx="975805" cy="973884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C92A7406-85C3-49AE-AA28-A1F88CBB8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499" y="1913819"/>
              <a:ext cx="975805" cy="9777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9">
              <a:extLst>
                <a:ext uri="{FF2B5EF4-FFF2-40B4-BE49-F238E27FC236}">
                  <a16:creationId xmlns:a16="http://schemas.microsoft.com/office/drawing/2014/main" id="{E6D72D63-140A-496E-BBC5-ADE7CF585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5936" y="3439739"/>
              <a:ext cx="975805" cy="97388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11">
              <a:extLst>
                <a:ext uri="{FF2B5EF4-FFF2-40B4-BE49-F238E27FC236}">
                  <a16:creationId xmlns:a16="http://schemas.microsoft.com/office/drawing/2014/main" id="{318E7E5D-BA8F-4821-866B-AEA870C0F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069" y="1913819"/>
              <a:ext cx="977726" cy="97772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D0EC10B8-D9C5-4677-8802-89920C7BD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915" y="1913819"/>
              <a:ext cx="973884" cy="9777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9DDA1900-7546-4833-A58F-960D2F6FA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188" y="1417637"/>
              <a:ext cx="2432050" cy="1971675"/>
            </a:xfrm>
            <a:custGeom>
              <a:avLst/>
              <a:gdLst>
                <a:gd name="T0" fmla="*/ 928 w 1015"/>
                <a:gd name="T1" fmla="*/ 541 h 823"/>
                <a:gd name="T2" fmla="*/ 928 w 1015"/>
                <a:gd name="T3" fmla="*/ 456 h 823"/>
                <a:gd name="T4" fmla="*/ 789 w 1015"/>
                <a:gd name="T5" fmla="*/ 133 h 823"/>
                <a:gd name="T6" fmla="*/ 464 w 1015"/>
                <a:gd name="T7" fmla="*/ 0 h 823"/>
                <a:gd name="T8" fmla="*/ 0 w 1015"/>
                <a:gd name="T9" fmla="*/ 464 h 823"/>
                <a:gd name="T10" fmla="*/ 0 w 1015"/>
                <a:gd name="T11" fmla="*/ 724 h 823"/>
                <a:gd name="T12" fmla="*/ 73 w 1015"/>
                <a:gd name="T13" fmla="*/ 597 h 823"/>
                <a:gd name="T14" fmla="*/ 152 w 1015"/>
                <a:gd name="T15" fmla="*/ 735 h 823"/>
                <a:gd name="T16" fmla="*/ 152 w 1015"/>
                <a:gd name="T17" fmla="*/ 464 h 823"/>
                <a:gd name="T18" fmla="*/ 464 w 1015"/>
                <a:gd name="T19" fmla="*/ 152 h 823"/>
                <a:gd name="T20" fmla="*/ 683 w 1015"/>
                <a:gd name="T21" fmla="*/ 242 h 823"/>
                <a:gd name="T22" fmla="*/ 776 w 1015"/>
                <a:gd name="T23" fmla="*/ 458 h 823"/>
                <a:gd name="T24" fmla="*/ 776 w 1015"/>
                <a:gd name="T25" fmla="*/ 541 h 823"/>
                <a:gd name="T26" fmla="*/ 689 w 1015"/>
                <a:gd name="T27" fmla="*/ 541 h 823"/>
                <a:gd name="T28" fmla="*/ 852 w 1015"/>
                <a:gd name="T29" fmla="*/ 823 h 823"/>
                <a:gd name="T30" fmla="*/ 1015 w 1015"/>
                <a:gd name="T31" fmla="*/ 541 h 823"/>
                <a:gd name="T32" fmla="*/ 928 w 1015"/>
                <a:gd name="T33" fmla="*/ 54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928" y="541"/>
                  </a:move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89" y="133"/>
                  </a:cubicBezTo>
                  <a:cubicBezTo>
                    <a:pt x="702" y="47"/>
                    <a:pt x="586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724"/>
                    <a:pt x="0" y="724"/>
                    <a:pt x="0" y="724"/>
                  </a:cubicBezTo>
                  <a:cubicBezTo>
                    <a:pt x="73" y="597"/>
                    <a:pt x="73" y="597"/>
                    <a:pt x="73" y="597"/>
                  </a:cubicBezTo>
                  <a:cubicBezTo>
                    <a:pt x="152" y="735"/>
                    <a:pt x="152" y="735"/>
                    <a:pt x="152" y="735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6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cubicBezTo>
                    <a:pt x="1015" y="541"/>
                    <a:pt x="1015" y="541"/>
                    <a:pt x="1015" y="541"/>
                  </a:cubicBezTo>
                  <a:lnTo>
                    <a:pt x="928" y="541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3B5FABD2-2141-48BD-A736-462BEBCE3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941638"/>
              <a:ext cx="2432050" cy="1971675"/>
            </a:xfrm>
            <a:custGeom>
              <a:avLst/>
              <a:gdLst>
                <a:gd name="T0" fmla="*/ 852 w 1015"/>
                <a:gd name="T1" fmla="*/ 0 h 823"/>
                <a:gd name="T2" fmla="*/ 689 w 1015"/>
                <a:gd name="T3" fmla="*/ 282 h 823"/>
                <a:gd name="T4" fmla="*/ 775 w 1015"/>
                <a:gd name="T5" fmla="*/ 282 h 823"/>
                <a:gd name="T6" fmla="*/ 775 w 1015"/>
                <a:gd name="T7" fmla="*/ 365 h 823"/>
                <a:gd name="T8" fmla="*/ 682 w 1015"/>
                <a:gd name="T9" fmla="*/ 581 h 823"/>
                <a:gd name="T10" fmla="*/ 464 w 1015"/>
                <a:gd name="T11" fmla="*/ 670 h 823"/>
                <a:gd name="T12" fmla="*/ 152 w 1015"/>
                <a:gd name="T13" fmla="*/ 358 h 823"/>
                <a:gd name="T14" fmla="*/ 152 w 1015"/>
                <a:gd name="T15" fmla="*/ 90 h 823"/>
                <a:gd name="T16" fmla="*/ 74 w 1015"/>
                <a:gd name="T17" fmla="*/ 225 h 823"/>
                <a:gd name="T18" fmla="*/ 0 w 1015"/>
                <a:gd name="T19" fmla="*/ 96 h 823"/>
                <a:gd name="T20" fmla="*/ 0 w 1015"/>
                <a:gd name="T21" fmla="*/ 358 h 823"/>
                <a:gd name="T22" fmla="*/ 464 w 1015"/>
                <a:gd name="T23" fmla="*/ 823 h 823"/>
                <a:gd name="T24" fmla="*/ 789 w 1015"/>
                <a:gd name="T25" fmla="*/ 690 h 823"/>
                <a:gd name="T26" fmla="*/ 928 w 1015"/>
                <a:gd name="T27" fmla="*/ 367 h 823"/>
                <a:gd name="T28" fmla="*/ 928 w 1015"/>
                <a:gd name="T29" fmla="*/ 282 h 823"/>
                <a:gd name="T30" fmla="*/ 1015 w 1015"/>
                <a:gd name="T31" fmla="*/ 282 h 823"/>
                <a:gd name="T32" fmla="*/ 852 w 1015"/>
                <a:gd name="T33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852" y="0"/>
                  </a:moveTo>
                  <a:cubicBezTo>
                    <a:pt x="689" y="282"/>
                    <a:pt x="689" y="282"/>
                    <a:pt x="689" y="282"/>
                  </a:cubicBezTo>
                  <a:cubicBezTo>
                    <a:pt x="775" y="282"/>
                    <a:pt x="775" y="282"/>
                    <a:pt x="775" y="282"/>
                  </a:cubicBezTo>
                  <a:cubicBezTo>
                    <a:pt x="775" y="365"/>
                    <a:pt x="775" y="365"/>
                    <a:pt x="775" y="365"/>
                  </a:cubicBezTo>
                  <a:cubicBezTo>
                    <a:pt x="774" y="447"/>
                    <a:pt x="741" y="523"/>
                    <a:pt x="682" y="581"/>
                  </a:cubicBezTo>
                  <a:cubicBezTo>
                    <a:pt x="624" y="639"/>
                    <a:pt x="546" y="670"/>
                    <a:pt x="464" y="670"/>
                  </a:cubicBezTo>
                  <a:cubicBezTo>
                    <a:pt x="292" y="670"/>
                    <a:pt x="152" y="530"/>
                    <a:pt x="152" y="358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614"/>
                    <a:pt x="208" y="823"/>
                    <a:pt x="464" y="823"/>
                  </a:cubicBezTo>
                  <a:cubicBezTo>
                    <a:pt x="586" y="823"/>
                    <a:pt x="702" y="775"/>
                    <a:pt x="789" y="690"/>
                  </a:cubicBezTo>
                  <a:cubicBezTo>
                    <a:pt x="876" y="604"/>
                    <a:pt x="926" y="489"/>
                    <a:pt x="928" y="367"/>
                  </a:cubicBezTo>
                  <a:cubicBezTo>
                    <a:pt x="928" y="282"/>
                    <a:pt x="928" y="282"/>
                    <a:pt x="928" y="282"/>
                  </a:cubicBezTo>
                  <a:cubicBezTo>
                    <a:pt x="1015" y="282"/>
                    <a:pt x="1015" y="282"/>
                    <a:pt x="1015" y="28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821064D5-EA1D-49A6-8EE8-154669E7A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563" y="1417637"/>
              <a:ext cx="2432050" cy="1971675"/>
            </a:xfrm>
            <a:custGeom>
              <a:avLst/>
              <a:gdLst>
                <a:gd name="T0" fmla="*/ 928 w 1015"/>
                <a:gd name="T1" fmla="*/ 541 h 823"/>
                <a:gd name="T2" fmla="*/ 928 w 1015"/>
                <a:gd name="T3" fmla="*/ 456 h 823"/>
                <a:gd name="T4" fmla="*/ 790 w 1015"/>
                <a:gd name="T5" fmla="*/ 133 h 823"/>
                <a:gd name="T6" fmla="*/ 464 w 1015"/>
                <a:gd name="T7" fmla="*/ 0 h 823"/>
                <a:gd name="T8" fmla="*/ 0 w 1015"/>
                <a:gd name="T9" fmla="*/ 464 h 823"/>
                <a:gd name="T10" fmla="*/ 0 w 1015"/>
                <a:gd name="T11" fmla="*/ 724 h 823"/>
                <a:gd name="T12" fmla="*/ 73 w 1015"/>
                <a:gd name="T13" fmla="*/ 597 h 823"/>
                <a:gd name="T14" fmla="*/ 152 w 1015"/>
                <a:gd name="T15" fmla="*/ 735 h 823"/>
                <a:gd name="T16" fmla="*/ 152 w 1015"/>
                <a:gd name="T17" fmla="*/ 464 h 823"/>
                <a:gd name="T18" fmla="*/ 464 w 1015"/>
                <a:gd name="T19" fmla="*/ 152 h 823"/>
                <a:gd name="T20" fmla="*/ 683 w 1015"/>
                <a:gd name="T21" fmla="*/ 242 h 823"/>
                <a:gd name="T22" fmla="*/ 776 w 1015"/>
                <a:gd name="T23" fmla="*/ 458 h 823"/>
                <a:gd name="T24" fmla="*/ 776 w 1015"/>
                <a:gd name="T25" fmla="*/ 541 h 823"/>
                <a:gd name="T26" fmla="*/ 689 w 1015"/>
                <a:gd name="T27" fmla="*/ 541 h 823"/>
                <a:gd name="T28" fmla="*/ 852 w 1015"/>
                <a:gd name="T29" fmla="*/ 823 h 823"/>
                <a:gd name="T30" fmla="*/ 1015 w 1015"/>
                <a:gd name="T31" fmla="*/ 541 h 823"/>
                <a:gd name="T32" fmla="*/ 928 w 1015"/>
                <a:gd name="T33" fmla="*/ 54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928" y="541"/>
                  </a:move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90" y="133"/>
                  </a:cubicBezTo>
                  <a:cubicBezTo>
                    <a:pt x="702" y="47"/>
                    <a:pt x="587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724"/>
                    <a:pt x="0" y="724"/>
                    <a:pt x="0" y="724"/>
                  </a:cubicBezTo>
                  <a:cubicBezTo>
                    <a:pt x="73" y="597"/>
                    <a:pt x="73" y="597"/>
                    <a:pt x="73" y="597"/>
                  </a:cubicBezTo>
                  <a:cubicBezTo>
                    <a:pt x="152" y="735"/>
                    <a:pt x="152" y="735"/>
                    <a:pt x="152" y="735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6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cubicBezTo>
                    <a:pt x="1015" y="541"/>
                    <a:pt x="1015" y="541"/>
                    <a:pt x="1015" y="541"/>
                  </a:cubicBezTo>
                  <a:lnTo>
                    <a:pt x="928" y="54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EB9F1141-2C9C-41D3-B4EF-8468DC6F8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663" y="2941638"/>
              <a:ext cx="2432050" cy="1971675"/>
            </a:xfrm>
            <a:custGeom>
              <a:avLst/>
              <a:gdLst>
                <a:gd name="T0" fmla="*/ 852 w 1015"/>
                <a:gd name="T1" fmla="*/ 0 h 823"/>
                <a:gd name="T2" fmla="*/ 689 w 1015"/>
                <a:gd name="T3" fmla="*/ 282 h 823"/>
                <a:gd name="T4" fmla="*/ 776 w 1015"/>
                <a:gd name="T5" fmla="*/ 282 h 823"/>
                <a:gd name="T6" fmla="*/ 776 w 1015"/>
                <a:gd name="T7" fmla="*/ 365 h 823"/>
                <a:gd name="T8" fmla="*/ 682 w 1015"/>
                <a:gd name="T9" fmla="*/ 581 h 823"/>
                <a:gd name="T10" fmla="*/ 464 w 1015"/>
                <a:gd name="T11" fmla="*/ 670 h 823"/>
                <a:gd name="T12" fmla="*/ 152 w 1015"/>
                <a:gd name="T13" fmla="*/ 358 h 823"/>
                <a:gd name="T14" fmla="*/ 152 w 1015"/>
                <a:gd name="T15" fmla="*/ 90 h 823"/>
                <a:gd name="T16" fmla="*/ 74 w 1015"/>
                <a:gd name="T17" fmla="*/ 225 h 823"/>
                <a:gd name="T18" fmla="*/ 0 w 1015"/>
                <a:gd name="T19" fmla="*/ 96 h 823"/>
                <a:gd name="T20" fmla="*/ 0 w 1015"/>
                <a:gd name="T21" fmla="*/ 358 h 823"/>
                <a:gd name="T22" fmla="*/ 464 w 1015"/>
                <a:gd name="T23" fmla="*/ 823 h 823"/>
                <a:gd name="T24" fmla="*/ 789 w 1015"/>
                <a:gd name="T25" fmla="*/ 690 h 823"/>
                <a:gd name="T26" fmla="*/ 928 w 1015"/>
                <a:gd name="T27" fmla="*/ 367 h 823"/>
                <a:gd name="T28" fmla="*/ 928 w 1015"/>
                <a:gd name="T29" fmla="*/ 282 h 823"/>
                <a:gd name="T30" fmla="*/ 1015 w 1015"/>
                <a:gd name="T31" fmla="*/ 282 h 823"/>
                <a:gd name="T32" fmla="*/ 852 w 1015"/>
                <a:gd name="T33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852" y="0"/>
                  </a:moveTo>
                  <a:cubicBezTo>
                    <a:pt x="689" y="282"/>
                    <a:pt x="689" y="282"/>
                    <a:pt x="689" y="282"/>
                  </a:cubicBezTo>
                  <a:cubicBezTo>
                    <a:pt x="776" y="282"/>
                    <a:pt x="776" y="282"/>
                    <a:pt x="776" y="282"/>
                  </a:cubicBezTo>
                  <a:cubicBezTo>
                    <a:pt x="776" y="365"/>
                    <a:pt x="776" y="365"/>
                    <a:pt x="776" y="365"/>
                  </a:cubicBezTo>
                  <a:cubicBezTo>
                    <a:pt x="774" y="447"/>
                    <a:pt x="741" y="523"/>
                    <a:pt x="682" y="581"/>
                  </a:cubicBezTo>
                  <a:cubicBezTo>
                    <a:pt x="624" y="639"/>
                    <a:pt x="546" y="670"/>
                    <a:pt x="464" y="670"/>
                  </a:cubicBezTo>
                  <a:cubicBezTo>
                    <a:pt x="292" y="670"/>
                    <a:pt x="152" y="530"/>
                    <a:pt x="152" y="358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614"/>
                    <a:pt x="208" y="823"/>
                    <a:pt x="464" y="823"/>
                  </a:cubicBezTo>
                  <a:cubicBezTo>
                    <a:pt x="586" y="823"/>
                    <a:pt x="702" y="775"/>
                    <a:pt x="789" y="690"/>
                  </a:cubicBezTo>
                  <a:cubicBezTo>
                    <a:pt x="877" y="604"/>
                    <a:pt x="926" y="489"/>
                    <a:pt x="928" y="367"/>
                  </a:cubicBezTo>
                  <a:cubicBezTo>
                    <a:pt x="928" y="282"/>
                    <a:pt x="928" y="282"/>
                    <a:pt x="928" y="282"/>
                  </a:cubicBezTo>
                  <a:cubicBezTo>
                    <a:pt x="1015" y="282"/>
                    <a:pt x="1015" y="282"/>
                    <a:pt x="1015" y="28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F1A48963-2C96-47F8-A253-D41E27FFC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938" y="1417637"/>
              <a:ext cx="2432050" cy="1995488"/>
            </a:xfrm>
            <a:custGeom>
              <a:avLst/>
              <a:gdLst>
                <a:gd name="T0" fmla="*/ 1015 w 1015"/>
                <a:gd name="T1" fmla="*/ 541 h 833"/>
                <a:gd name="T2" fmla="*/ 928 w 1015"/>
                <a:gd name="T3" fmla="*/ 541 h 833"/>
                <a:gd name="T4" fmla="*/ 928 w 1015"/>
                <a:gd name="T5" fmla="*/ 456 h 833"/>
                <a:gd name="T6" fmla="*/ 790 w 1015"/>
                <a:gd name="T7" fmla="*/ 133 h 833"/>
                <a:gd name="T8" fmla="*/ 464 w 1015"/>
                <a:gd name="T9" fmla="*/ 0 h 833"/>
                <a:gd name="T10" fmla="*/ 0 w 1015"/>
                <a:gd name="T11" fmla="*/ 464 h 833"/>
                <a:gd name="T12" fmla="*/ 0 w 1015"/>
                <a:gd name="T13" fmla="*/ 833 h 833"/>
                <a:gd name="T14" fmla="*/ 152 w 1015"/>
                <a:gd name="T15" fmla="*/ 833 h 833"/>
                <a:gd name="T16" fmla="*/ 152 w 1015"/>
                <a:gd name="T17" fmla="*/ 464 h 833"/>
                <a:gd name="T18" fmla="*/ 464 w 1015"/>
                <a:gd name="T19" fmla="*/ 152 h 833"/>
                <a:gd name="T20" fmla="*/ 683 w 1015"/>
                <a:gd name="T21" fmla="*/ 242 h 833"/>
                <a:gd name="T22" fmla="*/ 776 w 1015"/>
                <a:gd name="T23" fmla="*/ 458 h 833"/>
                <a:gd name="T24" fmla="*/ 776 w 1015"/>
                <a:gd name="T25" fmla="*/ 541 h 833"/>
                <a:gd name="T26" fmla="*/ 689 w 1015"/>
                <a:gd name="T27" fmla="*/ 541 h 833"/>
                <a:gd name="T28" fmla="*/ 852 w 1015"/>
                <a:gd name="T29" fmla="*/ 823 h 833"/>
                <a:gd name="T30" fmla="*/ 1015 w 1015"/>
                <a:gd name="T31" fmla="*/ 54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15" h="833">
                  <a:moveTo>
                    <a:pt x="1015" y="541"/>
                  </a:moveTo>
                  <a:cubicBezTo>
                    <a:pt x="928" y="541"/>
                    <a:pt x="928" y="541"/>
                    <a:pt x="928" y="541"/>
                  </a:cubicBez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90" y="133"/>
                  </a:cubicBezTo>
                  <a:cubicBezTo>
                    <a:pt x="702" y="47"/>
                    <a:pt x="587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833"/>
                    <a:pt x="0" y="833"/>
                    <a:pt x="0" y="833"/>
                  </a:cubicBezTo>
                  <a:cubicBezTo>
                    <a:pt x="152" y="833"/>
                    <a:pt x="152" y="833"/>
                    <a:pt x="152" y="833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7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lnTo>
                    <a:pt x="1015" y="5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DC38031-C222-4565-AD96-F73F66F814E8}"/>
                </a:ext>
              </a:extLst>
            </p:cNvPr>
            <p:cNvSpPr txBox="1"/>
            <p:nvPr/>
          </p:nvSpPr>
          <p:spPr>
            <a:xfrm>
              <a:off x="1716123" y="2983272"/>
              <a:ext cx="1049676" cy="658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дефіцит технічних кадрів</a:t>
              </a:r>
              <a:endParaRPr lang="en-US" sz="16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4BF9BC9-0E4E-442A-9A7E-7BE9F969B416}"/>
                </a:ext>
              </a:extLst>
            </p:cNvPr>
            <p:cNvSpPr txBox="1"/>
            <p:nvPr/>
          </p:nvSpPr>
          <p:spPr>
            <a:xfrm>
              <a:off x="5303838" y="3026507"/>
              <a:ext cx="1381125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попит</a:t>
              </a:r>
              <a:r>
                <a:rPr lang="uk-UA" sz="1600" b="1" dirty="0"/>
                <a:t> на спеціалістів</a:t>
              </a:r>
              <a:endParaRPr lang="en-US" sz="16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F21C72D-474C-4AB0-AFC5-BDCB7BC549A5}"/>
                </a:ext>
              </a:extLst>
            </p:cNvPr>
            <p:cNvSpPr txBox="1"/>
            <p:nvPr/>
          </p:nvSpPr>
          <p:spPr>
            <a:xfrm>
              <a:off x="9046369" y="3026507"/>
              <a:ext cx="1381125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uk-UA" sz="1600" b="1" dirty="0"/>
                <a:t>соціальна адаптація</a:t>
              </a:r>
              <a:endParaRPr lang="en-US" sz="1600" b="1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07FBA46-02CA-46F3-899D-E75AF1865C42}"/>
                </a:ext>
              </a:extLst>
            </p:cNvPr>
            <p:cNvSpPr txBox="1"/>
            <p:nvPr/>
          </p:nvSpPr>
          <p:spPr>
            <a:xfrm>
              <a:off x="3370262" y="3092267"/>
              <a:ext cx="1450976" cy="2196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працевлаштування</a:t>
              </a:r>
              <a:endParaRPr lang="en-US" sz="1600" b="1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CFC243E-485F-402C-839E-D0D2FE11612C}"/>
                </a:ext>
              </a:extLst>
            </p:cNvPr>
            <p:cNvSpPr txBox="1"/>
            <p:nvPr/>
          </p:nvSpPr>
          <p:spPr>
            <a:xfrm>
              <a:off x="7153275" y="2950025"/>
              <a:ext cx="1381125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сучасне обладнання</a:t>
              </a:r>
              <a:endParaRPr lang="en-US" sz="1600" b="1" dirty="0"/>
            </a:p>
          </p:txBody>
        </p:sp>
        <p:sp>
          <p:nvSpPr>
            <p:cNvPr id="105" name="Freeform 302">
              <a:extLst>
                <a:ext uri="{FF2B5EF4-FFF2-40B4-BE49-F238E27FC236}">
                  <a16:creationId xmlns:a16="http://schemas.microsoft.com/office/drawing/2014/main" id="{445CF568-8041-4828-8801-AFFCD5EF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5217" y="2262064"/>
              <a:ext cx="418367" cy="281237"/>
            </a:xfrm>
            <a:custGeom>
              <a:avLst/>
              <a:gdLst>
                <a:gd name="T0" fmla="*/ 843 w 903"/>
                <a:gd name="T1" fmla="*/ 572 h 602"/>
                <a:gd name="T2" fmla="*/ 843 w 903"/>
                <a:gd name="T3" fmla="*/ 12 h 602"/>
                <a:gd name="T4" fmla="*/ 840 w 903"/>
                <a:gd name="T5" fmla="*/ 7 h 602"/>
                <a:gd name="T6" fmla="*/ 836 w 903"/>
                <a:gd name="T7" fmla="*/ 3 h 602"/>
                <a:gd name="T8" fmla="*/ 831 w 903"/>
                <a:gd name="T9" fmla="*/ 1 h 602"/>
                <a:gd name="T10" fmla="*/ 707 w 903"/>
                <a:gd name="T11" fmla="*/ 0 h 602"/>
                <a:gd name="T12" fmla="*/ 701 w 903"/>
                <a:gd name="T13" fmla="*/ 2 h 602"/>
                <a:gd name="T14" fmla="*/ 697 w 903"/>
                <a:gd name="T15" fmla="*/ 5 h 602"/>
                <a:gd name="T16" fmla="*/ 694 w 903"/>
                <a:gd name="T17" fmla="*/ 9 h 602"/>
                <a:gd name="T18" fmla="*/ 692 w 903"/>
                <a:gd name="T19" fmla="*/ 16 h 602"/>
                <a:gd name="T20" fmla="*/ 632 w 903"/>
                <a:gd name="T21" fmla="*/ 572 h 602"/>
                <a:gd name="T22" fmla="*/ 631 w 903"/>
                <a:gd name="T23" fmla="*/ 283 h 602"/>
                <a:gd name="T24" fmla="*/ 629 w 903"/>
                <a:gd name="T25" fmla="*/ 277 h 602"/>
                <a:gd name="T26" fmla="*/ 626 w 903"/>
                <a:gd name="T27" fmla="*/ 274 h 602"/>
                <a:gd name="T28" fmla="*/ 621 w 903"/>
                <a:gd name="T29" fmla="*/ 271 h 602"/>
                <a:gd name="T30" fmla="*/ 496 w 903"/>
                <a:gd name="T31" fmla="*/ 271 h 602"/>
                <a:gd name="T32" fmla="*/ 491 w 903"/>
                <a:gd name="T33" fmla="*/ 272 h 602"/>
                <a:gd name="T34" fmla="*/ 487 w 903"/>
                <a:gd name="T35" fmla="*/ 275 h 602"/>
                <a:gd name="T36" fmla="*/ 482 w 903"/>
                <a:gd name="T37" fmla="*/ 281 h 602"/>
                <a:gd name="T38" fmla="*/ 481 w 903"/>
                <a:gd name="T39" fmla="*/ 286 h 602"/>
                <a:gd name="T40" fmla="*/ 421 w 903"/>
                <a:gd name="T41" fmla="*/ 572 h 602"/>
                <a:gd name="T42" fmla="*/ 421 w 903"/>
                <a:gd name="T43" fmla="*/ 193 h 602"/>
                <a:gd name="T44" fmla="*/ 419 w 903"/>
                <a:gd name="T45" fmla="*/ 187 h 602"/>
                <a:gd name="T46" fmla="*/ 415 w 903"/>
                <a:gd name="T47" fmla="*/ 183 h 602"/>
                <a:gd name="T48" fmla="*/ 409 w 903"/>
                <a:gd name="T49" fmla="*/ 181 h 602"/>
                <a:gd name="T50" fmla="*/ 286 w 903"/>
                <a:gd name="T51" fmla="*/ 181 h 602"/>
                <a:gd name="T52" fmla="*/ 280 w 903"/>
                <a:gd name="T53" fmla="*/ 182 h 602"/>
                <a:gd name="T54" fmla="*/ 275 w 903"/>
                <a:gd name="T55" fmla="*/ 185 h 602"/>
                <a:gd name="T56" fmla="*/ 272 w 903"/>
                <a:gd name="T57" fmla="*/ 190 h 602"/>
                <a:gd name="T58" fmla="*/ 271 w 903"/>
                <a:gd name="T59" fmla="*/ 196 h 602"/>
                <a:gd name="T60" fmla="*/ 211 w 903"/>
                <a:gd name="T61" fmla="*/ 572 h 602"/>
                <a:gd name="T62" fmla="*/ 210 w 903"/>
                <a:gd name="T63" fmla="*/ 404 h 602"/>
                <a:gd name="T64" fmla="*/ 208 w 903"/>
                <a:gd name="T65" fmla="*/ 399 h 602"/>
                <a:gd name="T66" fmla="*/ 204 w 903"/>
                <a:gd name="T67" fmla="*/ 394 h 602"/>
                <a:gd name="T68" fmla="*/ 199 w 903"/>
                <a:gd name="T69" fmla="*/ 392 h 602"/>
                <a:gd name="T70" fmla="*/ 75 w 903"/>
                <a:gd name="T71" fmla="*/ 391 h 602"/>
                <a:gd name="T72" fmla="*/ 69 w 903"/>
                <a:gd name="T73" fmla="*/ 392 h 602"/>
                <a:gd name="T74" fmla="*/ 65 w 903"/>
                <a:gd name="T75" fmla="*/ 396 h 602"/>
                <a:gd name="T76" fmla="*/ 62 w 903"/>
                <a:gd name="T77" fmla="*/ 401 h 602"/>
                <a:gd name="T78" fmla="*/ 60 w 903"/>
                <a:gd name="T79" fmla="*/ 406 h 602"/>
                <a:gd name="T80" fmla="*/ 15 w 903"/>
                <a:gd name="T81" fmla="*/ 572 h 602"/>
                <a:gd name="T82" fmla="*/ 9 w 903"/>
                <a:gd name="T83" fmla="*/ 573 h 602"/>
                <a:gd name="T84" fmla="*/ 4 w 903"/>
                <a:gd name="T85" fmla="*/ 577 h 602"/>
                <a:gd name="T86" fmla="*/ 1 w 903"/>
                <a:gd name="T87" fmla="*/ 581 h 602"/>
                <a:gd name="T88" fmla="*/ 0 w 903"/>
                <a:gd name="T89" fmla="*/ 587 h 602"/>
                <a:gd name="T90" fmla="*/ 1 w 903"/>
                <a:gd name="T91" fmla="*/ 593 h 602"/>
                <a:gd name="T92" fmla="*/ 4 w 903"/>
                <a:gd name="T93" fmla="*/ 598 h 602"/>
                <a:gd name="T94" fmla="*/ 9 w 903"/>
                <a:gd name="T95" fmla="*/ 601 h 602"/>
                <a:gd name="T96" fmla="*/ 15 w 903"/>
                <a:gd name="T97" fmla="*/ 602 h 602"/>
                <a:gd name="T98" fmla="*/ 196 w 903"/>
                <a:gd name="T99" fmla="*/ 602 h 602"/>
                <a:gd name="T100" fmla="*/ 406 w 903"/>
                <a:gd name="T101" fmla="*/ 602 h 602"/>
                <a:gd name="T102" fmla="*/ 617 w 903"/>
                <a:gd name="T103" fmla="*/ 602 h 602"/>
                <a:gd name="T104" fmla="*/ 828 w 903"/>
                <a:gd name="T105" fmla="*/ 602 h 602"/>
                <a:gd name="T106" fmla="*/ 891 w 903"/>
                <a:gd name="T107" fmla="*/ 602 h 602"/>
                <a:gd name="T108" fmla="*/ 896 w 903"/>
                <a:gd name="T109" fmla="*/ 600 h 602"/>
                <a:gd name="T110" fmla="*/ 901 w 903"/>
                <a:gd name="T111" fmla="*/ 596 h 602"/>
                <a:gd name="T112" fmla="*/ 903 w 903"/>
                <a:gd name="T113" fmla="*/ 591 h 602"/>
                <a:gd name="T114" fmla="*/ 903 w 903"/>
                <a:gd name="T115" fmla="*/ 584 h 602"/>
                <a:gd name="T116" fmla="*/ 901 w 903"/>
                <a:gd name="T117" fmla="*/ 579 h 602"/>
                <a:gd name="T118" fmla="*/ 896 w 903"/>
                <a:gd name="T119" fmla="*/ 575 h 602"/>
                <a:gd name="T120" fmla="*/ 891 w 903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3" h="602">
                  <a:moveTo>
                    <a:pt x="888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0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7" y="0"/>
                  </a:lnTo>
                  <a:lnTo>
                    <a:pt x="704" y="1"/>
                  </a:lnTo>
                  <a:lnTo>
                    <a:pt x="701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2" y="12"/>
                  </a:lnTo>
                  <a:lnTo>
                    <a:pt x="692" y="16"/>
                  </a:lnTo>
                  <a:lnTo>
                    <a:pt x="692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1" y="283"/>
                  </a:lnTo>
                  <a:lnTo>
                    <a:pt x="631" y="281"/>
                  </a:lnTo>
                  <a:lnTo>
                    <a:pt x="629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6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2" y="281"/>
                  </a:lnTo>
                  <a:lnTo>
                    <a:pt x="482" y="283"/>
                  </a:lnTo>
                  <a:lnTo>
                    <a:pt x="481" y="286"/>
                  </a:lnTo>
                  <a:lnTo>
                    <a:pt x="481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0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0" y="404"/>
                  </a:lnTo>
                  <a:lnTo>
                    <a:pt x="210" y="401"/>
                  </a:lnTo>
                  <a:lnTo>
                    <a:pt x="208" y="399"/>
                  </a:lnTo>
                  <a:lnTo>
                    <a:pt x="207" y="396"/>
                  </a:lnTo>
                  <a:lnTo>
                    <a:pt x="204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5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0" y="406"/>
                  </a:lnTo>
                  <a:lnTo>
                    <a:pt x="60" y="572"/>
                  </a:lnTo>
                  <a:lnTo>
                    <a:pt x="15" y="572"/>
                  </a:lnTo>
                  <a:lnTo>
                    <a:pt x="11" y="572"/>
                  </a:lnTo>
                  <a:lnTo>
                    <a:pt x="9" y="573"/>
                  </a:lnTo>
                  <a:lnTo>
                    <a:pt x="6" y="575"/>
                  </a:lnTo>
                  <a:lnTo>
                    <a:pt x="4" y="577"/>
                  </a:lnTo>
                  <a:lnTo>
                    <a:pt x="3" y="579"/>
                  </a:lnTo>
                  <a:lnTo>
                    <a:pt x="1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1" y="593"/>
                  </a:lnTo>
                  <a:lnTo>
                    <a:pt x="3" y="596"/>
                  </a:lnTo>
                  <a:lnTo>
                    <a:pt x="4" y="598"/>
                  </a:lnTo>
                  <a:lnTo>
                    <a:pt x="6" y="600"/>
                  </a:lnTo>
                  <a:lnTo>
                    <a:pt x="9" y="601"/>
                  </a:lnTo>
                  <a:lnTo>
                    <a:pt x="11" y="602"/>
                  </a:lnTo>
                  <a:lnTo>
                    <a:pt x="15" y="602"/>
                  </a:lnTo>
                  <a:lnTo>
                    <a:pt x="75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6" y="602"/>
                  </a:lnTo>
                  <a:lnTo>
                    <a:pt x="617" y="602"/>
                  </a:lnTo>
                  <a:lnTo>
                    <a:pt x="707" y="602"/>
                  </a:lnTo>
                  <a:lnTo>
                    <a:pt x="828" y="602"/>
                  </a:lnTo>
                  <a:lnTo>
                    <a:pt x="888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3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8" y="5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8" name="Графіка 7" descr="Будівельник">
            <a:extLst>
              <a:ext uri="{FF2B5EF4-FFF2-40B4-BE49-F238E27FC236}">
                <a16:creationId xmlns:a16="http://schemas.microsoft.com/office/drawing/2014/main" id="{726A2AB8-0D0A-5B75-366B-008202FF0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3498" y="4210590"/>
            <a:ext cx="549855" cy="549855"/>
          </a:xfrm>
          <a:prstGeom prst="rect">
            <a:avLst/>
          </a:prstGeom>
        </p:spPr>
      </p:pic>
      <p:sp>
        <p:nvSpPr>
          <p:cNvPr id="20" name="Freeform 3448">
            <a:extLst>
              <a:ext uri="{FF2B5EF4-FFF2-40B4-BE49-F238E27FC236}">
                <a16:creationId xmlns:a16="http://schemas.microsoft.com/office/drawing/2014/main" id="{64A0295D-0BA5-1A83-F47E-A855DA73CA94}"/>
              </a:ext>
            </a:extLst>
          </p:cNvPr>
          <p:cNvSpPr>
            <a:spLocks/>
          </p:cNvSpPr>
          <p:nvPr/>
        </p:nvSpPr>
        <p:spPr bwMode="auto">
          <a:xfrm>
            <a:off x="9950823" y="2620980"/>
            <a:ext cx="211047" cy="148516"/>
          </a:xfrm>
          <a:custGeom>
            <a:avLst/>
            <a:gdLst>
              <a:gd name="T0" fmla="*/ 325 w 325"/>
              <a:gd name="T1" fmla="*/ 206 h 230"/>
              <a:gd name="T2" fmla="*/ 324 w 325"/>
              <a:gd name="T3" fmla="*/ 197 h 230"/>
              <a:gd name="T4" fmla="*/ 321 w 325"/>
              <a:gd name="T5" fmla="*/ 189 h 230"/>
              <a:gd name="T6" fmla="*/ 319 w 325"/>
              <a:gd name="T7" fmla="*/ 181 h 230"/>
              <a:gd name="T8" fmla="*/ 315 w 325"/>
              <a:gd name="T9" fmla="*/ 173 h 230"/>
              <a:gd name="T10" fmla="*/ 310 w 325"/>
              <a:gd name="T11" fmla="*/ 167 h 230"/>
              <a:gd name="T12" fmla="*/ 303 w 325"/>
              <a:gd name="T13" fmla="*/ 162 h 230"/>
              <a:gd name="T14" fmla="*/ 297 w 325"/>
              <a:gd name="T15" fmla="*/ 158 h 230"/>
              <a:gd name="T16" fmla="*/ 289 w 325"/>
              <a:gd name="T17" fmla="*/ 154 h 230"/>
              <a:gd name="T18" fmla="*/ 216 w 325"/>
              <a:gd name="T19" fmla="*/ 136 h 230"/>
              <a:gd name="T20" fmla="*/ 216 w 325"/>
              <a:gd name="T21" fmla="*/ 112 h 230"/>
              <a:gd name="T22" fmla="*/ 226 w 325"/>
              <a:gd name="T23" fmla="*/ 104 h 230"/>
              <a:gd name="T24" fmla="*/ 236 w 325"/>
              <a:gd name="T25" fmla="*/ 95 h 230"/>
              <a:gd name="T26" fmla="*/ 244 w 325"/>
              <a:gd name="T27" fmla="*/ 85 h 230"/>
              <a:gd name="T28" fmla="*/ 252 w 325"/>
              <a:gd name="T29" fmla="*/ 73 h 230"/>
              <a:gd name="T30" fmla="*/ 258 w 325"/>
              <a:gd name="T31" fmla="*/ 60 h 230"/>
              <a:gd name="T32" fmla="*/ 262 w 325"/>
              <a:gd name="T33" fmla="*/ 48 h 230"/>
              <a:gd name="T34" fmla="*/ 265 w 325"/>
              <a:gd name="T35" fmla="*/ 33 h 230"/>
              <a:gd name="T36" fmla="*/ 266 w 325"/>
              <a:gd name="T37" fmla="*/ 19 h 230"/>
              <a:gd name="T38" fmla="*/ 254 w 325"/>
              <a:gd name="T39" fmla="*/ 22 h 230"/>
              <a:gd name="T40" fmla="*/ 243 w 325"/>
              <a:gd name="T41" fmla="*/ 22 h 230"/>
              <a:gd name="T42" fmla="*/ 234 w 325"/>
              <a:gd name="T43" fmla="*/ 22 h 230"/>
              <a:gd name="T44" fmla="*/ 225 w 325"/>
              <a:gd name="T45" fmla="*/ 21 h 230"/>
              <a:gd name="T46" fmla="*/ 209 w 325"/>
              <a:gd name="T47" fmla="*/ 18 h 230"/>
              <a:gd name="T48" fmla="*/ 197 w 325"/>
              <a:gd name="T49" fmla="*/ 13 h 230"/>
              <a:gd name="T50" fmla="*/ 186 w 325"/>
              <a:gd name="T51" fmla="*/ 8 h 230"/>
              <a:gd name="T52" fmla="*/ 177 w 325"/>
              <a:gd name="T53" fmla="*/ 0 h 230"/>
              <a:gd name="T54" fmla="*/ 171 w 325"/>
              <a:gd name="T55" fmla="*/ 4 h 230"/>
              <a:gd name="T56" fmla="*/ 163 w 325"/>
              <a:gd name="T57" fmla="*/ 6 h 230"/>
              <a:gd name="T58" fmla="*/ 157 w 325"/>
              <a:gd name="T59" fmla="*/ 10 h 230"/>
              <a:gd name="T60" fmla="*/ 149 w 325"/>
              <a:gd name="T61" fmla="*/ 12 h 230"/>
              <a:gd name="T62" fmla="*/ 134 w 325"/>
              <a:gd name="T63" fmla="*/ 14 h 230"/>
              <a:gd name="T64" fmla="*/ 117 w 325"/>
              <a:gd name="T65" fmla="*/ 15 h 230"/>
              <a:gd name="T66" fmla="*/ 102 w 325"/>
              <a:gd name="T67" fmla="*/ 15 h 230"/>
              <a:gd name="T68" fmla="*/ 87 w 325"/>
              <a:gd name="T69" fmla="*/ 13 h 230"/>
              <a:gd name="T70" fmla="*/ 73 w 325"/>
              <a:gd name="T71" fmla="*/ 9 h 230"/>
              <a:gd name="T72" fmla="*/ 62 w 325"/>
              <a:gd name="T73" fmla="*/ 4 h 230"/>
              <a:gd name="T74" fmla="*/ 60 w 325"/>
              <a:gd name="T75" fmla="*/ 10 h 230"/>
              <a:gd name="T76" fmla="*/ 60 w 325"/>
              <a:gd name="T77" fmla="*/ 17 h 230"/>
              <a:gd name="T78" fmla="*/ 62 w 325"/>
              <a:gd name="T79" fmla="*/ 31 h 230"/>
              <a:gd name="T80" fmla="*/ 64 w 325"/>
              <a:gd name="T81" fmla="*/ 45 h 230"/>
              <a:gd name="T82" fmla="*/ 68 w 325"/>
              <a:gd name="T83" fmla="*/ 58 h 230"/>
              <a:gd name="T84" fmla="*/ 73 w 325"/>
              <a:gd name="T85" fmla="*/ 71 h 230"/>
              <a:gd name="T86" fmla="*/ 81 w 325"/>
              <a:gd name="T87" fmla="*/ 82 h 230"/>
              <a:gd name="T88" fmla="*/ 89 w 325"/>
              <a:gd name="T89" fmla="*/ 93 h 230"/>
              <a:gd name="T90" fmla="*/ 98 w 325"/>
              <a:gd name="T91" fmla="*/ 102 h 230"/>
              <a:gd name="T92" fmla="*/ 108 w 325"/>
              <a:gd name="T93" fmla="*/ 109 h 230"/>
              <a:gd name="T94" fmla="*/ 108 w 325"/>
              <a:gd name="T95" fmla="*/ 136 h 230"/>
              <a:gd name="T96" fmla="*/ 37 w 325"/>
              <a:gd name="T97" fmla="*/ 155 h 230"/>
              <a:gd name="T98" fmla="*/ 30 w 325"/>
              <a:gd name="T99" fmla="*/ 158 h 230"/>
              <a:gd name="T100" fmla="*/ 23 w 325"/>
              <a:gd name="T101" fmla="*/ 162 h 230"/>
              <a:gd name="T102" fmla="*/ 17 w 325"/>
              <a:gd name="T103" fmla="*/ 167 h 230"/>
              <a:gd name="T104" fmla="*/ 10 w 325"/>
              <a:gd name="T105" fmla="*/ 173 h 230"/>
              <a:gd name="T106" fmla="*/ 7 w 325"/>
              <a:gd name="T107" fmla="*/ 181 h 230"/>
              <a:gd name="T108" fmla="*/ 3 w 325"/>
              <a:gd name="T109" fmla="*/ 189 h 230"/>
              <a:gd name="T110" fmla="*/ 0 w 325"/>
              <a:gd name="T111" fmla="*/ 197 h 230"/>
              <a:gd name="T112" fmla="*/ 0 w 325"/>
              <a:gd name="T113" fmla="*/ 206 h 230"/>
              <a:gd name="T114" fmla="*/ 0 w 325"/>
              <a:gd name="T115" fmla="*/ 230 h 230"/>
              <a:gd name="T116" fmla="*/ 325 w 325"/>
              <a:gd name="T117" fmla="*/ 230 h 230"/>
              <a:gd name="T118" fmla="*/ 325 w 325"/>
              <a:gd name="T119" fmla="*/ 206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5" h="230">
                <a:moveTo>
                  <a:pt x="325" y="206"/>
                </a:moveTo>
                <a:lnTo>
                  <a:pt x="324" y="197"/>
                </a:lnTo>
                <a:lnTo>
                  <a:pt x="321" y="189"/>
                </a:lnTo>
                <a:lnTo>
                  <a:pt x="319" y="181"/>
                </a:lnTo>
                <a:lnTo>
                  <a:pt x="315" y="173"/>
                </a:lnTo>
                <a:lnTo>
                  <a:pt x="310" y="167"/>
                </a:lnTo>
                <a:lnTo>
                  <a:pt x="303" y="162"/>
                </a:lnTo>
                <a:lnTo>
                  <a:pt x="297" y="158"/>
                </a:lnTo>
                <a:lnTo>
                  <a:pt x="289" y="154"/>
                </a:lnTo>
                <a:lnTo>
                  <a:pt x="216" y="136"/>
                </a:lnTo>
                <a:lnTo>
                  <a:pt x="216" y="112"/>
                </a:lnTo>
                <a:lnTo>
                  <a:pt x="226" y="104"/>
                </a:lnTo>
                <a:lnTo>
                  <a:pt x="236" y="95"/>
                </a:lnTo>
                <a:lnTo>
                  <a:pt x="244" y="85"/>
                </a:lnTo>
                <a:lnTo>
                  <a:pt x="252" y="73"/>
                </a:lnTo>
                <a:lnTo>
                  <a:pt x="258" y="60"/>
                </a:lnTo>
                <a:lnTo>
                  <a:pt x="262" y="48"/>
                </a:lnTo>
                <a:lnTo>
                  <a:pt x="265" y="33"/>
                </a:lnTo>
                <a:lnTo>
                  <a:pt x="266" y="19"/>
                </a:lnTo>
                <a:lnTo>
                  <a:pt x="254" y="22"/>
                </a:lnTo>
                <a:lnTo>
                  <a:pt x="243" y="22"/>
                </a:lnTo>
                <a:lnTo>
                  <a:pt x="234" y="22"/>
                </a:lnTo>
                <a:lnTo>
                  <a:pt x="225" y="21"/>
                </a:lnTo>
                <a:lnTo>
                  <a:pt x="209" y="18"/>
                </a:lnTo>
                <a:lnTo>
                  <a:pt x="197" y="13"/>
                </a:lnTo>
                <a:lnTo>
                  <a:pt x="186" y="8"/>
                </a:lnTo>
                <a:lnTo>
                  <a:pt x="177" y="0"/>
                </a:lnTo>
                <a:lnTo>
                  <a:pt x="171" y="4"/>
                </a:lnTo>
                <a:lnTo>
                  <a:pt x="163" y="6"/>
                </a:lnTo>
                <a:lnTo>
                  <a:pt x="157" y="10"/>
                </a:lnTo>
                <a:lnTo>
                  <a:pt x="149" y="12"/>
                </a:lnTo>
                <a:lnTo>
                  <a:pt x="134" y="14"/>
                </a:lnTo>
                <a:lnTo>
                  <a:pt x="117" y="15"/>
                </a:lnTo>
                <a:lnTo>
                  <a:pt x="102" y="15"/>
                </a:lnTo>
                <a:lnTo>
                  <a:pt x="87" y="13"/>
                </a:lnTo>
                <a:lnTo>
                  <a:pt x="73" y="9"/>
                </a:lnTo>
                <a:lnTo>
                  <a:pt x="62" y="4"/>
                </a:lnTo>
                <a:lnTo>
                  <a:pt x="60" y="10"/>
                </a:lnTo>
                <a:lnTo>
                  <a:pt x="60" y="17"/>
                </a:lnTo>
                <a:lnTo>
                  <a:pt x="62" y="31"/>
                </a:lnTo>
                <a:lnTo>
                  <a:pt x="64" y="45"/>
                </a:lnTo>
                <a:lnTo>
                  <a:pt x="68" y="58"/>
                </a:lnTo>
                <a:lnTo>
                  <a:pt x="73" y="71"/>
                </a:lnTo>
                <a:lnTo>
                  <a:pt x="81" y="82"/>
                </a:lnTo>
                <a:lnTo>
                  <a:pt x="89" y="93"/>
                </a:lnTo>
                <a:lnTo>
                  <a:pt x="98" y="102"/>
                </a:lnTo>
                <a:lnTo>
                  <a:pt x="108" y="109"/>
                </a:lnTo>
                <a:lnTo>
                  <a:pt x="108" y="136"/>
                </a:lnTo>
                <a:lnTo>
                  <a:pt x="37" y="155"/>
                </a:lnTo>
                <a:lnTo>
                  <a:pt x="30" y="158"/>
                </a:lnTo>
                <a:lnTo>
                  <a:pt x="23" y="162"/>
                </a:lnTo>
                <a:lnTo>
                  <a:pt x="17" y="167"/>
                </a:lnTo>
                <a:lnTo>
                  <a:pt x="10" y="173"/>
                </a:lnTo>
                <a:lnTo>
                  <a:pt x="7" y="181"/>
                </a:lnTo>
                <a:lnTo>
                  <a:pt x="3" y="189"/>
                </a:lnTo>
                <a:lnTo>
                  <a:pt x="0" y="197"/>
                </a:lnTo>
                <a:lnTo>
                  <a:pt x="0" y="206"/>
                </a:lnTo>
                <a:lnTo>
                  <a:pt x="0" y="230"/>
                </a:lnTo>
                <a:lnTo>
                  <a:pt x="325" y="230"/>
                </a:lnTo>
                <a:lnTo>
                  <a:pt x="325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3449">
            <a:extLst>
              <a:ext uri="{FF2B5EF4-FFF2-40B4-BE49-F238E27FC236}">
                <a16:creationId xmlns:a16="http://schemas.microsoft.com/office/drawing/2014/main" id="{322C44D3-094F-E6AA-65A2-5C97F9A3F51E}"/>
              </a:ext>
            </a:extLst>
          </p:cNvPr>
          <p:cNvSpPr>
            <a:spLocks/>
          </p:cNvSpPr>
          <p:nvPr/>
        </p:nvSpPr>
        <p:spPr bwMode="auto">
          <a:xfrm>
            <a:off x="9992469" y="2558449"/>
            <a:ext cx="130276" cy="59928"/>
          </a:xfrm>
          <a:custGeom>
            <a:avLst/>
            <a:gdLst>
              <a:gd name="T0" fmla="*/ 104 w 199"/>
              <a:gd name="T1" fmla="*/ 69 h 92"/>
              <a:gd name="T2" fmla="*/ 109 w 199"/>
              <a:gd name="T3" fmla="*/ 67 h 92"/>
              <a:gd name="T4" fmla="*/ 114 w 199"/>
              <a:gd name="T5" fmla="*/ 66 h 92"/>
              <a:gd name="T6" fmla="*/ 116 w 199"/>
              <a:gd name="T7" fmla="*/ 67 h 92"/>
              <a:gd name="T8" fmla="*/ 119 w 199"/>
              <a:gd name="T9" fmla="*/ 68 h 92"/>
              <a:gd name="T10" fmla="*/ 122 w 199"/>
              <a:gd name="T11" fmla="*/ 69 h 92"/>
              <a:gd name="T12" fmla="*/ 123 w 199"/>
              <a:gd name="T13" fmla="*/ 72 h 92"/>
              <a:gd name="T14" fmla="*/ 125 w 199"/>
              <a:gd name="T15" fmla="*/ 76 h 92"/>
              <a:gd name="T16" fmla="*/ 129 w 199"/>
              <a:gd name="T17" fmla="*/ 78 h 92"/>
              <a:gd name="T18" fmla="*/ 133 w 199"/>
              <a:gd name="T19" fmla="*/ 82 h 92"/>
              <a:gd name="T20" fmla="*/ 137 w 199"/>
              <a:gd name="T21" fmla="*/ 85 h 92"/>
              <a:gd name="T22" fmla="*/ 149 w 199"/>
              <a:gd name="T23" fmla="*/ 89 h 92"/>
              <a:gd name="T24" fmla="*/ 161 w 199"/>
              <a:gd name="T25" fmla="*/ 92 h 92"/>
              <a:gd name="T26" fmla="*/ 173 w 199"/>
              <a:gd name="T27" fmla="*/ 92 h 92"/>
              <a:gd name="T28" fmla="*/ 183 w 199"/>
              <a:gd name="T29" fmla="*/ 92 h 92"/>
              <a:gd name="T30" fmla="*/ 192 w 199"/>
              <a:gd name="T31" fmla="*/ 91 h 92"/>
              <a:gd name="T32" fmla="*/ 199 w 199"/>
              <a:gd name="T33" fmla="*/ 90 h 92"/>
              <a:gd name="T34" fmla="*/ 196 w 199"/>
              <a:gd name="T35" fmla="*/ 80 h 92"/>
              <a:gd name="T36" fmla="*/ 194 w 199"/>
              <a:gd name="T37" fmla="*/ 71 h 92"/>
              <a:gd name="T38" fmla="*/ 190 w 199"/>
              <a:gd name="T39" fmla="*/ 63 h 92"/>
              <a:gd name="T40" fmla="*/ 186 w 199"/>
              <a:gd name="T41" fmla="*/ 54 h 92"/>
              <a:gd name="T42" fmla="*/ 181 w 199"/>
              <a:gd name="T43" fmla="*/ 46 h 92"/>
              <a:gd name="T44" fmla="*/ 176 w 199"/>
              <a:gd name="T45" fmla="*/ 39 h 92"/>
              <a:gd name="T46" fmla="*/ 169 w 199"/>
              <a:gd name="T47" fmla="*/ 32 h 92"/>
              <a:gd name="T48" fmla="*/ 163 w 199"/>
              <a:gd name="T49" fmla="*/ 26 h 92"/>
              <a:gd name="T50" fmla="*/ 156 w 199"/>
              <a:gd name="T51" fmla="*/ 21 h 92"/>
              <a:gd name="T52" fmla="*/ 149 w 199"/>
              <a:gd name="T53" fmla="*/ 15 h 92"/>
              <a:gd name="T54" fmla="*/ 141 w 199"/>
              <a:gd name="T55" fmla="*/ 10 h 92"/>
              <a:gd name="T56" fmla="*/ 133 w 199"/>
              <a:gd name="T57" fmla="*/ 6 h 92"/>
              <a:gd name="T58" fmla="*/ 124 w 199"/>
              <a:gd name="T59" fmla="*/ 4 h 92"/>
              <a:gd name="T60" fmla="*/ 115 w 199"/>
              <a:gd name="T61" fmla="*/ 1 h 92"/>
              <a:gd name="T62" fmla="*/ 106 w 199"/>
              <a:gd name="T63" fmla="*/ 0 h 92"/>
              <a:gd name="T64" fmla="*/ 97 w 199"/>
              <a:gd name="T65" fmla="*/ 0 h 92"/>
              <a:gd name="T66" fmla="*/ 89 w 199"/>
              <a:gd name="T67" fmla="*/ 0 h 92"/>
              <a:gd name="T68" fmla="*/ 81 w 199"/>
              <a:gd name="T69" fmla="*/ 1 h 92"/>
              <a:gd name="T70" fmla="*/ 73 w 199"/>
              <a:gd name="T71" fmla="*/ 4 h 92"/>
              <a:gd name="T72" fmla="*/ 65 w 199"/>
              <a:gd name="T73" fmla="*/ 5 h 92"/>
              <a:gd name="T74" fmla="*/ 57 w 199"/>
              <a:gd name="T75" fmla="*/ 9 h 92"/>
              <a:gd name="T76" fmla="*/ 51 w 199"/>
              <a:gd name="T77" fmla="*/ 13 h 92"/>
              <a:gd name="T78" fmla="*/ 43 w 199"/>
              <a:gd name="T79" fmla="*/ 17 h 92"/>
              <a:gd name="T80" fmla="*/ 37 w 199"/>
              <a:gd name="T81" fmla="*/ 22 h 92"/>
              <a:gd name="T82" fmla="*/ 25 w 199"/>
              <a:gd name="T83" fmla="*/ 32 h 92"/>
              <a:gd name="T84" fmla="*/ 15 w 199"/>
              <a:gd name="T85" fmla="*/ 45 h 92"/>
              <a:gd name="T86" fmla="*/ 6 w 199"/>
              <a:gd name="T87" fmla="*/ 60 h 92"/>
              <a:gd name="T88" fmla="*/ 0 w 199"/>
              <a:gd name="T89" fmla="*/ 76 h 92"/>
              <a:gd name="T90" fmla="*/ 1 w 199"/>
              <a:gd name="T91" fmla="*/ 75 h 92"/>
              <a:gd name="T92" fmla="*/ 10 w 199"/>
              <a:gd name="T93" fmla="*/ 80 h 92"/>
              <a:gd name="T94" fmla="*/ 21 w 199"/>
              <a:gd name="T95" fmla="*/ 84 h 92"/>
              <a:gd name="T96" fmla="*/ 36 w 199"/>
              <a:gd name="T97" fmla="*/ 86 h 92"/>
              <a:gd name="T98" fmla="*/ 50 w 199"/>
              <a:gd name="T99" fmla="*/ 87 h 92"/>
              <a:gd name="T100" fmla="*/ 65 w 199"/>
              <a:gd name="T101" fmla="*/ 86 h 92"/>
              <a:gd name="T102" fmla="*/ 79 w 199"/>
              <a:gd name="T103" fmla="*/ 84 h 92"/>
              <a:gd name="T104" fmla="*/ 87 w 199"/>
              <a:gd name="T105" fmla="*/ 81 h 92"/>
              <a:gd name="T106" fmla="*/ 93 w 199"/>
              <a:gd name="T107" fmla="*/ 77 h 92"/>
              <a:gd name="T108" fmla="*/ 98 w 199"/>
              <a:gd name="T109" fmla="*/ 75 h 92"/>
              <a:gd name="T110" fmla="*/ 104 w 199"/>
              <a:gd name="T111" fmla="*/ 69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9" h="92">
                <a:moveTo>
                  <a:pt x="104" y="69"/>
                </a:moveTo>
                <a:lnTo>
                  <a:pt x="109" y="67"/>
                </a:lnTo>
                <a:lnTo>
                  <a:pt x="114" y="66"/>
                </a:lnTo>
                <a:lnTo>
                  <a:pt x="116" y="67"/>
                </a:lnTo>
                <a:lnTo>
                  <a:pt x="119" y="68"/>
                </a:lnTo>
                <a:lnTo>
                  <a:pt x="122" y="69"/>
                </a:lnTo>
                <a:lnTo>
                  <a:pt x="123" y="72"/>
                </a:lnTo>
                <a:lnTo>
                  <a:pt x="125" y="76"/>
                </a:lnTo>
                <a:lnTo>
                  <a:pt x="129" y="78"/>
                </a:lnTo>
                <a:lnTo>
                  <a:pt x="133" y="82"/>
                </a:lnTo>
                <a:lnTo>
                  <a:pt x="137" y="85"/>
                </a:lnTo>
                <a:lnTo>
                  <a:pt x="149" y="89"/>
                </a:lnTo>
                <a:lnTo>
                  <a:pt x="161" y="92"/>
                </a:lnTo>
                <a:lnTo>
                  <a:pt x="173" y="92"/>
                </a:lnTo>
                <a:lnTo>
                  <a:pt x="183" y="92"/>
                </a:lnTo>
                <a:lnTo>
                  <a:pt x="192" y="91"/>
                </a:lnTo>
                <a:lnTo>
                  <a:pt x="199" y="90"/>
                </a:lnTo>
                <a:lnTo>
                  <a:pt x="196" y="80"/>
                </a:lnTo>
                <a:lnTo>
                  <a:pt x="194" y="71"/>
                </a:lnTo>
                <a:lnTo>
                  <a:pt x="190" y="63"/>
                </a:lnTo>
                <a:lnTo>
                  <a:pt x="186" y="54"/>
                </a:lnTo>
                <a:lnTo>
                  <a:pt x="181" y="46"/>
                </a:lnTo>
                <a:lnTo>
                  <a:pt x="176" y="39"/>
                </a:lnTo>
                <a:lnTo>
                  <a:pt x="169" y="32"/>
                </a:lnTo>
                <a:lnTo>
                  <a:pt x="163" y="26"/>
                </a:lnTo>
                <a:lnTo>
                  <a:pt x="156" y="21"/>
                </a:lnTo>
                <a:lnTo>
                  <a:pt x="149" y="15"/>
                </a:lnTo>
                <a:lnTo>
                  <a:pt x="141" y="10"/>
                </a:lnTo>
                <a:lnTo>
                  <a:pt x="133" y="6"/>
                </a:lnTo>
                <a:lnTo>
                  <a:pt x="124" y="4"/>
                </a:lnTo>
                <a:lnTo>
                  <a:pt x="115" y="1"/>
                </a:lnTo>
                <a:lnTo>
                  <a:pt x="106" y="0"/>
                </a:lnTo>
                <a:lnTo>
                  <a:pt x="97" y="0"/>
                </a:lnTo>
                <a:lnTo>
                  <a:pt x="89" y="0"/>
                </a:lnTo>
                <a:lnTo>
                  <a:pt x="81" y="1"/>
                </a:lnTo>
                <a:lnTo>
                  <a:pt x="73" y="4"/>
                </a:lnTo>
                <a:lnTo>
                  <a:pt x="65" y="5"/>
                </a:lnTo>
                <a:lnTo>
                  <a:pt x="57" y="9"/>
                </a:lnTo>
                <a:lnTo>
                  <a:pt x="51" y="13"/>
                </a:lnTo>
                <a:lnTo>
                  <a:pt x="43" y="17"/>
                </a:lnTo>
                <a:lnTo>
                  <a:pt x="37" y="22"/>
                </a:lnTo>
                <a:lnTo>
                  <a:pt x="25" y="32"/>
                </a:lnTo>
                <a:lnTo>
                  <a:pt x="15" y="45"/>
                </a:lnTo>
                <a:lnTo>
                  <a:pt x="6" y="60"/>
                </a:lnTo>
                <a:lnTo>
                  <a:pt x="0" y="76"/>
                </a:lnTo>
                <a:lnTo>
                  <a:pt x="1" y="75"/>
                </a:lnTo>
                <a:lnTo>
                  <a:pt x="10" y="80"/>
                </a:lnTo>
                <a:lnTo>
                  <a:pt x="21" y="84"/>
                </a:lnTo>
                <a:lnTo>
                  <a:pt x="36" y="86"/>
                </a:lnTo>
                <a:lnTo>
                  <a:pt x="50" y="87"/>
                </a:lnTo>
                <a:lnTo>
                  <a:pt x="65" y="86"/>
                </a:lnTo>
                <a:lnTo>
                  <a:pt x="79" y="84"/>
                </a:lnTo>
                <a:lnTo>
                  <a:pt x="87" y="81"/>
                </a:lnTo>
                <a:lnTo>
                  <a:pt x="93" y="77"/>
                </a:lnTo>
                <a:lnTo>
                  <a:pt x="98" y="75"/>
                </a:lnTo>
                <a:lnTo>
                  <a:pt x="104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3450">
            <a:extLst>
              <a:ext uri="{FF2B5EF4-FFF2-40B4-BE49-F238E27FC236}">
                <a16:creationId xmlns:a16="http://schemas.microsoft.com/office/drawing/2014/main" id="{2E53A0AC-6225-B09E-FD62-AD2A1EF5F6D6}"/>
              </a:ext>
            </a:extLst>
          </p:cNvPr>
          <p:cNvSpPr>
            <a:spLocks/>
          </p:cNvSpPr>
          <p:nvPr/>
        </p:nvSpPr>
        <p:spPr bwMode="auto">
          <a:xfrm>
            <a:off x="10200916" y="2620980"/>
            <a:ext cx="211047" cy="148516"/>
          </a:xfrm>
          <a:custGeom>
            <a:avLst/>
            <a:gdLst>
              <a:gd name="T0" fmla="*/ 289 w 325"/>
              <a:gd name="T1" fmla="*/ 154 h 230"/>
              <a:gd name="T2" fmla="*/ 217 w 325"/>
              <a:gd name="T3" fmla="*/ 136 h 230"/>
              <a:gd name="T4" fmla="*/ 217 w 325"/>
              <a:gd name="T5" fmla="*/ 112 h 230"/>
              <a:gd name="T6" fmla="*/ 227 w 325"/>
              <a:gd name="T7" fmla="*/ 104 h 230"/>
              <a:gd name="T8" fmla="*/ 236 w 325"/>
              <a:gd name="T9" fmla="*/ 95 h 230"/>
              <a:gd name="T10" fmla="*/ 245 w 325"/>
              <a:gd name="T11" fmla="*/ 85 h 230"/>
              <a:gd name="T12" fmla="*/ 252 w 325"/>
              <a:gd name="T13" fmla="*/ 73 h 230"/>
              <a:gd name="T14" fmla="*/ 258 w 325"/>
              <a:gd name="T15" fmla="*/ 60 h 230"/>
              <a:gd name="T16" fmla="*/ 263 w 325"/>
              <a:gd name="T17" fmla="*/ 48 h 230"/>
              <a:gd name="T18" fmla="*/ 266 w 325"/>
              <a:gd name="T19" fmla="*/ 33 h 230"/>
              <a:gd name="T20" fmla="*/ 267 w 325"/>
              <a:gd name="T21" fmla="*/ 19 h 230"/>
              <a:gd name="T22" fmla="*/ 256 w 325"/>
              <a:gd name="T23" fmla="*/ 22 h 230"/>
              <a:gd name="T24" fmla="*/ 243 w 325"/>
              <a:gd name="T25" fmla="*/ 22 h 230"/>
              <a:gd name="T26" fmla="*/ 234 w 325"/>
              <a:gd name="T27" fmla="*/ 22 h 230"/>
              <a:gd name="T28" fmla="*/ 225 w 325"/>
              <a:gd name="T29" fmla="*/ 21 h 230"/>
              <a:gd name="T30" fmla="*/ 211 w 325"/>
              <a:gd name="T31" fmla="*/ 18 h 230"/>
              <a:gd name="T32" fmla="*/ 198 w 325"/>
              <a:gd name="T33" fmla="*/ 13 h 230"/>
              <a:gd name="T34" fmla="*/ 186 w 325"/>
              <a:gd name="T35" fmla="*/ 8 h 230"/>
              <a:gd name="T36" fmla="*/ 177 w 325"/>
              <a:gd name="T37" fmla="*/ 0 h 230"/>
              <a:gd name="T38" fmla="*/ 171 w 325"/>
              <a:gd name="T39" fmla="*/ 4 h 230"/>
              <a:gd name="T40" fmla="*/ 164 w 325"/>
              <a:gd name="T41" fmla="*/ 6 h 230"/>
              <a:gd name="T42" fmla="*/ 157 w 325"/>
              <a:gd name="T43" fmla="*/ 10 h 230"/>
              <a:gd name="T44" fmla="*/ 149 w 325"/>
              <a:gd name="T45" fmla="*/ 12 h 230"/>
              <a:gd name="T46" fmla="*/ 134 w 325"/>
              <a:gd name="T47" fmla="*/ 14 h 230"/>
              <a:gd name="T48" fmla="*/ 118 w 325"/>
              <a:gd name="T49" fmla="*/ 15 h 230"/>
              <a:gd name="T50" fmla="*/ 103 w 325"/>
              <a:gd name="T51" fmla="*/ 15 h 230"/>
              <a:gd name="T52" fmla="*/ 87 w 325"/>
              <a:gd name="T53" fmla="*/ 13 h 230"/>
              <a:gd name="T54" fmla="*/ 73 w 325"/>
              <a:gd name="T55" fmla="*/ 9 h 230"/>
              <a:gd name="T56" fmla="*/ 62 w 325"/>
              <a:gd name="T57" fmla="*/ 4 h 230"/>
              <a:gd name="T58" fmla="*/ 62 w 325"/>
              <a:gd name="T59" fmla="*/ 10 h 230"/>
              <a:gd name="T60" fmla="*/ 60 w 325"/>
              <a:gd name="T61" fmla="*/ 17 h 230"/>
              <a:gd name="T62" fmla="*/ 62 w 325"/>
              <a:gd name="T63" fmla="*/ 31 h 230"/>
              <a:gd name="T64" fmla="*/ 64 w 325"/>
              <a:gd name="T65" fmla="*/ 45 h 230"/>
              <a:gd name="T66" fmla="*/ 68 w 325"/>
              <a:gd name="T67" fmla="*/ 58 h 230"/>
              <a:gd name="T68" fmla="*/ 75 w 325"/>
              <a:gd name="T69" fmla="*/ 71 h 230"/>
              <a:gd name="T70" fmla="*/ 81 w 325"/>
              <a:gd name="T71" fmla="*/ 82 h 230"/>
              <a:gd name="T72" fmla="*/ 89 w 325"/>
              <a:gd name="T73" fmla="*/ 93 h 230"/>
              <a:gd name="T74" fmla="*/ 99 w 325"/>
              <a:gd name="T75" fmla="*/ 102 h 230"/>
              <a:gd name="T76" fmla="*/ 109 w 325"/>
              <a:gd name="T77" fmla="*/ 109 h 230"/>
              <a:gd name="T78" fmla="*/ 109 w 325"/>
              <a:gd name="T79" fmla="*/ 136 h 230"/>
              <a:gd name="T80" fmla="*/ 39 w 325"/>
              <a:gd name="T81" fmla="*/ 155 h 230"/>
              <a:gd name="T82" fmla="*/ 31 w 325"/>
              <a:gd name="T83" fmla="*/ 158 h 230"/>
              <a:gd name="T84" fmla="*/ 23 w 325"/>
              <a:gd name="T85" fmla="*/ 162 h 230"/>
              <a:gd name="T86" fmla="*/ 17 w 325"/>
              <a:gd name="T87" fmla="*/ 167 h 230"/>
              <a:gd name="T88" fmla="*/ 12 w 325"/>
              <a:gd name="T89" fmla="*/ 173 h 230"/>
              <a:gd name="T90" fmla="*/ 7 w 325"/>
              <a:gd name="T91" fmla="*/ 181 h 230"/>
              <a:gd name="T92" fmla="*/ 4 w 325"/>
              <a:gd name="T93" fmla="*/ 189 h 230"/>
              <a:gd name="T94" fmla="*/ 1 w 325"/>
              <a:gd name="T95" fmla="*/ 197 h 230"/>
              <a:gd name="T96" fmla="*/ 0 w 325"/>
              <a:gd name="T97" fmla="*/ 206 h 230"/>
              <a:gd name="T98" fmla="*/ 0 w 325"/>
              <a:gd name="T99" fmla="*/ 230 h 230"/>
              <a:gd name="T100" fmla="*/ 325 w 325"/>
              <a:gd name="T101" fmla="*/ 230 h 230"/>
              <a:gd name="T102" fmla="*/ 325 w 325"/>
              <a:gd name="T103" fmla="*/ 206 h 230"/>
              <a:gd name="T104" fmla="*/ 324 w 325"/>
              <a:gd name="T105" fmla="*/ 197 h 230"/>
              <a:gd name="T106" fmla="*/ 322 w 325"/>
              <a:gd name="T107" fmla="*/ 189 h 230"/>
              <a:gd name="T108" fmla="*/ 319 w 325"/>
              <a:gd name="T109" fmla="*/ 181 h 230"/>
              <a:gd name="T110" fmla="*/ 315 w 325"/>
              <a:gd name="T111" fmla="*/ 173 h 230"/>
              <a:gd name="T112" fmla="*/ 310 w 325"/>
              <a:gd name="T113" fmla="*/ 167 h 230"/>
              <a:gd name="T114" fmla="*/ 303 w 325"/>
              <a:gd name="T115" fmla="*/ 162 h 230"/>
              <a:gd name="T116" fmla="*/ 297 w 325"/>
              <a:gd name="T117" fmla="*/ 158 h 230"/>
              <a:gd name="T118" fmla="*/ 289 w 325"/>
              <a:gd name="T119" fmla="*/ 154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5" h="230">
                <a:moveTo>
                  <a:pt x="289" y="154"/>
                </a:moveTo>
                <a:lnTo>
                  <a:pt x="217" y="136"/>
                </a:lnTo>
                <a:lnTo>
                  <a:pt x="217" y="112"/>
                </a:lnTo>
                <a:lnTo>
                  <a:pt x="227" y="104"/>
                </a:lnTo>
                <a:lnTo>
                  <a:pt x="236" y="95"/>
                </a:lnTo>
                <a:lnTo>
                  <a:pt x="245" y="85"/>
                </a:lnTo>
                <a:lnTo>
                  <a:pt x="252" y="73"/>
                </a:lnTo>
                <a:lnTo>
                  <a:pt x="258" y="60"/>
                </a:lnTo>
                <a:lnTo>
                  <a:pt x="263" y="48"/>
                </a:lnTo>
                <a:lnTo>
                  <a:pt x="266" y="33"/>
                </a:lnTo>
                <a:lnTo>
                  <a:pt x="267" y="19"/>
                </a:lnTo>
                <a:lnTo>
                  <a:pt x="256" y="22"/>
                </a:lnTo>
                <a:lnTo>
                  <a:pt x="243" y="22"/>
                </a:lnTo>
                <a:lnTo>
                  <a:pt x="234" y="22"/>
                </a:lnTo>
                <a:lnTo>
                  <a:pt x="225" y="21"/>
                </a:lnTo>
                <a:lnTo>
                  <a:pt x="211" y="18"/>
                </a:lnTo>
                <a:lnTo>
                  <a:pt x="198" y="13"/>
                </a:lnTo>
                <a:lnTo>
                  <a:pt x="186" y="8"/>
                </a:lnTo>
                <a:lnTo>
                  <a:pt x="177" y="0"/>
                </a:lnTo>
                <a:lnTo>
                  <a:pt x="171" y="4"/>
                </a:lnTo>
                <a:lnTo>
                  <a:pt x="164" y="6"/>
                </a:lnTo>
                <a:lnTo>
                  <a:pt x="157" y="10"/>
                </a:lnTo>
                <a:lnTo>
                  <a:pt x="149" y="12"/>
                </a:lnTo>
                <a:lnTo>
                  <a:pt x="134" y="14"/>
                </a:lnTo>
                <a:lnTo>
                  <a:pt x="118" y="15"/>
                </a:lnTo>
                <a:lnTo>
                  <a:pt x="103" y="15"/>
                </a:lnTo>
                <a:lnTo>
                  <a:pt x="87" y="13"/>
                </a:lnTo>
                <a:lnTo>
                  <a:pt x="73" y="9"/>
                </a:lnTo>
                <a:lnTo>
                  <a:pt x="62" y="4"/>
                </a:lnTo>
                <a:lnTo>
                  <a:pt x="62" y="10"/>
                </a:lnTo>
                <a:lnTo>
                  <a:pt x="60" y="17"/>
                </a:lnTo>
                <a:lnTo>
                  <a:pt x="62" y="31"/>
                </a:lnTo>
                <a:lnTo>
                  <a:pt x="64" y="45"/>
                </a:lnTo>
                <a:lnTo>
                  <a:pt x="68" y="58"/>
                </a:lnTo>
                <a:lnTo>
                  <a:pt x="75" y="71"/>
                </a:lnTo>
                <a:lnTo>
                  <a:pt x="81" y="82"/>
                </a:lnTo>
                <a:lnTo>
                  <a:pt x="89" y="93"/>
                </a:lnTo>
                <a:lnTo>
                  <a:pt x="99" y="102"/>
                </a:lnTo>
                <a:lnTo>
                  <a:pt x="109" y="109"/>
                </a:lnTo>
                <a:lnTo>
                  <a:pt x="109" y="136"/>
                </a:lnTo>
                <a:lnTo>
                  <a:pt x="39" y="155"/>
                </a:lnTo>
                <a:lnTo>
                  <a:pt x="31" y="158"/>
                </a:lnTo>
                <a:lnTo>
                  <a:pt x="23" y="162"/>
                </a:lnTo>
                <a:lnTo>
                  <a:pt x="17" y="167"/>
                </a:lnTo>
                <a:lnTo>
                  <a:pt x="12" y="173"/>
                </a:lnTo>
                <a:lnTo>
                  <a:pt x="7" y="181"/>
                </a:lnTo>
                <a:lnTo>
                  <a:pt x="4" y="189"/>
                </a:lnTo>
                <a:lnTo>
                  <a:pt x="1" y="197"/>
                </a:lnTo>
                <a:lnTo>
                  <a:pt x="0" y="206"/>
                </a:lnTo>
                <a:lnTo>
                  <a:pt x="0" y="230"/>
                </a:lnTo>
                <a:lnTo>
                  <a:pt x="325" y="230"/>
                </a:lnTo>
                <a:lnTo>
                  <a:pt x="325" y="206"/>
                </a:lnTo>
                <a:lnTo>
                  <a:pt x="324" y="197"/>
                </a:lnTo>
                <a:lnTo>
                  <a:pt x="322" y="189"/>
                </a:lnTo>
                <a:lnTo>
                  <a:pt x="319" y="181"/>
                </a:lnTo>
                <a:lnTo>
                  <a:pt x="315" y="173"/>
                </a:lnTo>
                <a:lnTo>
                  <a:pt x="310" y="167"/>
                </a:lnTo>
                <a:lnTo>
                  <a:pt x="303" y="162"/>
                </a:lnTo>
                <a:lnTo>
                  <a:pt x="297" y="158"/>
                </a:lnTo>
                <a:lnTo>
                  <a:pt x="289" y="1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3451">
            <a:extLst>
              <a:ext uri="{FF2B5EF4-FFF2-40B4-BE49-F238E27FC236}">
                <a16:creationId xmlns:a16="http://schemas.microsoft.com/office/drawing/2014/main" id="{C4167E44-1FFA-E4E5-A3E0-B1838FCA0106}"/>
              </a:ext>
            </a:extLst>
          </p:cNvPr>
          <p:cNvSpPr>
            <a:spLocks/>
          </p:cNvSpPr>
          <p:nvPr/>
        </p:nvSpPr>
        <p:spPr bwMode="auto">
          <a:xfrm>
            <a:off x="10242600" y="2558456"/>
            <a:ext cx="130276" cy="59928"/>
          </a:xfrm>
          <a:custGeom>
            <a:avLst/>
            <a:gdLst>
              <a:gd name="T0" fmla="*/ 104 w 198"/>
              <a:gd name="T1" fmla="*/ 69 h 92"/>
              <a:gd name="T2" fmla="*/ 109 w 198"/>
              <a:gd name="T3" fmla="*/ 67 h 92"/>
              <a:gd name="T4" fmla="*/ 114 w 198"/>
              <a:gd name="T5" fmla="*/ 66 h 92"/>
              <a:gd name="T6" fmla="*/ 117 w 198"/>
              <a:gd name="T7" fmla="*/ 67 h 92"/>
              <a:gd name="T8" fmla="*/ 119 w 198"/>
              <a:gd name="T9" fmla="*/ 68 h 92"/>
              <a:gd name="T10" fmla="*/ 121 w 198"/>
              <a:gd name="T11" fmla="*/ 69 h 92"/>
              <a:gd name="T12" fmla="*/ 123 w 198"/>
              <a:gd name="T13" fmla="*/ 72 h 92"/>
              <a:gd name="T14" fmla="*/ 126 w 198"/>
              <a:gd name="T15" fmla="*/ 76 h 92"/>
              <a:gd name="T16" fmla="*/ 128 w 198"/>
              <a:gd name="T17" fmla="*/ 78 h 92"/>
              <a:gd name="T18" fmla="*/ 132 w 198"/>
              <a:gd name="T19" fmla="*/ 82 h 92"/>
              <a:gd name="T20" fmla="*/ 137 w 198"/>
              <a:gd name="T21" fmla="*/ 85 h 92"/>
              <a:gd name="T22" fmla="*/ 148 w 198"/>
              <a:gd name="T23" fmla="*/ 89 h 92"/>
              <a:gd name="T24" fmla="*/ 162 w 198"/>
              <a:gd name="T25" fmla="*/ 92 h 92"/>
              <a:gd name="T26" fmla="*/ 173 w 198"/>
              <a:gd name="T27" fmla="*/ 92 h 92"/>
              <a:gd name="T28" fmla="*/ 184 w 198"/>
              <a:gd name="T29" fmla="*/ 92 h 92"/>
              <a:gd name="T30" fmla="*/ 191 w 198"/>
              <a:gd name="T31" fmla="*/ 91 h 92"/>
              <a:gd name="T32" fmla="*/ 198 w 198"/>
              <a:gd name="T33" fmla="*/ 90 h 92"/>
              <a:gd name="T34" fmla="*/ 196 w 198"/>
              <a:gd name="T35" fmla="*/ 80 h 92"/>
              <a:gd name="T36" fmla="*/ 193 w 198"/>
              <a:gd name="T37" fmla="*/ 71 h 92"/>
              <a:gd name="T38" fmla="*/ 190 w 198"/>
              <a:gd name="T39" fmla="*/ 63 h 92"/>
              <a:gd name="T40" fmla="*/ 185 w 198"/>
              <a:gd name="T41" fmla="*/ 54 h 92"/>
              <a:gd name="T42" fmla="*/ 181 w 198"/>
              <a:gd name="T43" fmla="*/ 46 h 92"/>
              <a:gd name="T44" fmla="*/ 175 w 198"/>
              <a:gd name="T45" fmla="*/ 39 h 92"/>
              <a:gd name="T46" fmla="*/ 169 w 198"/>
              <a:gd name="T47" fmla="*/ 32 h 92"/>
              <a:gd name="T48" fmla="*/ 163 w 198"/>
              <a:gd name="T49" fmla="*/ 26 h 92"/>
              <a:gd name="T50" fmla="*/ 155 w 198"/>
              <a:gd name="T51" fmla="*/ 21 h 92"/>
              <a:gd name="T52" fmla="*/ 149 w 198"/>
              <a:gd name="T53" fmla="*/ 15 h 92"/>
              <a:gd name="T54" fmla="*/ 141 w 198"/>
              <a:gd name="T55" fmla="*/ 10 h 92"/>
              <a:gd name="T56" fmla="*/ 132 w 198"/>
              <a:gd name="T57" fmla="*/ 6 h 92"/>
              <a:gd name="T58" fmla="*/ 124 w 198"/>
              <a:gd name="T59" fmla="*/ 4 h 92"/>
              <a:gd name="T60" fmla="*/ 115 w 198"/>
              <a:gd name="T61" fmla="*/ 1 h 92"/>
              <a:gd name="T62" fmla="*/ 106 w 198"/>
              <a:gd name="T63" fmla="*/ 0 h 92"/>
              <a:gd name="T64" fmla="*/ 97 w 198"/>
              <a:gd name="T65" fmla="*/ 0 h 92"/>
              <a:gd name="T66" fmla="*/ 88 w 198"/>
              <a:gd name="T67" fmla="*/ 0 h 92"/>
              <a:gd name="T68" fmla="*/ 81 w 198"/>
              <a:gd name="T69" fmla="*/ 1 h 92"/>
              <a:gd name="T70" fmla="*/ 73 w 198"/>
              <a:gd name="T71" fmla="*/ 4 h 92"/>
              <a:gd name="T72" fmla="*/ 64 w 198"/>
              <a:gd name="T73" fmla="*/ 5 h 92"/>
              <a:gd name="T74" fmla="*/ 58 w 198"/>
              <a:gd name="T75" fmla="*/ 9 h 92"/>
              <a:gd name="T76" fmla="*/ 50 w 198"/>
              <a:gd name="T77" fmla="*/ 13 h 92"/>
              <a:gd name="T78" fmla="*/ 44 w 198"/>
              <a:gd name="T79" fmla="*/ 17 h 92"/>
              <a:gd name="T80" fmla="*/ 37 w 198"/>
              <a:gd name="T81" fmla="*/ 22 h 92"/>
              <a:gd name="T82" fmla="*/ 24 w 198"/>
              <a:gd name="T83" fmla="*/ 32 h 92"/>
              <a:gd name="T84" fmla="*/ 14 w 198"/>
              <a:gd name="T85" fmla="*/ 45 h 92"/>
              <a:gd name="T86" fmla="*/ 6 w 198"/>
              <a:gd name="T87" fmla="*/ 60 h 92"/>
              <a:gd name="T88" fmla="*/ 0 w 198"/>
              <a:gd name="T89" fmla="*/ 76 h 92"/>
              <a:gd name="T90" fmla="*/ 1 w 198"/>
              <a:gd name="T91" fmla="*/ 75 h 92"/>
              <a:gd name="T92" fmla="*/ 10 w 198"/>
              <a:gd name="T93" fmla="*/ 80 h 92"/>
              <a:gd name="T94" fmla="*/ 22 w 198"/>
              <a:gd name="T95" fmla="*/ 84 h 92"/>
              <a:gd name="T96" fmla="*/ 35 w 198"/>
              <a:gd name="T97" fmla="*/ 86 h 92"/>
              <a:gd name="T98" fmla="*/ 50 w 198"/>
              <a:gd name="T99" fmla="*/ 87 h 92"/>
              <a:gd name="T100" fmla="*/ 64 w 198"/>
              <a:gd name="T101" fmla="*/ 86 h 92"/>
              <a:gd name="T102" fmla="*/ 79 w 198"/>
              <a:gd name="T103" fmla="*/ 84 h 92"/>
              <a:gd name="T104" fmla="*/ 86 w 198"/>
              <a:gd name="T105" fmla="*/ 81 h 92"/>
              <a:gd name="T106" fmla="*/ 92 w 198"/>
              <a:gd name="T107" fmla="*/ 77 h 92"/>
              <a:gd name="T108" fmla="*/ 99 w 198"/>
              <a:gd name="T109" fmla="*/ 75 h 92"/>
              <a:gd name="T110" fmla="*/ 104 w 198"/>
              <a:gd name="T111" fmla="*/ 69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8" h="92">
                <a:moveTo>
                  <a:pt x="104" y="69"/>
                </a:moveTo>
                <a:lnTo>
                  <a:pt x="109" y="67"/>
                </a:lnTo>
                <a:lnTo>
                  <a:pt x="114" y="66"/>
                </a:lnTo>
                <a:lnTo>
                  <a:pt x="117" y="67"/>
                </a:lnTo>
                <a:lnTo>
                  <a:pt x="119" y="68"/>
                </a:lnTo>
                <a:lnTo>
                  <a:pt x="121" y="69"/>
                </a:lnTo>
                <a:lnTo>
                  <a:pt x="123" y="72"/>
                </a:lnTo>
                <a:lnTo>
                  <a:pt x="126" y="76"/>
                </a:lnTo>
                <a:lnTo>
                  <a:pt x="128" y="78"/>
                </a:lnTo>
                <a:lnTo>
                  <a:pt x="132" y="82"/>
                </a:lnTo>
                <a:lnTo>
                  <a:pt x="137" y="85"/>
                </a:lnTo>
                <a:lnTo>
                  <a:pt x="148" y="89"/>
                </a:lnTo>
                <a:lnTo>
                  <a:pt x="162" y="92"/>
                </a:lnTo>
                <a:lnTo>
                  <a:pt x="173" y="92"/>
                </a:lnTo>
                <a:lnTo>
                  <a:pt x="184" y="92"/>
                </a:lnTo>
                <a:lnTo>
                  <a:pt x="191" y="91"/>
                </a:lnTo>
                <a:lnTo>
                  <a:pt x="198" y="90"/>
                </a:lnTo>
                <a:lnTo>
                  <a:pt x="196" y="80"/>
                </a:lnTo>
                <a:lnTo>
                  <a:pt x="193" y="71"/>
                </a:lnTo>
                <a:lnTo>
                  <a:pt x="190" y="63"/>
                </a:lnTo>
                <a:lnTo>
                  <a:pt x="185" y="54"/>
                </a:lnTo>
                <a:lnTo>
                  <a:pt x="181" y="46"/>
                </a:lnTo>
                <a:lnTo>
                  <a:pt x="175" y="39"/>
                </a:lnTo>
                <a:lnTo>
                  <a:pt x="169" y="32"/>
                </a:lnTo>
                <a:lnTo>
                  <a:pt x="163" y="26"/>
                </a:lnTo>
                <a:lnTo>
                  <a:pt x="155" y="21"/>
                </a:lnTo>
                <a:lnTo>
                  <a:pt x="149" y="15"/>
                </a:lnTo>
                <a:lnTo>
                  <a:pt x="141" y="10"/>
                </a:lnTo>
                <a:lnTo>
                  <a:pt x="132" y="6"/>
                </a:lnTo>
                <a:lnTo>
                  <a:pt x="124" y="4"/>
                </a:lnTo>
                <a:lnTo>
                  <a:pt x="115" y="1"/>
                </a:lnTo>
                <a:lnTo>
                  <a:pt x="106" y="0"/>
                </a:lnTo>
                <a:lnTo>
                  <a:pt x="97" y="0"/>
                </a:lnTo>
                <a:lnTo>
                  <a:pt x="88" y="0"/>
                </a:lnTo>
                <a:lnTo>
                  <a:pt x="81" y="1"/>
                </a:lnTo>
                <a:lnTo>
                  <a:pt x="73" y="4"/>
                </a:lnTo>
                <a:lnTo>
                  <a:pt x="64" y="5"/>
                </a:lnTo>
                <a:lnTo>
                  <a:pt x="58" y="9"/>
                </a:lnTo>
                <a:lnTo>
                  <a:pt x="50" y="13"/>
                </a:lnTo>
                <a:lnTo>
                  <a:pt x="44" y="17"/>
                </a:lnTo>
                <a:lnTo>
                  <a:pt x="37" y="22"/>
                </a:lnTo>
                <a:lnTo>
                  <a:pt x="24" y="32"/>
                </a:lnTo>
                <a:lnTo>
                  <a:pt x="14" y="45"/>
                </a:lnTo>
                <a:lnTo>
                  <a:pt x="6" y="60"/>
                </a:lnTo>
                <a:lnTo>
                  <a:pt x="0" y="76"/>
                </a:lnTo>
                <a:lnTo>
                  <a:pt x="1" y="75"/>
                </a:lnTo>
                <a:lnTo>
                  <a:pt x="10" y="80"/>
                </a:lnTo>
                <a:lnTo>
                  <a:pt x="22" y="84"/>
                </a:lnTo>
                <a:lnTo>
                  <a:pt x="35" y="86"/>
                </a:lnTo>
                <a:lnTo>
                  <a:pt x="50" y="87"/>
                </a:lnTo>
                <a:lnTo>
                  <a:pt x="64" y="86"/>
                </a:lnTo>
                <a:lnTo>
                  <a:pt x="79" y="84"/>
                </a:lnTo>
                <a:lnTo>
                  <a:pt x="86" y="81"/>
                </a:lnTo>
                <a:lnTo>
                  <a:pt x="92" y="77"/>
                </a:lnTo>
                <a:lnTo>
                  <a:pt x="99" y="75"/>
                </a:lnTo>
                <a:lnTo>
                  <a:pt x="104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3452">
            <a:extLst>
              <a:ext uri="{FF2B5EF4-FFF2-40B4-BE49-F238E27FC236}">
                <a16:creationId xmlns:a16="http://schemas.microsoft.com/office/drawing/2014/main" id="{4F739A49-EECF-C9AA-5C86-93EAFF6ED29E}"/>
              </a:ext>
            </a:extLst>
          </p:cNvPr>
          <p:cNvSpPr>
            <a:spLocks/>
          </p:cNvSpPr>
          <p:nvPr/>
        </p:nvSpPr>
        <p:spPr bwMode="auto">
          <a:xfrm>
            <a:off x="10109748" y="2808577"/>
            <a:ext cx="130276" cy="59928"/>
          </a:xfrm>
          <a:custGeom>
            <a:avLst/>
            <a:gdLst>
              <a:gd name="T0" fmla="*/ 0 w 197"/>
              <a:gd name="T1" fmla="*/ 75 h 93"/>
              <a:gd name="T2" fmla="*/ 0 w 197"/>
              <a:gd name="T3" fmla="*/ 74 h 93"/>
              <a:gd name="T4" fmla="*/ 9 w 197"/>
              <a:gd name="T5" fmla="*/ 79 h 93"/>
              <a:gd name="T6" fmla="*/ 22 w 197"/>
              <a:gd name="T7" fmla="*/ 82 h 93"/>
              <a:gd name="T8" fmla="*/ 34 w 197"/>
              <a:gd name="T9" fmla="*/ 85 h 93"/>
              <a:gd name="T10" fmla="*/ 50 w 197"/>
              <a:gd name="T11" fmla="*/ 86 h 93"/>
              <a:gd name="T12" fmla="*/ 64 w 197"/>
              <a:gd name="T13" fmla="*/ 86 h 93"/>
              <a:gd name="T14" fmla="*/ 79 w 197"/>
              <a:gd name="T15" fmla="*/ 82 h 93"/>
              <a:gd name="T16" fmla="*/ 86 w 197"/>
              <a:gd name="T17" fmla="*/ 80 h 93"/>
              <a:gd name="T18" fmla="*/ 92 w 197"/>
              <a:gd name="T19" fmla="*/ 77 h 93"/>
              <a:gd name="T20" fmla="*/ 99 w 197"/>
              <a:gd name="T21" fmla="*/ 74 h 93"/>
              <a:gd name="T22" fmla="*/ 104 w 197"/>
              <a:gd name="T23" fmla="*/ 68 h 93"/>
              <a:gd name="T24" fmla="*/ 108 w 197"/>
              <a:gd name="T25" fmla="*/ 66 h 93"/>
              <a:gd name="T26" fmla="*/ 114 w 197"/>
              <a:gd name="T27" fmla="*/ 66 h 93"/>
              <a:gd name="T28" fmla="*/ 117 w 197"/>
              <a:gd name="T29" fmla="*/ 66 h 93"/>
              <a:gd name="T30" fmla="*/ 119 w 197"/>
              <a:gd name="T31" fmla="*/ 67 h 93"/>
              <a:gd name="T32" fmla="*/ 120 w 197"/>
              <a:gd name="T33" fmla="*/ 70 h 93"/>
              <a:gd name="T34" fmla="*/ 123 w 197"/>
              <a:gd name="T35" fmla="*/ 72 h 93"/>
              <a:gd name="T36" fmla="*/ 124 w 197"/>
              <a:gd name="T37" fmla="*/ 75 h 93"/>
              <a:gd name="T38" fmla="*/ 128 w 197"/>
              <a:gd name="T39" fmla="*/ 79 h 93"/>
              <a:gd name="T40" fmla="*/ 132 w 197"/>
              <a:gd name="T41" fmla="*/ 81 h 93"/>
              <a:gd name="T42" fmla="*/ 137 w 197"/>
              <a:gd name="T43" fmla="*/ 84 h 93"/>
              <a:gd name="T44" fmla="*/ 147 w 197"/>
              <a:gd name="T45" fmla="*/ 89 h 93"/>
              <a:gd name="T46" fmla="*/ 161 w 197"/>
              <a:gd name="T47" fmla="*/ 91 h 93"/>
              <a:gd name="T48" fmla="*/ 173 w 197"/>
              <a:gd name="T49" fmla="*/ 93 h 93"/>
              <a:gd name="T50" fmla="*/ 183 w 197"/>
              <a:gd name="T51" fmla="*/ 93 h 93"/>
              <a:gd name="T52" fmla="*/ 191 w 197"/>
              <a:gd name="T53" fmla="*/ 91 h 93"/>
              <a:gd name="T54" fmla="*/ 197 w 197"/>
              <a:gd name="T55" fmla="*/ 89 h 93"/>
              <a:gd name="T56" fmla="*/ 196 w 197"/>
              <a:gd name="T57" fmla="*/ 80 h 93"/>
              <a:gd name="T58" fmla="*/ 192 w 197"/>
              <a:gd name="T59" fmla="*/ 71 h 93"/>
              <a:gd name="T60" fmla="*/ 190 w 197"/>
              <a:gd name="T61" fmla="*/ 62 h 93"/>
              <a:gd name="T62" fmla="*/ 185 w 197"/>
              <a:gd name="T63" fmla="*/ 54 h 93"/>
              <a:gd name="T64" fmla="*/ 181 w 197"/>
              <a:gd name="T65" fmla="*/ 45 h 93"/>
              <a:gd name="T66" fmla="*/ 174 w 197"/>
              <a:gd name="T67" fmla="*/ 39 h 93"/>
              <a:gd name="T68" fmla="*/ 169 w 197"/>
              <a:gd name="T69" fmla="*/ 31 h 93"/>
              <a:gd name="T70" fmla="*/ 163 w 197"/>
              <a:gd name="T71" fmla="*/ 26 h 93"/>
              <a:gd name="T72" fmla="*/ 155 w 197"/>
              <a:gd name="T73" fmla="*/ 20 h 93"/>
              <a:gd name="T74" fmla="*/ 149 w 197"/>
              <a:gd name="T75" fmla="*/ 14 h 93"/>
              <a:gd name="T76" fmla="*/ 141 w 197"/>
              <a:gd name="T77" fmla="*/ 11 h 93"/>
              <a:gd name="T78" fmla="*/ 132 w 197"/>
              <a:gd name="T79" fmla="*/ 7 h 93"/>
              <a:gd name="T80" fmla="*/ 124 w 197"/>
              <a:gd name="T81" fmla="*/ 4 h 93"/>
              <a:gd name="T82" fmla="*/ 115 w 197"/>
              <a:gd name="T83" fmla="*/ 2 h 93"/>
              <a:gd name="T84" fmla="*/ 106 w 197"/>
              <a:gd name="T85" fmla="*/ 0 h 93"/>
              <a:gd name="T86" fmla="*/ 97 w 197"/>
              <a:gd name="T87" fmla="*/ 0 h 93"/>
              <a:gd name="T88" fmla="*/ 88 w 197"/>
              <a:gd name="T89" fmla="*/ 0 h 93"/>
              <a:gd name="T90" fmla="*/ 81 w 197"/>
              <a:gd name="T91" fmla="*/ 2 h 93"/>
              <a:gd name="T92" fmla="*/ 72 w 197"/>
              <a:gd name="T93" fmla="*/ 3 h 93"/>
              <a:gd name="T94" fmla="*/ 64 w 197"/>
              <a:gd name="T95" fmla="*/ 5 h 93"/>
              <a:gd name="T96" fmla="*/ 57 w 197"/>
              <a:gd name="T97" fmla="*/ 8 h 93"/>
              <a:gd name="T98" fmla="*/ 50 w 197"/>
              <a:gd name="T99" fmla="*/ 12 h 93"/>
              <a:gd name="T100" fmla="*/ 43 w 197"/>
              <a:gd name="T101" fmla="*/ 16 h 93"/>
              <a:gd name="T102" fmla="*/ 36 w 197"/>
              <a:gd name="T103" fmla="*/ 21 h 93"/>
              <a:gd name="T104" fmla="*/ 24 w 197"/>
              <a:gd name="T105" fmla="*/ 32 h 93"/>
              <a:gd name="T106" fmla="*/ 14 w 197"/>
              <a:gd name="T107" fmla="*/ 45 h 93"/>
              <a:gd name="T108" fmla="*/ 6 w 197"/>
              <a:gd name="T109" fmla="*/ 59 h 93"/>
              <a:gd name="T110" fmla="*/ 0 w 197"/>
              <a:gd name="T111" fmla="*/ 75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7" h="93">
                <a:moveTo>
                  <a:pt x="0" y="75"/>
                </a:moveTo>
                <a:lnTo>
                  <a:pt x="0" y="74"/>
                </a:lnTo>
                <a:lnTo>
                  <a:pt x="9" y="79"/>
                </a:lnTo>
                <a:lnTo>
                  <a:pt x="22" y="82"/>
                </a:lnTo>
                <a:lnTo>
                  <a:pt x="34" y="85"/>
                </a:lnTo>
                <a:lnTo>
                  <a:pt x="50" y="86"/>
                </a:lnTo>
                <a:lnTo>
                  <a:pt x="64" y="86"/>
                </a:lnTo>
                <a:lnTo>
                  <a:pt x="79" y="82"/>
                </a:lnTo>
                <a:lnTo>
                  <a:pt x="86" y="80"/>
                </a:lnTo>
                <a:lnTo>
                  <a:pt x="92" y="77"/>
                </a:lnTo>
                <a:lnTo>
                  <a:pt x="99" y="74"/>
                </a:lnTo>
                <a:lnTo>
                  <a:pt x="104" y="68"/>
                </a:lnTo>
                <a:lnTo>
                  <a:pt x="108" y="66"/>
                </a:lnTo>
                <a:lnTo>
                  <a:pt x="114" y="66"/>
                </a:lnTo>
                <a:lnTo>
                  <a:pt x="117" y="66"/>
                </a:lnTo>
                <a:lnTo>
                  <a:pt x="119" y="67"/>
                </a:lnTo>
                <a:lnTo>
                  <a:pt x="120" y="70"/>
                </a:lnTo>
                <a:lnTo>
                  <a:pt x="123" y="72"/>
                </a:lnTo>
                <a:lnTo>
                  <a:pt x="124" y="75"/>
                </a:lnTo>
                <a:lnTo>
                  <a:pt x="128" y="79"/>
                </a:lnTo>
                <a:lnTo>
                  <a:pt x="132" y="81"/>
                </a:lnTo>
                <a:lnTo>
                  <a:pt x="137" y="84"/>
                </a:lnTo>
                <a:lnTo>
                  <a:pt x="147" y="89"/>
                </a:lnTo>
                <a:lnTo>
                  <a:pt x="161" y="91"/>
                </a:lnTo>
                <a:lnTo>
                  <a:pt x="173" y="93"/>
                </a:lnTo>
                <a:lnTo>
                  <a:pt x="183" y="93"/>
                </a:lnTo>
                <a:lnTo>
                  <a:pt x="191" y="91"/>
                </a:lnTo>
                <a:lnTo>
                  <a:pt x="197" y="89"/>
                </a:lnTo>
                <a:lnTo>
                  <a:pt x="196" y="80"/>
                </a:lnTo>
                <a:lnTo>
                  <a:pt x="192" y="71"/>
                </a:lnTo>
                <a:lnTo>
                  <a:pt x="190" y="62"/>
                </a:lnTo>
                <a:lnTo>
                  <a:pt x="185" y="54"/>
                </a:lnTo>
                <a:lnTo>
                  <a:pt x="181" y="45"/>
                </a:lnTo>
                <a:lnTo>
                  <a:pt x="174" y="39"/>
                </a:lnTo>
                <a:lnTo>
                  <a:pt x="169" y="31"/>
                </a:lnTo>
                <a:lnTo>
                  <a:pt x="163" y="26"/>
                </a:lnTo>
                <a:lnTo>
                  <a:pt x="155" y="20"/>
                </a:lnTo>
                <a:lnTo>
                  <a:pt x="149" y="14"/>
                </a:lnTo>
                <a:lnTo>
                  <a:pt x="141" y="11"/>
                </a:lnTo>
                <a:lnTo>
                  <a:pt x="132" y="7"/>
                </a:lnTo>
                <a:lnTo>
                  <a:pt x="124" y="4"/>
                </a:lnTo>
                <a:lnTo>
                  <a:pt x="115" y="2"/>
                </a:lnTo>
                <a:lnTo>
                  <a:pt x="106" y="0"/>
                </a:lnTo>
                <a:lnTo>
                  <a:pt x="97" y="0"/>
                </a:lnTo>
                <a:lnTo>
                  <a:pt x="88" y="0"/>
                </a:lnTo>
                <a:lnTo>
                  <a:pt x="81" y="2"/>
                </a:lnTo>
                <a:lnTo>
                  <a:pt x="72" y="3"/>
                </a:lnTo>
                <a:lnTo>
                  <a:pt x="64" y="5"/>
                </a:lnTo>
                <a:lnTo>
                  <a:pt x="57" y="8"/>
                </a:lnTo>
                <a:lnTo>
                  <a:pt x="50" y="12"/>
                </a:lnTo>
                <a:lnTo>
                  <a:pt x="43" y="16"/>
                </a:lnTo>
                <a:lnTo>
                  <a:pt x="36" y="21"/>
                </a:lnTo>
                <a:lnTo>
                  <a:pt x="24" y="32"/>
                </a:lnTo>
                <a:lnTo>
                  <a:pt x="14" y="45"/>
                </a:lnTo>
                <a:lnTo>
                  <a:pt x="6" y="59"/>
                </a:lnTo>
                <a:lnTo>
                  <a:pt x="0" y="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3453">
            <a:extLst>
              <a:ext uri="{FF2B5EF4-FFF2-40B4-BE49-F238E27FC236}">
                <a16:creationId xmlns:a16="http://schemas.microsoft.com/office/drawing/2014/main" id="{95DEA90D-0D9F-9BC4-2E7C-7B5E2762848B}"/>
              </a:ext>
            </a:extLst>
          </p:cNvPr>
          <p:cNvSpPr>
            <a:spLocks/>
          </p:cNvSpPr>
          <p:nvPr/>
        </p:nvSpPr>
        <p:spPr bwMode="auto">
          <a:xfrm>
            <a:off x="10068059" y="2871103"/>
            <a:ext cx="211047" cy="148516"/>
          </a:xfrm>
          <a:custGeom>
            <a:avLst/>
            <a:gdLst>
              <a:gd name="T0" fmla="*/ 289 w 325"/>
              <a:gd name="T1" fmla="*/ 155 h 230"/>
              <a:gd name="T2" fmla="*/ 217 w 325"/>
              <a:gd name="T3" fmla="*/ 136 h 230"/>
              <a:gd name="T4" fmla="*/ 217 w 325"/>
              <a:gd name="T5" fmla="*/ 112 h 230"/>
              <a:gd name="T6" fmla="*/ 227 w 325"/>
              <a:gd name="T7" fmla="*/ 104 h 230"/>
              <a:gd name="T8" fmla="*/ 236 w 325"/>
              <a:gd name="T9" fmla="*/ 95 h 230"/>
              <a:gd name="T10" fmla="*/ 245 w 325"/>
              <a:gd name="T11" fmla="*/ 85 h 230"/>
              <a:gd name="T12" fmla="*/ 252 w 325"/>
              <a:gd name="T13" fmla="*/ 73 h 230"/>
              <a:gd name="T14" fmla="*/ 258 w 325"/>
              <a:gd name="T15" fmla="*/ 62 h 230"/>
              <a:gd name="T16" fmla="*/ 262 w 325"/>
              <a:gd name="T17" fmla="*/ 48 h 230"/>
              <a:gd name="T18" fmla="*/ 266 w 325"/>
              <a:gd name="T19" fmla="*/ 35 h 230"/>
              <a:gd name="T20" fmla="*/ 267 w 325"/>
              <a:gd name="T21" fmla="*/ 21 h 230"/>
              <a:gd name="T22" fmla="*/ 255 w 325"/>
              <a:gd name="T23" fmla="*/ 22 h 230"/>
              <a:gd name="T24" fmla="*/ 243 w 325"/>
              <a:gd name="T25" fmla="*/ 23 h 230"/>
              <a:gd name="T26" fmla="*/ 234 w 325"/>
              <a:gd name="T27" fmla="*/ 22 h 230"/>
              <a:gd name="T28" fmla="*/ 225 w 325"/>
              <a:gd name="T29" fmla="*/ 22 h 230"/>
              <a:gd name="T30" fmla="*/ 211 w 325"/>
              <a:gd name="T31" fmla="*/ 18 h 230"/>
              <a:gd name="T32" fmla="*/ 198 w 325"/>
              <a:gd name="T33" fmla="*/ 14 h 230"/>
              <a:gd name="T34" fmla="*/ 186 w 325"/>
              <a:gd name="T35" fmla="*/ 8 h 230"/>
              <a:gd name="T36" fmla="*/ 177 w 325"/>
              <a:gd name="T37" fmla="*/ 0 h 230"/>
              <a:gd name="T38" fmla="*/ 171 w 325"/>
              <a:gd name="T39" fmla="*/ 4 h 230"/>
              <a:gd name="T40" fmla="*/ 164 w 325"/>
              <a:gd name="T41" fmla="*/ 8 h 230"/>
              <a:gd name="T42" fmla="*/ 157 w 325"/>
              <a:gd name="T43" fmla="*/ 10 h 230"/>
              <a:gd name="T44" fmla="*/ 149 w 325"/>
              <a:gd name="T45" fmla="*/ 13 h 230"/>
              <a:gd name="T46" fmla="*/ 133 w 325"/>
              <a:gd name="T47" fmla="*/ 15 h 230"/>
              <a:gd name="T48" fmla="*/ 118 w 325"/>
              <a:gd name="T49" fmla="*/ 17 h 230"/>
              <a:gd name="T50" fmla="*/ 103 w 325"/>
              <a:gd name="T51" fmla="*/ 15 h 230"/>
              <a:gd name="T52" fmla="*/ 87 w 325"/>
              <a:gd name="T53" fmla="*/ 13 h 230"/>
              <a:gd name="T54" fmla="*/ 73 w 325"/>
              <a:gd name="T55" fmla="*/ 9 h 230"/>
              <a:gd name="T56" fmla="*/ 62 w 325"/>
              <a:gd name="T57" fmla="*/ 4 h 230"/>
              <a:gd name="T58" fmla="*/ 62 w 325"/>
              <a:gd name="T59" fmla="*/ 10 h 230"/>
              <a:gd name="T60" fmla="*/ 60 w 325"/>
              <a:gd name="T61" fmla="*/ 17 h 230"/>
              <a:gd name="T62" fmla="*/ 62 w 325"/>
              <a:gd name="T63" fmla="*/ 31 h 230"/>
              <a:gd name="T64" fmla="*/ 64 w 325"/>
              <a:gd name="T65" fmla="*/ 45 h 230"/>
              <a:gd name="T66" fmla="*/ 68 w 325"/>
              <a:gd name="T67" fmla="*/ 58 h 230"/>
              <a:gd name="T68" fmla="*/ 74 w 325"/>
              <a:gd name="T69" fmla="*/ 71 h 230"/>
              <a:gd name="T70" fmla="*/ 81 w 325"/>
              <a:gd name="T71" fmla="*/ 82 h 230"/>
              <a:gd name="T72" fmla="*/ 89 w 325"/>
              <a:gd name="T73" fmla="*/ 93 h 230"/>
              <a:gd name="T74" fmla="*/ 97 w 325"/>
              <a:gd name="T75" fmla="*/ 103 h 230"/>
              <a:gd name="T76" fmla="*/ 108 w 325"/>
              <a:gd name="T77" fmla="*/ 111 h 230"/>
              <a:gd name="T78" fmla="*/ 108 w 325"/>
              <a:gd name="T79" fmla="*/ 136 h 230"/>
              <a:gd name="T80" fmla="*/ 38 w 325"/>
              <a:gd name="T81" fmla="*/ 155 h 230"/>
              <a:gd name="T82" fmla="*/ 31 w 325"/>
              <a:gd name="T83" fmla="*/ 158 h 230"/>
              <a:gd name="T84" fmla="*/ 23 w 325"/>
              <a:gd name="T85" fmla="*/ 163 h 230"/>
              <a:gd name="T86" fmla="*/ 17 w 325"/>
              <a:gd name="T87" fmla="*/ 168 h 230"/>
              <a:gd name="T88" fmla="*/ 11 w 325"/>
              <a:gd name="T89" fmla="*/ 175 h 230"/>
              <a:gd name="T90" fmla="*/ 6 w 325"/>
              <a:gd name="T91" fmla="*/ 181 h 230"/>
              <a:gd name="T92" fmla="*/ 4 w 325"/>
              <a:gd name="T93" fmla="*/ 189 h 230"/>
              <a:gd name="T94" fmla="*/ 1 w 325"/>
              <a:gd name="T95" fmla="*/ 198 h 230"/>
              <a:gd name="T96" fmla="*/ 0 w 325"/>
              <a:gd name="T97" fmla="*/ 206 h 230"/>
              <a:gd name="T98" fmla="*/ 0 w 325"/>
              <a:gd name="T99" fmla="*/ 230 h 230"/>
              <a:gd name="T100" fmla="*/ 325 w 325"/>
              <a:gd name="T101" fmla="*/ 230 h 230"/>
              <a:gd name="T102" fmla="*/ 325 w 325"/>
              <a:gd name="T103" fmla="*/ 206 h 230"/>
              <a:gd name="T104" fmla="*/ 324 w 325"/>
              <a:gd name="T105" fmla="*/ 198 h 230"/>
              <a:gd name="T106" fmla="*/ 322 w 325"/>
              <a:gd name="T107" fmla="*/ 189 h 230"/>
              <a:gd name="T108" fmla="*/ 318 w 325"/>
              <a:gd name="T109" fmla="*/ 181 h 230"/>
              <a:gd name="T110" fmla="*/ 315 w 325"/>
              <a:gd name="T111" fmla="*/ 175 h 230"/>
              <a:gd name="T112" fmla="*/ 309 w 325"/>
              <a:gd name="T113" fmla="*/ 168 h 230"/>
              <a:gd name="T114" fmla="*/ 303 w 325"/>
              <a:gd name="T115" fmla="*/ 162 h 230"/>
              <a:gd name="T116" fmla="*/ 297 w 325"/>
              <a:gd name="T117" fmla="*/ 158 h 230"/>
              <a:gd name="T118" fmla="*/ 289 w 325"/>
              <a:gd name="T119" fmla="*/ 155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5" h="230">
                <a:moveTo>
                  <a:pt x="289" y="155"/>
                </a:moveTo>
                <a:lnTo>
                  <a:pt x="217" y="136"/>
                </a:lnTo>
                <a:lnTo>
                  <a:pt x="217" y="112"/>
                </a:lnTo>
                <a:lnTo>
                  <a:pt x="227" y="104"/>
                </a:lnTo>
                <a:lnTo>
                  <a:pt x="236" y="95"/>
                </a:lnTo>
                <a:lnTo>
                  <a:pt x="245" y="85"/>
                </a:lnTo>
                <a:lnTo>
                  <a:pt x="252" y="73"/>
                </a:lnTo>
                <a:lnTo>
                  <a:pt x="258" y="62"/>
                </a:lnTo>
                <a:lnTo>
                  <a:pt x="262" y="48"/>
                </a:lnTo>
                <a:lnTo>
                  <a:pt x="266" y="35"/>
                </a:lnTo>
                <a:lnTo>
                  <a:pt x="267" y="21"/>
                </a:lnTo>
                <a:lnTo>
                  <a:pt x="255" y="22"/>
                </a:lnTo>
                <a:lnTo>
                  <a:pt x="243" y="23"/>
                </a:lnTo>
                <a:lnTo>
                  <a:pt x="234" y="22"/>
                </a:lnTo>
                <a:lnTo>
                  <a:pt x="225" y="22"/>
                </a:lnTo>
                <a:lnTo>
                  <a:pt x="211" y="18"/>
                </a:lnTo>
                <a:lnTo>
                  <a:pt x="198" y="14"/>
                </a:lnTo>
                <a:lnTo>
                  <a:pt x="186" y="8"/>
                </a:lnTo>
                <a:lnTo>
                  <a:pt x="177" y="0"/>
                </a:lnTo>
                <a:lnTo>
                  <a:pt x="171" y="4"/>
                </a:lnTo>
                <a:lnTo>
                  <a:pt x="164" y="8"/>
                </a:lnTo>
                <a:lnTo>
                  <a:pt x="157" y="10"/>
                </a:lnTo>
                <a:lnTo>
                  <a:pt x="149" y="13"/>
                </a:lnTo>
                <a:lnTo>
                  <a:pt x="133" y="15"/>
                </a:lnTo>
                <a:lnTo>
                  <a:pt x="118" y="17"/>
                </a:lnTo>
                <a:lnTo>
                  <a:pt x="103" y="15"/>
                </a:lnTo>
                <a:lnTo>
                  <a:pt x="87" y="13"/>
                </a:lnTo>
                <a:lnTo>
                  <a:pt x="73" y="9"/>
                </a:lnTo>
                <a:lnTo>
                  <a:pt x="62" y="4"/>
                </a:lnTo>
                <a:lnTo>
                  <a:pt x="62" y="10"/>
                </a:lnTo>
                <a:lnTo>
                  <a:pt x="60" y="17"/>
                </a:lnTo>
                <a:lnTo>
                  <a:pt x="62" y="31"/>
                </a:lnTo>
                <a:lnTo>
                  <a:pt x="64" y="45"/>
                </a:lnTo>
                <a:lnTo>
                  <a:pt x="68" y="58"/>
                </a:lnTo>
                <a:lnTo>
                  <a:pt x="74" y="71"/>
                </a:lnTo>
                <a:lnTo>
                  <a:pt x="81" y="82"/>
                </a:lnTo>
                <a:lnTo>
                  <a:pt x="89" y="93"/>
                </a:lnTo>
                <a:lnTo>
                  <a:pt x="97" y="103"/>
                </a:lnTo>
                <a:lnTo>
                  <a:pt x="108" y="111"/>
                </a:lnTo>
                <a:lnTo>
                  <a:pt x="108" y="136"/>
                </a:lnTo>
                <a:lnTo>
                  <a:pt x="38" y="155"/>
                </a:lnTo>
                <a:lnTo>
                  <a:pt x="31" y="158"/>
                </a:lnTo>
                <a:lnTo>
                  <a:pt x="23" y="163"/>
                </a:lnTo>
                <a:lnTo>
                  <a:pt x="17" y="168"/>
                </a:lnTo>
                <a:lnTo>
                  <a:pt x="11" y="175"/>
                </a:lnTo>
                <a:lnTo>
                  <a:pt x="6" y="181"/>
                </a:lnTo>
                <a:lnTo>
                  <a:pt x="4" y="189"/>
                </a:lnTo>
                <a:lnTo>
                  <a:pt x="1" y="198"/>
                </a:lnTo>
                <a:lnTo>
                  <a:pt x="0" y="206"/>
                </a:lnTo>
                <a:lnTo>
                  <a:pt x="0" y="230"/>
                </a:lnTo>
                <a:lnTo>
                  <a:pt x="325" y="230"/>
                </a:lnTo>
                <a:lnTo>
                  <a:pt x="325" y="206"/>
                </a:lnTo>
                <a:lnTo>
                  <a:pt x="324" y="198"/>
                </a:lnTo>
                <a:lnTo>
                  <a:pt x="322" y="189"/>
                </a:lnTo>
                <a:lnTo>
                  <a:pt x="318" y="181"/>
                </a:lnTo>
                <a:lnTo>
                  <a:pt x="315" y="175"/>
                </a:lnTo>
                <a:lnTo>
                  <a:pt x="309" y="168"/>
                </a:lnTo>
                <a:lnTo>
                  <a:pt x="303" y="162"/>
                </a:lnTo>
                <a:lnTo>
                  <a:pt x="297" y="158"/>
                </a:lnTo>
                <a:lnTo>
                  <a:pt x="289" y="1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3454">
            <a:extLst>
              <a:ext uri="{FF2B5EF4-FFF2-40B4-BE49-F238E27FC236}">
                <a16:creationId xmlns:a16="http://schemas.microsoft.com/office/drawing/2014/main" id="{9C8917F4-B18E-8042-4E5A-BB107C866201}"/>
              </a:ext>
            </a:extLst>
          </p:cNvPr>
          <p:cNvSpPr>
            <a:spLocks/>
          </p:cNvSpPr>
          <p:nvPr/>
        </p:nvSpPr>
        <p:spPr bwMode="auto">
          <a:xfrm>
            <a:off x="10010738" y="2787717"/>
            <a:ext cx="65137" cy="65139"/>
          </a:xfrm>
          <a:custGeom>
            <a:avLst/>
            <a:gdLst>
              <a:gd name="T0" fmla="*/ 96 w 100"/>
              <a:gd name="T1" fmla="*/ 96 h 100"/>
              <a:gd name="T2" fmla="*/ 99 w 100"/>
              <a:gd name="T3" fmla="*/ 92 h 100"/>
              <a:gd name="T4" fmla="*/ 100 w 100"/>
              <a:gd name="T5" fmla="*/ 87 h 100"/>
              <a:gd name="T6" fmla="*/ 99 w 100"/>
              <a:gd name="T7" fmla="*/ 83 h 100"/>
              <a:gd name="T8" fmla="*/ 96 w 100"/>
              <a:gd name="T9" fmla="*/ 80 h 100"/>
              <a:gd name="T10" fmla="*/ 20 w 100"/>
              <a:gd name="T11" fmla="*/ 4 h 100"/>
              <a:gd name="T12" fmla="*/ 17 w 100"/>
              <a:gd name="T13" fmla="*/ 1 h 100"/>
              <a:gd name="T14" fmla="*/ 11 w 100"/>
              <a:gd name="T15" fmla="*/ 0 h 100"/>
              <a:gd name="T16" fmla="*/ 8 w 100"/>
              <a:gd name="T17" fmla="*/ 1 h 100"/>
              <a:gd name="T18" fmla="*/ 4 w 100"/>
              <a:gd name="T19" fmla="*/ 4 h 100"/>
              <a:gd name="T20" fmla="*/ 1 w 100"/>
              <a:gd name="T21" fmla="*/ 8 h 100"/>
              <a:gd name="T22" fmla="*/ 0 w 100"/>
              <a:gd name="T23" fmla="*/ 11 h 100"/>
              <a:gd name="T24" fmla="*/ 1 w 100"/>
              <a:gd name="T25" fmla="*/ 17 h 100"/>
              <a:gd name="T26" fmla="*/ 4 w 100"/>
              <a:gd name="T27" fmla="*/ 20 h 100"/>
              <a:gd name="T28" fmla="*/ 79 w 100"/>
              <a:gd name="T29" fmla="*/ 96 h 100"/>
              <a:gd name="T30" fmla="*/ 83 w 100"/>
              <a:gd name="T31" fmla="*/ 99 h 100"/>
              <a:gd name="T32" fmla="*/ 87 w 100"/>
              <a:gd name="T33" fmla="*/ 100 h 100"/>
              <a:gd name="T34" fmla="*/ 92 w 100"/>
              <a:gd name="T35" fmla="*/ 99 h 100"/>
              <a:gd name="T36" fmla="*/ 96 w 100"/>
              <a:gd name="T37" fmla="*/ 96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0" h="100">
                <a:moveTo>
                  <a:pt x="96" y="96"/>
                </a:moveTo>
                <a:lnTo>
                  <a:pt x="99" y="92"/>
                </a:lnTo>
                <a:lnTo>
                  <a:pt x="100" y="87"/>
                </a:lnTo>
                <a:lnTo>
                  <a:pt x="99" y="83"/>
                </a:lnTo>
                <a:lnTo>
                  <a:pt x="96" y="80"/>
                </a:lnTo>
                <a:lnTo>
                  <a:pt x="20" y="4"/>
                </a:lnTo>
                <a:lnTo>
                  <a:pt x="17" y="1"/>
                </a:lnTo>
                <a:lnTo>
                  <a:pt x="11" y="0"/>
                </a:lnTo>
                <a:lnTo>
                  <a:pt x="8" y="1"/>
                </a:lnTo>
                <a:lnTo>
                  <a:pt x="4" y="4"/>
                </a:lnTo>
                <a:lnTo>
                  <a:pt x="1" y="8"/>
                </a:lnTo>
                <a:lnTo>
                  <a:pt x="0" y="11"/>
                </a:lnTo>
                <a:lnTo>
                  <a:pt x="1" y="17"/>
                </a:lnTo>
                <a:lnTo>
                  <a:pt x="4" y="20"/>
                </a:lnTo>
                <a:lnTo>
                  <a:pt x="79" y="96"/>
                </a:lnTo>
                <a:lnTo>
                  <a:pt x="83" y="99"/>
                </a:lnTo>
                <a:lnTo>
                  <a:pt x="87" y="100"/>
                </a:lnTo>
                <a:lnTo>
                  <a:pt x="92" y="99"/>
                </a:lnTo>
                <a:lnTo>
                  <a:pt x="96" y="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3455">
            <a:extLst>
              <a:ext uri="{FF2B5EF4-FFF2-40B4-BE49-F238E27FC236}">
                <a16:creationId xmlns:a16="http://schemas.microsoft.com/office/drawing/2014/main" id="{0A7CA084-2BB4-E490-9B0E-B3F8966B38D5}"/>
              </a:ext>
            </a:extLst>
          </p:cNvPr>
          <p:cNvSpPr>
            <a:spLocks/>
          </p:cNvSpPr>
          <p:nvPr/>
        </p:nvSpPr>
        <p:spPr bwMode="auto">
          <a:xfrm>
            <a:off x="10279108" y="2787717"/>
            <a:ext cx="62533" cy="65139"/>
          </a:xfrm>
          <a:custGeom>
            <a:avLst/>
            <a:gdLst>
              <a:gd name="T0" fmla="*/ 78 w 98"/>
              <a:gd name="T1" fmla="*/ 4 h 100"/>
              <a:gd name="T2" fmla="*/ 2 w 98"/>
              <a:gd name="T3" fmla="*/ 80 h 100"/>
              <a:gd name="T4" fmla="*/ 0 w 98"/>
              <a:gd name="T5" fmla="*/ 83 h 100"/>
              <a:gd name="T6" fmla="*/ 0 w 98"/>
              <a:gd name="T7" fmla="*/ 87 h 100"/>
              <a:gd name="T8" fmla="*/ 0 w 98"/>
              <a:gd name="T9" fmla="*/ 92 h 100"/>
              <a:gd name="T10" fmla="*/ 2 w 98"/>
              <a:gd name="T11" fmla="*/ 96 h 100"/>
              <a:gd name="T12" fmla="*/ 7 w 98"/>
              <a:gd name="T13" fmla="*/ 99 h 100"/>
              <a:gd name="T14" fmla="*/ 11 w 98"/>
              <a:gd name="T15" fmla="*/ 100 h 100"/>
              <a:gd name="T16" fmla="*/ 16 w 98"/>
              <a:gd name="T17" fmla="*/ 99 h 100"/>
              <a:gd name="T18" fmla="*/ 20 w 98"/>
              <a:gd name="T19" fmla="*/ 96 h 100"/>
              <a:gd name="T20" fmla="*/ 96 w 98"/>
              <a:gd name="T21" fmla="*/ 20 h 100"/>
              <a:gd name="T22" fmla="*/ 98 w 98"/>
              <a:gd name="T23" fmla="*/ 17 h 100"/>
              <a:gd name="T24" fmla="*/ 98 w 98"/>
              <a:gd name="T25" fmla="*/ 11 h 100"/>
              <a:gd name="T26" fmla="*/ 98 w 98"/>
              <a:gd name="T27" fmla="*/ 8 h 100"/>
              <a:gd name="T28" fmla="*/ 96 w 98"/>
              <a:gd name="T29" fmla="*/ 4 h 100"/>
              <a:gd name="T30" fmla="*/ 92 w 98"/>
              <a:gd name="T31" fmla="*/ 1 h 100"/>
              <a:gd name="T32" fmla="*/ 87 w 98"/>
              <a:gd name="T33" fmla="*/ 0 h 100"/>
              <a:gd name="T34" fmla="*/ 83 w 98"/>
              <a:gd name="T35" fmla="*/ 1 h 100"/>
              <a:gd name="T36" fmla="*/ 78 w 98"/>
              <a:gd name="T37" fmla="*/ 4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8" h="100">
                <a:moveTo>
                  <a:pt x="78" y="4"/>
                </a:moveTo>
                <a:lnTo>
                  <a:pt x="2" y="80"/>
                </a:lnTo>
                <a:lnTo>
                  <a:pt x="0" y="83"/>
                </a:lnTo>
                <a:lnTo>
                  <a:pt x="0" y="87"/>
                </a:lnTo>
                <a:lnTo>
                  <a:pt x="0" y="92"/>
                </a:lnTo>
                <a:lnTo>
                  <a:pt x="2" y="96"/>
                </a:lnTo>
                <a:lnTo>
                  <a:pt x="7" y="99"/>
                </a:lnTo>
                <a:lnTo>
                  <a:pt x="11" y="100"/>
                </a:lnTo>
                <a:lnTo>
                  <a:pt x="16" y="99"/>
                </a:lnTo>
                <a:lnTo>
                  <a:pt x="20" y="96"/>
                </a:lnTo>
                <a:lnTo>
                  <a:pt x="96" y="20"/>
                </a:lnTo>
                <a:lnTo>
                  <a:pt x="98" y="17"/>
                </a:lnTo>
                <a:lnTo>
                  <a:pt x="98" y="11"/>
                </a:lnTo>
                <a:lnTo>
                  <a:pt x="98" y="8"/>
                </a:lnTo>
                <a:lnTo>
                  <a:pt x="96" y="4"/>
                </a:lnTo>
                <a:lnTo>
                  <a:pt x="92" y="1"/>
                </a:lnTo>
                <a:lnTo>
                  <a:pt x="87" y="0"/>
                </a:lnTo>
                <a:lnTo>
                  <a:pt x="83" y="1"/>
                </a:lnTo>
                <a:lnTo>
                  <a:pt x="78" y="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9" name="Графіка 68" descr="Інструменти">
            <a:extLst>
              <a:ext uri="{FF2B5EF4-FFF2-40B4-BE49-F238E27FC236}">
                <a16:creationId xmlns:a16="http://schemas.microsoft.com/office/drawing/2014/main" id="{40364877-AB33-CE31-D988-63B063574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54242" y="2494591"/>
            <a:ext cx="525028" cy="525028"/>
          </a:xfrm>
          <a:prstGeom prst="rect">
            <a:avLst/>
          </a:prstGeom>
        </p:spPr>
      </p:pic>
      <p:pic>
        <p:nvPicPr>
          <p:cNvPr id="1026" name="Picture 2" descr="станок с чпу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FB86C593-F848-12FF-F3DF-CD2636A89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540" y="4084197"/>
            <a:ext cx="763565" cy="76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57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96181093-D069-46E3-8EFA-D4EF1E61AB7F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ВПЛИВ ПРОЄКТУ</a:t>
            </a:r>
            <a:endParaRPr lang="en-US" sz="4400" dirty="0">
              <a:latin typeface="+mj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3E2F68-FAAD-4B9C-AA3E-5D2EEC51B29B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0952245" y="4170295"/>
            <a:ext cx="1239754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0862BA-9008-433E-B10B-B6FD8FAA5D54}"/>
              </a:ext>
            </a:extLst>
          </p:cNvPr>
          <p:cNvCxnSpPr>
            <a:cxnSpLocks/>
          </p:cNvCxnSpPr>
          <p:nvPr/>
        </p:nvCxnSpPr>
        <p:spPr>
          <a:xfrm>
            <a:off x="0" y="2428969"/>
            <a:ext cx="7594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5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171E0C-EBCD-4BB1-A2A8-1C1909E0E15B}"/>
              </a:ext>
            </a:extLst>
          </p:cNvPr>
          <p:cNvGrpSpPr/>
          <p:nvPr/>
        </p:nvGrpSpPr>
        <p:grpSpPr>
          <a:xfrm>
            <a:off x="1239756" y="3271327"/>
            <a:ext cx="4699275" cy="1797939"/>
            <a:chOff x="1120610" y="3271327"/>
            <a:chExt cx="4699275" cy="179793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C5D970D-C2DA-45F7-91DD-97A5E204899A}"/>
                </a:ext>
              </a:extLst>
            </p:cNvPr>
            <p:cNvSpPr/>
            <p:nvPr/>
          </p:nvSpPr>
          <p:spPr>
            <a:xfrm>
              <a:off x="1120610" y="3427346"/>
              <a:ext cx="3924300" cy="1485900"/>
            </a:xfrm>
            <a:prstGeom prst="rect">
              <a:avLst/>
            </a:prstGeom>
            <a:solidFill>
              <a:srgbClr val="F7CA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C284BAC7-3F58-4AB3-82DB-EF4A8638B49D}"/>
                </a:ext>
              </a:extLst>
            </p:cNvPr>
            <p:cNvSpPr/>
            <p:nvPr/>
          </p:nvSpPr>
          <p:spPr>
            <a:xfrm rot="5400000">
              <a:off x="4145942" y="3395323"/>
              <a:ext cx="1797939" cy="1549947"/>
            </a:xfrm>
            <a:prstGeom prst="hexagon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EF95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DBC07A-EA98-4A2F-A57B-BA484D4DDF83}"/>
                </a:ext>
              </a:extLst>
            </p:cNvPr>
            <p:cNvSpPr txBox="1"/>
            <p:nvPr/>
          </p:nvSpPr>
          <p:spPr>
            <a:xfrm>
              <a:off x="4368075" y="4416516"/>
              <a:ext cx="138112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EDUCATION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439C61-B24B-4F94-AC83-75EFFAF0968C}"/>
              </a:ext>
            </a:extLst>
          </p:cNvPr>
          <p:cNvGrpSpPr/>
          <p:nvPr/>
        </p:nvGrpSpPr>
        <p:grpSpPr>
          <a:xfrm>
            <a:off x="6252973" y="3271327"/>
            <a:ext cx="4699272" cy="1797939"/>
            <a:chOff x="6133827" y="2982038"/>
            <a:chExt cx="4699272" cy="179793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992184-68A9-4985-8AB1-B1A6FD66C121}"/>
                </a:ext>
              </a:extLst>
            </p:cNvPr>
            <p:cNvSpPr/>
            <p:nvPr/>
          </p:nvSpPr>
          <p:spPr>
            <a:xfrm>
              <a:off x="6908799" y="3138056"/>
              <a:ext cx="3924300" cy="148590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44AEB6FC-837F-4506-87D5-329D7032D6B2}"/>
                </a:ext>
              </a:extLst>
            </p:cNvPr>
            <p:cNvSpPr/>
            <p:nvPr/>
          </p:nvSpPr>
          <p:spPr>
            <a:xfrm rot="5400000">
              <a:off x="6009831" y="3106034"/>
              <a:ext cx="1797939" cy="1549947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9E2545-C800-42F2-8883-1551D5867FD4}"/>
                </a:ext>
              </a:extLst>
            </p:cNvPr>
            <p:cNvSpPr txBox="1"/>
            <p:nvPr/>
          </p:nvSpPr>
          <p:spPr>
            <a:xfrm>
              <a:off x="6218236" y="4122123"/>
              <a:ext cx="138112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ECONOMY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558ABB-20CF-4D34-A76B-DE8D7E617DFE}"/>
              </a:ext>
            </a:extLst>
          </p:cNvPr>
          <p:cNvGrpSpPr/>
          <p:nvPr/>
        </p:nvGrpSpPr>
        <p:grpSpPr>
          <a:xfrm>
            <a:off x="759475" y="1530000"/>
            <a:ext cx="4699274" cy="1797939"/>
            <a:chOff x="1631076" y="1530000"/>
            <a:chExt cx="4699274" cy="17979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960659-3872-4C3D-925F-8A285B96802C}"/>
                </a:ext>
              </a:extLst>
            </p:cNvPr>
            <p:cNvSpPr/>
            <p:nvPr/>
          </p:nvSpPr>
          <p:spPr>
            <a:xfrm>
              <a:off x="1631076" y="1686019"/>
              <a:ext cx="3924300" cy="148590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14A31980-B7C1-4F5C-98A5-A737A70C0F1E}"/>
                </a:ext>
              </a:extLst>
            </p:cNvPr>
            <p:cNvSpPr/>
            <p:nvPr/>
          </p:nvSpPr>
          <p:spPr>
            <a:xfrm rot="5400000">
              <a:off x="4656407" y="1653996"/>
              <a:ext cx="1797939" cy="1549947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FCF660-37B8-45A0-9C79-E1A032B692ED}"/>
                </a:ext>
              </a:extLst>
            </p:cNvPr>
            <p:cNvSpPr txBox="1"/>
            <p:nvPr/>
          </p:nvSpPr>
          <p:spPr>
            <a:xfrm>
              <a:off x="4845763" y="2701902"/>
              <a:ext cx="138112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PEOPLE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254475-4444-40C2-B388-DFE3D149C54D}"/>
              </a:ext>
            </a:extLst>
          </p:cNvPr>
          <p:cNvGrpSpPr/>
          <p:nvPr/>
        </p:nvGrpSpPr>
        <p:grpSpPr>
          <a:xfrm>
            <a:off x="6755120" y="1530000"/>
            <a:ext cx="4677405" cy="1797939"/>
            <a:chOff x="7070890" y="1220291"/>
            <a:chExt cx="4677405" cy="17979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26F98C-E45D-45D9-9EDE-770CA5A7CC79}"/>
                </a:ext>
              </a:extLst>
            </p:cNvPr>
            <p:cNvSpPr/>
            <p:nvPr/>
          </p:nvSpPr>
          <p:spPr>
            <a:xfrm>
              <a:off x="7823995" y="1376310"/>
              <a:ext cx="3924300" cy="14859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5E915237-C0F2-4972-8B99-04DF521424D8}"/>
                </a:ext>
              </a:extLst>
            </p:cNvPr>
            <p:cNvSpPr/>
            <p:nvPr/>
          </p:nvSpPr>
          <p:spPr>
            <a:xfrm rot="5400000">
              <a:off x="6946894" y="1344287"/>
              <a:ext cx="1797939" cy="1549947"/>
            </a:xfrm>
            <a:prstGeom prst="hexagon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836FC8-60DF-4BD2-B7DB-501ECB9AA790}"/>
                </a:ext>
              </a:extLst>
            </p:cNvPr>
            <p:cNvSpPr txBox="1"/>
            <p:nvPr/>
          </p:nvSpPr>
          <p:spPr>
            <a:xfrm>
              <a:off x="7155300" y="2360376"/>
              <a:ext cx="138112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TECHNOLOGY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577094A-3F01-4AA7-A62C-5314274A6423}"/>
              </a:ext>
            </a:extLst>
          </p:cNvPr>
          <p:cNvSpPr txBox="1"/>
          <p:nvPr/>
        </p:nvSpPr>
        <p:spPr>
          <a:xfrm>
            <a:off x="917755" y="2182748"/>
            <a:ext cx="283276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Професійна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перепідготовка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соціальна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інтеграція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населення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5DFFE6-BE30-4FF5-8218-87BC2BB276A6}"/>
              </a:ext>
            </a:extLst>
          </p:cNvPr>
          <p:cNvSpPr txBox="1"/>
          <p:nvPr/>
        </p:nvSpPr>
        <p:spPr>
          <a:xfrm>
            <a:off x="1399346" y="3924073"/>
            <a:ext cx="283276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az-Cyrl-AZ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Розвиток сучасної професійної освіти.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80DF5D-9A47-4A1D-943D-3BF984E75A48}"/>
              </a:ext>
            </a:extLst>
          </p:cNvPr>
          <p:cNvSpPr txBox="1"/>
          <p:nvPr/>
        </p:nvSpPr>
        <p:spPr>
          <a:xfrm>
            <a:off x="8441478" y="2059637"/>
            <a:ext cx="283276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Впровадження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інноваційного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обладнання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цифрових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технологій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F470A-B12D-4BF1-93E3-CC17AA0F3992}"/>
              </a:ext>
            </a:extLst>
          </p:cNvPr>
          <p:cNvSpPr txBox="1"/>
          <p:nvPr/>
        </p:nvSpPr>
        <p:spPr>
          <a:xfrm>
            <a:off x="7948257" y="3800962"/>
            <a:ext cx="283276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Підготовка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кадрів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для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підприємств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машинобудівної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галузі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9B0DBA-C95B-4473-832D-D2F875FEE51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1432525" y="2428969"/>
            <a:ext cx="7594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44C9C0B-067D-4F3A-9315-805779B7F0DB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0" y="4170295"/>
            <a:ext cx="1239756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7">
            <a:extLst>
              <a:ext uri="{FF2B5EF4-FFF2-40B4-BE49-F238E27FC236}">
                <a16:creationId xmlns:a16="http://schemas.microsoft.com/office/drawing/2014/main" id="{33F5F596-E4BE-4C3C-7415-4F6C2DDADDF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071387" y="6565453"/>
            <a:ext cx="0" cy="29254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28">
            <a:extLst>
              <a:ext uri="{FF2B5EF4-FFF2-40B4-BE49-F238E27FC236}">
                <a16:creationId xmlns:a16="http://schemas.microsoft.com/office/drawing/2014/main" id="{B4BB4374-FCF2-6A50-8CBA-A7CFA7700B22}"/>
              </a:ext>
            </a:extLst>
          </p:cNvPr>
          <p:cNvGrpSpPr/>
          <p:nvPr/>
        </p:nvGrpSpPr>
        <p:grpSpPr>
          <a:xfrm>
            <a:off x="2390775" y="4923536"/>
            <a:ext cx="7361223" cy="1641917"/>
            <a:chOff x="3176601" y="2982038"/>
            <a:chExt cx="7361223" cy="1641917"/>
          </a:xfrm>
        </p:grpSpPr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F7D45E5-6E16-9BD9-1B6B-A4B37A784A63}"/>
                </a:ext>
              </a:extLst>
            </p:cNvPr>
            <p:cNvSpPr/>
            <p:nvPr/>
          </p:nvSpPr>
          <p:spPr>
            <a:xfrm>
              <a:off x="3176601" y="3609918"/>
              <a:ext cx="7361223" cy="1014037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solidFill>
                <a:srgbClr val="BBE0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Hexagon 9">
              <a:extLst>
                <a:ext uri="{FF2B5EF4-FFF2-40B4-BE49-F238E27FC236}">
                  <a16:creationId xmlns:a16="http://schemas.microsoft.com/office/drawing/2014/main" id="{F4C0665A-EF21-15B9-404F-81921BE869E8}"/>
                </a:ext>
              </a:extLst>
            </p:cNvPr>
            <p:cNvSpPr/>
            <p:nvPr/>
          </p:nvSpPr>
          <p:spPr>
            <a:xfrm rot="5400000">
              <a:off x="6338757" y="2777107"/>
              <a:ext cx="1140085" cy="1549947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rgbClr val="BBE0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96CE60-EB3C-3F7A-0B4D-6499D1648BBC}"/>
                </a:ext>
              </a:extLst>
            </p:cNvPr>
            <p:cNvSpPr txBox="1"/>
            <p:nvPr/>
          </p:nvSpPr>
          <p:spPr>
            <a:xfrm>
              <a:off x="6211481" y="3642827"/>
              <a:ext cx="1381125" cy="246221"/>
            </a:xfrm>
            <a:prstGeom prst="rect">
              <a:avLst/>
            </a:prstGeom>
            <a:noFill/>
            <a:ln>
              <a:solidFill>
                <a:srgbClr val="BBE0E3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PARTNERSHIP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1A54A30-9AA5-E76B-D8F6-75549AB821DD}"/>
              </a:ext>
            </a:extLst>
          </p:cNvPr>
          <p:cNvSpPr txBox="1"/>
          <p:nvPr/>
        </p:nvSpPr>
        <p:spPr>
          <a:xfrm>
            <a:off x="2885846" y="6092153"/>
            <a:ext cx="686615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ru-RU" sz="1600" dirty="0" err="1"/>
              <a:t>Співпраця</a:t>
            </a:r>
            <a:r>
              <a:rPr lang="ru-RU" sz="1600" dirty="0"/>
              <a:t> </a:t>
            </a:r>
            <a:r>
              <a:rPr lang="ru-RU" sz="1600" dirty="0" err="1"/>
              <a:t>освіти</a:t>
            </a:r>
            <a:r>
              <a:rPr lang="ru-RU" sz="1600" dirty="0"/>
              <a:t>, </a:t>
            </a:r>
            <a:r>
              <a:rPr lang="ru-RU" sz="1600" dirty="0" err="1"/>
              <a:t>бізнесу</a:t>
            </a:r>
            <a:r>
              <a:rPr lang="ru-RU" sz="1600" dirty="0"/>
              <a:t>, </a:t>
            </a:r>
            <a:r>
              <a:rPr lang="ru-RU" sz="1600" dirty="0" err="1"/>
              <a:t>громадського</a:t>
            </a:r>
            <a:r>
              <a:rPr lang="ru-RU" sz="1600" dirty="0"/>
              <a:t> сектору та </a:t>
            </a:r>
            <a:r>
              <a:rPr lang="ru-RU" sz="1600" dirty="0" err="1"/>
              <a:t>міжнародних</a:t>
            </a:r>
            <a:r>
              <a:rPr lang="ru-RU" sz="1600" dirty="0"/>
              <a:t> </a:t>
            </a:r>
            <a:r>
              <a:rPr lang="ru-RU" sz="1600" dirty="0" err="1"/>
              <a:t>партнерів</a:t>
            </a:r>
            <a:r>
              <a:rPr lang="ru-RU" sz="1600" dirty="0"/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Графіка 4" descr="Квадратна академічна шапочка">
            <a:extLst>
              <a:ext uri="{FF2B5EF4-FFF2-40B4-BE49-F238E27FC236}">
                <a16:creationId xmlns:a16="http://schemas.microsoft.com/office/drawing/2014/main" id="{51AE5414-1580-6ED5-1CE0-8758635A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6832" y="3520564"/>
            <a:ext cx="914400" cy="914400"/>
          </a:xfrm>
          <a:prstGeom prst="rect">
            <a:avLst/>
          </a:prstGeom>
        </p:spPr>
      </p:pic>
      <p:pic>
        <p:nvPicPr>
          <p:cNvPr id="2050" name="Picture 2" descr="Стокова ілюстрація Механічна Піктограма Черговий Механік — Завантажте  зображення зараз - Ілюстрація, Автомобіль, Векторне зображення - iStock">
            <a:extLst>
              <a:ext uri="{FF2B5EF4-FFF2-40B4-BE49-F238E27FC236}">
                <a16:creationId xmlns:a16="http://schemas.microsoft.com/office/drawing/2014/main" id="{7F7F08A7-78A1-AB6A-B6C4-C79092C40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922" b="71242" l="29248" r="71895">
                        <a14:foregroundMark x1="39052" y1="56699" x2="39052" y2="56699"/>
                        <a14:foregroundMark x1="49183" y1="36275" x2="49183" y2="36275"/>
                        <a14:foregroundMark x1="29248" y1="62255" x2="29248" y2="6225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941" t="23701" r="22793" b="23390"/>
          <a:stretch>
            <a:fillRect/>
          </a:stretch>
        </p:blipFill>
        <p:spPr bwMode="auto">
          <a:xfrm>
            <a:off x="4241364" y="1824191"/>
            <a:ext cx="930936" cy="94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Графіка 31" descr="Лелека">
            <a:extLst>
              <a:ext uri="{FF2B5EF4-FFF2-40B4-BE49-F238E27FC236}">
                <a16:creationId xmlns:a16="http://schemas.microsoft.com/office/drawing/2014/main" id="{5D915CF1-F035-321A-96BD-42717E5B6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2892" y="1772014"/>
            <a:ext cx="914400" cy="914400"/>
          </a:xfrm>
          <a:prstGeom prst="rect">
            <a:avLst/>
          </a:prstGeom>
        </p:spPr>
      </p:pic>
      <p:pic>
        <p:nvPicPr>
          <p:cNvPr id="2054" name="Picture 6" descr="Більше 2 491 600 стокових ілюстрацій, векторної графіки та картинок  роялті-фрі на тему фінанси та економіка - iStock">
            <a:extLst>
              <a:ext uri="{FF2B5EF4-FFF2-40B4-BE49-F238E27FC236}">
                <a16:creationId xmlns:a16="http://schemas.microsoft.com/office/drawing/2014/main" id="{CA2884A1-777D-BC21-2FF1-A19ABC1D3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1013" y1="50817" x2="41013" y2="50817"/>
                        <a14:foregroundMark x1="31209" y1="73693" x2="31209" y2="73693"/>
                        <a14:foregroundMark x1="35948" y1="70915" x2="35948" y2="70915"/>
                        <a14:foregroundMark x1="49346" y1="69608" x2="49346" y2="69608"/>
                        <a14:foregroundMark x1="57843" y1="69281" x2="57843" y2="69281"/>
                        <a14:foregroundMark x1="71895" y1="58497" x2="71895" y2="58497"/>
                        <a14:foregroundMark x1="78268" y1="54902" x2="78268" y2="54902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12" y="3427345"/>
            <a:ext cx="1141170" cy="114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partnership, результатов — 691 тысяча: изображения, стоковые  фотографии, картинки без лицензионных платежей | Shutterstock">
            <a:extLst>
              <a:ext uri="{FF2B5EF4-FFF2-40B4-BE49-F238E27FC236}">
                <a16:creationId xmlns:a16="http://schemas.microsoft.com/office/drawing/2014/main" id="{23D7E5A8-A587-ED54-1614-78DE448036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046" b="81408" l="10000" r="9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547"/>
          <a:stretch>
            <a:fillRect/>
          </a:stretch>
        </p:blipFill>
        <p:spPr bwMode="auto">
          <a:xfrm>
            <a:off x="5709143" y="4920796"/>
            <a:ext cx="796985" cy="7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44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1B35-D5F2-6CD4-E5BA-2E9962A9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6F7547E6-B88C-4107-581D-61F91709BEC6}"/>
              </a:ext>
            </a:extLst>
          </p:cNvPr>
          <p:cNvSpPr txBox="1"/>
          <p:nvPr/>
        </p:nvSpPr>
        <p:spPr>
          <a:xfrm>
            <a:off x="385763" y="340896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МАСШТАБ ПРОЄКТУ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08750840-A982-F62D-37A3-90846179B5BB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EF0705-1D78-04FD-C6E4-3AFE933E4462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551091-7B21-C4FE-4363-5D134605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305F0-C93F-F7D1-EC39-92B2DD8A0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7E883B85-52AB-61F6-5D11-1334B15445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484745"/>
              </p:ext>
            </p:extLst>
          </p:nvPr>
        </p:nvGraphicFramePr>
        <p:xfrm>
          <a:off x="838200" y="871008"/>
          <a:ext cx="1040988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99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3600" dirty="0">
                <a:latin typeface="+mj-lt"/>
              </a:rPr>
              <a:t>ЗАЦІКАВЛЕНІ СТОРОНИ</a:t>
            </a:r>
            <a:endParaRPr lang="en-US" sz="3600" dirty="0"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7</a:t>
            </a:fld>
            <a:endParaRPr lang="en-US"/>
          </a:p>
        </p:txBody>
      </p:sp>
      <p:sp>
        <p:nvSpPr>
          <p:cNvPr id="39" name="Freeform 3447">
            <a:extLst>
              <a:ext uri="{FF2B5EF4-FFF2-40B4-BE49-F238E27FC236}">
                <a16:creationId xmlns:a16="http://schemas.microsoft.com/office/drawing/2014/main" id="{E3CD491A-31EB-475E-843C-0AE47EE98586}"/>
              </a:ext>
            </a:extLst>
          </p:cNvPr>
          <p:cNvSpPr>
            <a:spLocks noEditPoints="1"/>
          </p:cNvSpPr>
          <p:nvPr/>
        </p:nvSpPr>
        <p:spPr bwMode="auto">
          <a:xfrm>
            <a:off x="2757313" y="1348608"/>
            <a:ext cx="1302737" cy="1302737"/>
          </a:xfrm>
          <a:custGeom>
            <a:avLst/>
            <a:gdLst>
              <a:gd name="T0" fmla="*/ 482 w 720"/>
              <a:gd name="T1" fmla="*/ 537 h 721"/>
              <a:gd name="T2" fmla="*/ 445 w 720"/>
              <a:gd name="T3" fmla="*/ 450 h 721"/>
              <a:gd name="T4" fmla="*/ 477 w 720"/>
              <a:gd name="T5" fmla="*/ 370 h 721"/>
              <a:gd name="T6" fmla="*/ 495 w 720"/>
              <a:gd name="T7" fmla="*/ 345 h 721"/>
              <a:gd name="T8" fmla="*/ 488 w 720"/>
              <a:gd name="T9" fmla="*/ 298 h 721"/>
              <a:gd name="T10" fmla="*/ 493 w 720"/>
              <a:gd name="T11" fmla="*/ 246 h 721"/>
              <a:gd name="T12" fmla="*/ 486 w 720"/>
              <a:gd name="T13" fmla="*/ 178 h 721"/>
              <a:gd name="T14" fmla="*/ 450 w 720"/>
              <a:gd name="T15" fmla="*/ 148 h 721"/>
              <a:gd name="T16" fmla="*/ 351 w 720"/>
              <a:gd name="T17" fmla="*/ 139 h 721"/>
              <a:gd name="T18" fmla="*/ 283 w 720"/>
              <a:gd name="T19" fmla="*/ 170 h 721"/>
              <a:gd name="T20" fmla="*/ 251 w 720"/>
              <a:gd name="T21" fmla="*/ 184 h 721"/>
              <a:gd name="T22" fmla="*/ 229 w 720"/>
              <a:gd name="T23" fmla="*/ 218 h 721"/>
              <a:gd name="T24" fmla="*/ 240 w 720"/>
              <a:gd name="T25" fmla="*/ 292 h 721"/>
              <a:gd name="T26" fmla="*/ 223 w 720"/>
              <a:gd name="T27" fmla="*/ 331 h 721"/>
              <a:gd name="T28" fmla="*/ 235 w 720"/>
              <a:gd name="T29" fmla="*/ 364 h 721"/>
              <a:gd name="T30" fmla="*/ 260 w 720"/>
              <a:gd name="T31" fmla="*/ 433 h 721"/>
              <a:gd name="T32" fmla="*/ 272 w 720"/>
              <a:gd name="T33" fmla="*/ 524 h 721"/>
              <a:gd name="T34" fmla="*/ 133 w 720"/>
              <a:gd name="T35" fmla="*/ 573 h 721"/>
              <a:gd name="T36" fmla="*/ 65 w 720"/>
              <a:gd name="T37" fmla="*/ 523 h 721"/>
              <a:gd name="T38" fmla="*/ 32 w 720"/>
              <a:gd name="T39" fmla="*/ 437 h 721"/>
              <a:gd name="T40" fmla="*/ 24 w 720"/>
              <a:gd name="T41" fmla="*/ 343 h 721"/>
              <a:gd name="T42" fmla="*/ 43 w 720"/>
              <a:gd name="T43" fmla="*/ 244 h 721"/>
              <a:gd name="T44" fmla="*/ 91 w 720"/>
              <a:gd name="T45" fmla="*/ 160 h 721"/>
              <a:gd name="T46" fmla="*/ 159 w 720"/>
              <a:gd name="T47" fmla="*/ 92 h 721"/>
              <a:gd name="T48" fmla="*/ 244 w 720"/>
              <a:gd name="T49" fmla="*/ 44 h 721"/>
              <a:gd name="T50" fmla="*/ 342 w 720"/>
              <a:gd name="T51" fmla="*/ 25 h 721"/>
              <a:gd name="T52" fmla="*/ 444 w 720"/>
              <a:gd name="T53" fmla="*/ 35 h 721"/>
              <a:gd name="T54" fmla="*/ 534 w 720"/>
              <a:gd name="T55" fmla="*/ 72 h 721"/>
              <a:gd name="T56" fmla="*/ 608 w 720"/>
              <a:gd name="T57" fmla="*/ 134 h 721"/>
              <a:gd name="T58" fmla="*/ 663 w 720"/>
              <a:gd name="T59" fmla="*/ 215 h 721"/>
              <a:gd name="T60" fmla="*/ 692 w 720"/>
              <a:gd name="T61" fmla="*/ 310 h 721"/>
              <a:gd name="T62" fmla="*/ 693 w 720"/>
              <a:gd name="T63" fmla="*/ 408 h 721"/>
              <a:gd name="T64" fmla="*/ 669 w 720"/>
              <a:gd name="T65" fmla="*/ 495 h 721"/>
              <a:gd name="T66" fmla="*/ 620 w 720"/>
              <a:gd name="T67" fmla="*/ 573 h 721"/>
              <a:gd name="T68" fmla="*/ 287 w 720"/>
              <a:gd name="T69" fmla="*/ 7 h 721"/>
              <a:gd name="T70" fmla="*/ 188 w 720"/>
              <a:gd name="T71" fmla="*/ 44 h 721"/>
              <a:gd name="T72" fmla="*/ 105 w 720"/>
              <a:gd name="T73" fmla="*/ 106 h 721"/>
              <a:gd name="T74" fmla="*/ 43 w 720"/>
              <a:gd name="T75" fmla="*/ 189 h 721"/>
              <a:gd name="T76" fmla="*/ 6 w 720"/>
              <a:gd name="T77" fmla="*/ 288 h 721"/>
              <a:gd name="T78" fmla="*/ 1 w 720"/>
              <a:gd name="T79" fmla="*/ 395 h 721"/>
              <a:gd name="T80" fmla="*/ 25 w 720"/>
              <a:gd name="T81" fmla="*/ 495 h 721"/>
              <a:gd name="T82" fmla="*/ 75 w 720"/>
              <a:gd name="T83" fmla="*/ 582 h 721"/>
              <a:gd name="T84" fmla="*/ 98 w 720"/>
              <a:gd name="T85" fmla="*/ 609 h 721"/>
              <a:gd name="T86" fmla="*/ 98 w 720"/>
              <a:gd name="T87" fmla="*/ 609 h 721"/>
              <a:gd name="T88" fmla="*/ 98 w 720"/>
              <a:gd name="T89" fmla="*/ 609 h 721"/>
              <a:gd name="T90" fmla="*/ 98 w 720"/>
              <a:gd name="T91" fmla="*/ 609 h 721"/>
              <a:gd name="T92" fmla="*/ 98 w 720"/>
              <a:gd name="T93" fmla="*/ 609 h 721"/>
              <a:gd name="T94" fmla="*/ 172 w 720"/>
              <a:gd name="T95" fmla="*/ 666 h 721"/>
              <a:gd name="T96" fmla="*/ 272 w 720"/>
              <a:gd name="T97" fmla="*/ 709 h 721"/>
              <a:gd name="T98" fmla="*/ 377 w 720"/>
              <a:gd name="T99" fmla="*/ 721 h 721"/>
              <a:gd name="T100" fmla="*/ 482 w 720"/>
              <a:gd name="T101" fmla="*/ 698 h 721"/>
              <a:gd name="T102" fmla="*/ 579 w 720"/>
              <a:gd name="T103" fmla="*/ 645 h 721"/>
              <a:gd name="T104" fmla="*/ 633 w 720"/>
              <a:gd name="T105" fmla="*/ 596 h 721"/>
              <a:gd name="T106" fmla="*/ 688 w 720"/>
              <a:gd name="T107" fmla="*/ 510 h 721"/>
              <a:gd name="T108" fmla="*/ 716 w 720"/>
              <a:gd name="T109" fmla="*/ 413 h 721"/>
              <a:gd name="T110" fmla="*/ 716 w 720"/>
              <a:gd name="T111" fmla="*/ 306 h 721"/>
              <a:gd name="T112" fmla="*/ 685 w 720"/>
              <a:gd name="T113" fmla="*/ 205 h 721"/>
              <a:gd name="T114" fmla="*/ 626 w 720"/>
              <a:gd name="T115" fmla="*/ 119 h 721"/>
              <a:gd name="T116" fmla="*/ 547 w 720"/>
              <a:gd name="T117" fmla="*/ 52 h 721"/>
              <a:gd name="T118" fmla="*/ 450 w 720"/>
              <a:gd name="T119" fmla="*/ 12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720" h="721">
                <a:moveTo>
                  <a:pt x="610" y="585"/>
                </a:moveTo>
                <a:lnTo>
                  <a:pt x="594" y="578"/>
                </a:lnTo>
                <a:lnTo>
                  <a:pt x="571" y="568"/>
                </a:lnTo>
                <a:lnTo>
                  <a:pt x="539" y="558"/>
                </a:lnTo>
                <a:lnTo>
                  <a:pt x="499" y="542"/>
                </a:lnTo>
                <a:lnTo>
                  <a:pt x="482" y="537"/>
                </a:lnTo>
                <a:lnTo>
                  <a:pt x="466" y="531"/>
                </a:lnTo>
                <a:lnTo>
                  <a:pt x="449" y="524"/>
                </a:lnTo>
                <a:lnTo>
                  <a:pt x="432" y="519"/>
                </a:lnTo>
                <a:lnTo>
                  <a:pt x="432" y="459"/>
                </a:lnTo>
                <a:lnTo>
                  <a:pt x="439" y="455"/>
                </a:lnTo>
                <a:lnTo>
                  <a:pt x="445" y="450"/>
                </a:lnTo>
                <a:lnTo>
                  <a:pt x="453" y="442"/>
                </a:lnTo>
                <a:lnTo>
                  <a:pt x="459" y="433"/>
                </a:lnTo>
                <a:lnTo>
                  <a:pt x="466" y="422"/>
                </a:lnTo>
                <a:lnTo>
                  <a:pt x="471" y="406"/>
                </a:lnTo>
                <a:lnTo>
                  <a:pt x="476" y="390"/>
                </a:lnTo>
                <a:lnTo>
                  <a:pt x="477" y="370"/>
                </a:lnTo>
                <a:lnTo>
                  <a:pt x="481" y="368"/>
                </a:lnTo>
                <a:lnTo>
                  <a:pt x="485" y="364"/>
                </a:lnTo>
                <a:lnTo>
                  <a:pt x="488" y="361"/>
                </a:lnTo>
                <a:lnTo>
                  <a:pt x="490" y="357"/>
                </a:lnTo>
                <a:lnTo>
                  <a:pt x="493" y="351"/>
                </a:lnTo>
                <a:lnTo>
                  <a:pt x="495" y="345"/>
                </a:lnTo>
                <a:lnTo>
                  <a:pt x="497" y="338"/>
                </a:lnTo>
                <a:lnTo>
                  <a:pt x="497" y="331"/>
                </a:lnTo>
                <a:lnTo>
                  <a:pt x="495" y="318"/>
                </a:lnTo>
                <a:lnTo>
                  <a:pt x="493" y="307"/>
                </a:lnTo>
                <a:lnTo>
                  <a:pt x="490" y="302"/>
                </a:lnTo>
                <a:lnTo>
                  <a:pt x="488" y="298"/>
                </a:lnTo>
                <a:lnTo>
                  <a:pt x="484" y="295"/>
                </a:lnTo>
                <a:lnTo>
                  <a:pt x="480" y="292"/>
                </a:lnTo>
                <a:lnTo>
                  <a:pt x="481" y="292"/>
                </a:lnTo>
                <a:lnTo>
                  <a:pt x="481" y="291"/>
                </a:lnTo>
                <a:lnTo>
                  <a:pt x="488" y="270"/>
                </a:lnTo>
                <a:lnTo>
                  <a:pt x="493" y="246"/>
                </a:lnTo>
                <a:lnTo>
                  <a:pt x="495" y="232"/>
                </a:lnTo>
                <a:lnTo>
                  <a:pt x="495" y="219"/>
                </a:lnTo>
                <a:lnTo>
                  <a:pt x="495" y="205"/>
                </a:lnTo>
                <a:lnTo>
                  <a:pt x="493" y="191"/>
                </a:lnTo>
                <a:lnTo>
                  <a:pt x="490" y="184"/>
                </a:lnTo>
                <a:lnTo>
                  <a:pt x="486" y="178"/>
                </a:lnTo>
                <a:lnTo>
                  <a:pt x="482" y="171"/>
                </a:lnTo>
                <a:lnTo>
                  <a:pt x="477" y="165"/>
                </a:lnTo>
                <a:lnTo>
                  <a:pt x="472" y="161"/>
                </a:lnTo>
                <a:lnTo>
                  <a:pt x="466" y="156"/>
                </a:lnTo>
                <a:lnTo>
                  <a:pt x="458" y="152"/>
                </a:lnTo>
                <a:lnTo>
                  <a:pt x="450" y="148"/>
                </a:lnTo>
                <a:lnTo>
                  <a:pt x="434" y="143"/>
                </a:lnTo>
                <a:lnTo>
                  <a:pt x="417" y="139"/>
                </a:lnTo>
                <a:lnTo>
                  <a:pt x="400" y="137"/>
                </a:lnTo>
                <a:lnTo>
                  <a:pt x="382" y="137"/>
                </a:lnTo>
                <a:lnTo>
                  <a:pt x="367" y="137"/>
                </a:lnTo>
                <a:lnTo>
                  <a:pt x="351" y="139"/>
                </a:lnTo>
                <a:lnTo>
                  <a:pt x="335" y="142"/>
                </a:lnTo>
                <a:lnTo>
                  <a:pt x="321" y="147"/>
                </a:lnTo>
                <a:lnTo>
                  <a:pt x="306" y="152"/>
                </a:lnTo>
                <a:lnTo>
                  <a:pt x="294" y="160"/>
                </a:lnTo>
                <a:lnTo>
                  <a:pt x="288" y="165"/>
                </a:lnTo>
                <a:lnTo>
                  <a:pt x="283" y="170"/>
                </a:lnTo>
                <a:lnTo>
                  <a:pt x="279" y="175"/>
                </a:lnTo>
                <a:lnTo>
                  <a:pt x="276" y="180"/>
                </a:lnTo>
                <a:lnTo>
                  <a:pt x="269" y="180"/>
                </a:lnTo>
                <a:lnTo>
                  <a:pt x="262" y="182"/>
                </a:lnTo>
                <a:lnTo>
                  <a:pt x="256" y="183"/>
                </a:lnTo>
                <a:lnTo>
                  <a:pt x="251" y="184"/>
                </a:lnTo>
                <a:lnTo>
                  <a:pt x="244" y="189"/>
                </a:lnTo>
                <a:lnTo>
                  <a:pt x="237" y="196"/>
                </a:lnTo>
                <a:lnTo>
                  <a:pt x="235" y="201"/>
                </a:lnTo>
                <a:lnTo>
                  <a:pt x="232" y="206"/>
                </a:lnTo>
                <a:lnTo>
                  <a:pt x="231" y="211"/>
                </a:lnTo>
                <a:lnTo>
                  <a:pt x="229" y="218"/>
                </a:lnTo>
                <a:lnTo>
                  <a:pt x="228" y="230"/>
                </a:lnTo>
                <a:lnTo>
                  <a:pt x="229" y="243"/>
                </a:lnTo>
                <a:lnTo>
                  <a:pt x="233" y="269"/>
                </a:lnTo>
                <a:lnTo>
                  <a:pt x="240" y="291"/>
                </a:lnTo>
                <a:lnTo>
                  <a:pt x="240" y="292"/>
                </a:lnTo>
                <a:lnTo>
                  <a:pt x="240" y="292"/>
                </a:lnTo>
                <a:lnTo>
                  <a:pt x="236" y="295"/>
                </a:lnTo>
                <a:lnTo>
                  <a:pt x="232" y="298"/>
                </a:lnTo>
                <a:lnTo>
                  <a:pt x="229" y="302"/>
                </a:lnTo>
                <a:lnTo>
                  <a:pt x="227" y="307"/>
                </a:lnTo>
                <a:lnTo>
                  <a:pt x="224" y="318"/>
                </a:lnTo>
                <a:lnTo>
                  <a:pt x="223" y="331"/>
                </a:lnTo>
                <a:lnTo>
                  <a:pt x="223" y="337"/>
                </a:lnTo>
                <a:lnTo>
                  <a:pt x="224" y="343"/>
                </a:lnTo>
                <a:lnTo>
                  <a:pt x="226" y="350"/>
                </a:lnTo>
                <a:lnTo>
                  <a:pt x="228" y="355"/>
                </a:lnTo>
                <a:lnTo>
                  <a:pt x="231" y="360"/>
                </a:lnTo>
                <a:lnTo>
                  <a:pt x="235" y="364"/>
                </a:lnTo>
                <a:lnTo>
                  <a:pt x="237" y="368"/>
                </a:lnTo>
                <a:lnTo>
                  <a:pt x="242" y="370"/>
                </a:lnTo>
                <a:lnTo>
                  <a:pt x="244" y="390"/>
                </a:lnTo>
                <a:lnTo>
                  <a:pt x="249" y="406"/>
                </a:lnTo>
                <a:lnTo>
                  <a:pt x="254" y="422"/>
                </a:lnTo>
                <a:lnTo>
                  <a:pt x="260" y="433"/>
                </a:lnTo>
                <a:lnTo>
                  <a:pt x="267" y="442"/>
                </a:lnTo>
                <a:lnTo>
                  <a:pt x="274" y="450"/>
                </a:lnTo>
                <a:lnTo>
                  <a:pt x="281" y="455"/>
                </a:lnTo>
                <a:lnTo>
                  <a:pt x="287" y="459"/>
                </a:lnTo>
                <a:lnTo>
                  <a:pt x="287" y="519"/>
                </a:lnTo>
                <a:lnTo>
                  <a:pt x="272" y="524"/>
                </a:lnTo>
                <a:lnTo>
                  <a:pt x="256" y="530"/>
                </a:lnTo>
                <a:lnTo>
                  <a:pt x="241" y="535"/>
                </a:lnTo>
                <a:lnTo>
                  <a:pt x="226" y="540"/>
                </a:lnTo>
                <a:lnTo>
                  <a:pt x="193" y="550"/>
                </a:lnTo>
                <a:lnTo>
                  <a:pt x="161" y="562"/>
                </a:lnTo>
                <a:lnTo>
                  <a:pt x="133" y="573"/>
                </a:lnTo>
                <a:lnTo>
                  <a:pt x="110" y="586"/>
                </a:lnTo>
                <a:lnTo>
                  <a:pt x="100" y="573"/>
                </a:lnTo>
                <a:lnTo>
                  <a:pt x="89" y="562"/>
                </a:lnTo>
                <a:lnTo>
                  <a:pt x="80" y="549"/>
                </a:lnTo>
                <a:lnTo>
                  <a:pt x="73" y="536"/>
                </a:lnTo>
                <a:lnTo>
                  <a:pt x="65" y="523"/>
                </a:lnTo>
                <a:lnTo>
                  <a:pt x="57" y="509"/>
                </a:lnTo>
                <a:lnTo>
                  <a:pt x="51" y="495"/>
                </a:lnTo>
                <a:lnTo>
                  <a:pt x="46" y="481"/>
                </a:lnTo>
                <a:lnTo>
                  <a:pt x="41" y="467"/>
                </a:lnTo>
                <a:lnTo>
                  <a:pt x="35" y="453"/>
                </a:lnTo>
                <a:lnTo>
                  <a:pt x="32" y="437"/>
                </a:lnTo>
                <a:lnTo>
                  <a:pt x="29" y="422"/>
                </a:lnTo>
                <a:lnTo>
                  <a:pt x="26" y="408"/>
                </a:lnTo>
                <a:lnTo>
                  <a:pt x="25" y="392"/>
                </a:lnTo>
                <a:lnTo>
                  <a:pt x="24" y="377"/>
                </a:lnTo>
                <a:lnTo>
                  <a:pt x="23" y="360"/>
                </a:lnTo>
                <a:lnTo>
                  <a:pt x="24" y="343"/>
                </a:lnTo>
                <a:lnTo>
                  <a:pt x="25" y="327"/>
                </a:lnTo>
                <a:lnTo>
                  <a:pt x="26" y="310"/>
                </a:lnTo>
                <a:lnTo>
                  <a:pt x="30" y="293"/>
                </a:lnTo>
                <a:lnTo>
                  <a:pt x="34" y="277"/>
                </a:lnTo>
                <a:lnTo>
                  <a:pt x="38" y="261"/>
                </a:lnTo>
                <a:lnTo>
                  <a:pt x="43" y="244"/>
                </a:lnTo>
                <a:lnTo>
                  <a:pt x="50" y="230"/>
                </a:lnTo>
                <a:lnTo>
                  <a:pt x="56" y="215"/>
                </a:lnTo>
                <a:lnTo>
                  <a:pt x="64" y="201"/>
                </a:lnTo>
                <a:lnTo>
                  <a:pt x="71" y="187"/>
                </a:lnTo>
                <a:lnTo>
                  <a:pt x="80" y="173"/>
                </a:lnTo>
                <a:lnTo>
                  <a:pt x="91" y="160"/>
                </a:lnTo>
                <a:lnTo>
                  <a:pt x="100" y="147"/>
                </a:lnTo>
                <a:lnTo>
                  <a:pt x="111" y="134"/>
                </a:lnTo>
                <a:lnTo>
                  <a:pt x="122" y="122"/>
                </a:lnTo>
                <a:lnTo>
                  <a:pt x="133" y="112"/>
                </a:lnTo>
                <a:lnTo>
                  <a:pt x="146" y="101"/>
                </a:lnTo>
                <a:lnTo>
                  <a:pt x="159" y="92"/>
                </a:lnTo>
                <a:lnTo>
                  <a:pt x="172" y="81"/>
                </a:lnTo>
                <a:lnTo>
                  <a:pt x="186" y="72"/>
                </a:lnTo>
                <a:lnTo>
                  <a:pt x="200" y="65"/>
                </a:lnTo>
                <a:lnTo>
                  <a:pt x="214" y="57"/>
                </a:lnTo>
                <a:lnTo>
                  <a:pt x="229" y="51"/>
                </a:lnTo>
                <a:lnTo>
                  <a:pt x="244" y="44"/>
                </a:lnTo>
                <a:lnTo>
                  <a:pt x="260" y="39"/>
                </a:lnTo>
                <a:lnTo>
                  <a:pt x="276" y="35"/>
                </a:lnTo>
                <a:lnTo>
                  <a:pt x="292" y="31"/>
                </a:lnTo>
                <a:lnTo>
                  <a:pt x="309" y="27"/>
                </a:lnTo>
                <a:lnTo>
                  <a:pt x="326" y="26"/>
                </a:lnTo>
                <a:lnTo>
                  <a:pt x="342" y="25"/>
                </a:lnTo>
                <a:lnTo>
                  <a:pt x="359" y="24"/>
                </a:lnTo>
                <a:lnTo>
                  <a:pt x="377" y="25"/>
                </a:lnTo>
                <a:lnTo>
                  <a:pt x="394" y="26"/>
                </a:lnTo>
                <a:lnTo>
                  <a:pt x="410" y="27"/>
                </a:lnTo>
                <a:lnTo>
                  <a:pt x="427" y="31"/>
                </a:lnTo>
                <a:lnTo>
                  <a:pt x="444" y="35"/>
                </a:lnTo>
                <a:lnTo>
                  <a:pt x="459" y="39"/>
                </a:lnTo>
                <a:lnTo>
                  <a:pt x="475" y="44"/>
                </a:lnTo>
                <a:lnTo>
                  <a:pt x="490" y="51"/>
                </a:lnTo>
                <a:lnTo>
                  <a:pt x="506" y="57"/>
                </a:lnTo>
                <a:lnTo>
                  <a:pt x="520" y="65"/>
                </a:lnTo>
                <a:lnTo>
                  <a:pt x="534" y="72"/>
                </a:lnTo>
                <a:lnTo>
                  <a:pt x="548" y="81"/>
                </a:lnTo>
                <a:lnTo>
                  <a:pt x="561" y="92"/>
                </a:lnTo>
                <a:lnTo>
                  <a:pt x="574" y="101"/>
                </a:lnTo>
                <a:lnTo>
                  <a:pt x="586" y="112"/>
                </a:lnTo>
                <a:lnTo>
                  <a:pt x="598" y="122"/>
                </a:lnTo>
                <a:lnTo>
                  <a:pt x="608" y="134"/>
                </a:lnTo>
                <a:lnTo>
                  <a:pt x="620" y="147"/>
                </a:lnTo>
                <a:lnTo>
                  <a:pt x="629" y="160"/>
                </a:lnTo>
                <a:lnTo>
                  <a:pt x="639" y="173"/>
                </a:lnTo>
                <a:lnTo>
                  <a:pt x="648" y="187"/>
                </a:lnTo>
                <a:lnTo>
                  <a:pt x="656" y="201"/>
                </a:lnTo>
                <a:lnTo>
                  <a:pt x="663" y="215"/>
                </a:lnTo>
                <a:lnTo>
                  <a:pt x="670" y="230"/>
                </a:lnTo>
                <a:lnTo>
                  <a:pt x="676" y="244"/>
                </a:lnTo>
                <a:lnTo>
                  <a:pt x="681" y="261"/>
                </a:lnTo>
                <a:lnTo>
                  <a:pt x="685" y="277"/>
                </a:lnTo>
                <a:lnTo>
                  <a:pt x="689" y="293"/>
                </a:lnTo>
                <a:lnTo>
                  <a:pt x="692" y="310"/>
                </a:lnTo>
                <a:lnTo>
                  <a:pt x="694" y="327"/>
                </a:lnTo>
                <a:lnTo>
                  <a:pt x="696" y="343"/>
                </a:lnTo>
                <a:lnTo>
                  <a:pt x="697" y="360"/>
                </a:lnTo>
                <a:lnTo>
                  <a:pt x="696" y="377"/>
                </a:lnTo>
                <a:lnTo>
                  <a:pt x="694" y="392"/>
                </a:lnTo>
                <a:lnTo>
                  <a:pt x="693" y="408"/>
                </a:lnTo>
                <a:lnTo>
                  <a:pt x="690" y="422"/>
                </a:lnTo>
                <a:lnTo>
                  <a:pt x="688" y="437"/>
                </a:lnTo>
                <a:lnTo>
                  <a:pt x="684" y="453"/>
                </a:lnTo>
                <a:lnTo>
                  <a:pt x="679" y="467"/>
                </a:lnTo>
                <a:lnTo>
                  <a:pt x="674" y="481"/>
                </a:lnTo>
                <a:lnTo>
                  <a:pt x="669" y="495"/>
                </a:lnTo>
                <a:lnTo>
                  <a:pt x="662" y="509"/>
                </a:lnTo>
                <a:lnTo>
                  <a:pt x="654" y="523"/>
                </a:lnTo>
                <a:lnTo>
                  <a:pt x="647" y="536"/>
                </a:lnTo>
                <a:lnTo>
                  <a:pt x="639" y="549"/>
                </a:lnTo>
                <a:lnTo>
                  <a:pt x="630" y="562"/>
                </a:lnTo>
                <a:lnTo>
                  <a:pt x="620" y="573"/>
                </a:lnTo>
                <a:lnTo>
                  <a:pt x="610" y="585"/>
                </a:lnTo>
                <a:close/>
                <a:moveTo>
                  <a:pt x="359" y="0"/>
                </a:moveTo>
                <a:lnTo>
                  <a:pt x="341" y="0"/>
                </a:lnTo>
                <a:lnTo>
                  <a:pt x="323" y="2"/>
                </a:lnTo>
                <a:lnTo>
                  <a:pt x="305" y="4"/>
                </a:lnTo>
                <a:lnTo>
                  <a:pt x="287" y="7"/>
                </a:lnTo>
                <a:lnTo>
                  <a:pt x="269" y="12"/>
                </a:lnTo>
                <a:lnTo>
                  <a:pt x="253" y="16"/>
                </a:lnTo>
                <a:lnTo>
                  <a:pt x="236" y="22"/>
                </a:lnTo>
                <a:lnTo>
                  <a:pt x="219" y="29"/>
                </a:lnTo>
                <a:lnTo>
                  <a:pt x="204" y="35"/>
                </a:lnTo>
                <a:lnTo>
                  <a:pt x="188" y="44"/>
                </a:lnTo>
                <a:lnTo>
                  <a:pt x="173" y="52"/>
                </a:lnTo>
                <a:lnTo>
                  <a:pt x="159" y="62"/>
                </a:lnTo>
                <a:lnTo>
                  <a:pt x="145" y="72"/>
                </a:lnTo>
                <a:lnTo>
                  <a:pt x="131" y="83"/>
                </a:lnTo>
                <a:lnTo>
                  <a:pt x="118" y="94"/>
                </a:lnTo>
                <a:lnTo>
                  <a:pt x="105" y="106"/>
                </a:lnTo>
                <a:lnTo>
                  <a:pt x="93" y="119"/>
                </a:lnTo>
                <a:lnTo>
                  <a:pt x="82" y="131"/>
                </a:lnTo>
                <a:lnTo>
                  <a:pt x="71" y="146"/>
                </a:lnTo>
                <a:lnTo>
                  <a:pt x="61" y="160"/>
                </a:lnTo>
                <a:lnTo>
                  <a:pt x="51" y="174"/>
                </a:lnTo>
                <a:lnTo>
                  <a:pt x="43" y="189"/>
                </a:lnTo>
                <a:lnTo>
                  <a:pt x="34" y="205"/>
                </a:lnTo>
                <a:lnTo>
                  <a:pt x="28" y="220"/>
                </a:lnTo>
                <a:lnTo>
                  <a:pt x="21" y="237"/>
                </a:lnTo>
                <a:lnTo>
                  <a:pt x="15" y="253"/>
                </a:lnTo>
                <a:lnTo>
                  <a:pt x="11" y="270"/>
                </a:lnTo>
                <a:lnTo>
                  <a:pt x="6" y="288"/>
                </a:lnTo>
                <a:lnTo>
                  <a:pt x="3" y="306"/>
                </a:lnTo>
                <a:lnTo>
                  <a:pt x="1" y="324"/>
                </a:lnTo>
                <a:lnTo>
                  <a:pt x="0" y="342"/>
                </a:lnTo>
                <a:lnTo>
                  <a:pt x="0" y="360"/>
                </a:lnTo>
                <a:lnTo>
                  <a:pt x="0" y="378"/>
                </a:lnTo>
                <a:lnTo>
                  <a:pt x="1" y="395"/>
                </a:lnTo>
                <a:lnTo>
                  <a:pt x="3" y="413"/>
                </a:lnTo>
                <a:lnTo>
                  <a:pt x="6" y="429"/>
                </a:lnTo>
                <a:lnTo>
                  <a:pt x="10" y="446"/>
                </a:lnTo>
                <a:lnTo>
                  <a:pt x="14" y="463"/>
                </a:lnTo>
                <a:lnTo>
                  <a:pt x="19" y="478"/>
                </a:lnTo>
                <a:lnTo>
                  <a:pt x="25" y="495"/>
                </a:lnTo>
                <a:lnTo>
                  <a:pt x="32" y="510"/>
                </a:lnTo>
                <a:lnTo>
                  <a:pt x="39" y="526"/>
                </a:lnTo>
                <a:lnTo>
                  <a:pt x="47" y="540"/>
                </a:lnTo>
                <a:lnTo>
                  <a:pt x="56" y="555"/>
                </a:lnTo>
                <a:lnTo>
                  <a:pt x="65" y="569"/>
                </a:lnTo>
                <a:lnTo>
                  <a:pt x="75" y="582"/>
                </a:lnTo>
                <a:lnTo>
                  <a:pt x="87" y="596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98" y="609"/>
                </a:lnTo>
                <a:lnTo>
                  <a:pt x="113" y="622"/>
                </a:lnTo>
                <a:lnTo>
                  <a:pt x="127" y="635"/>
                </a:lnTo>
                <a:lnTo>
                  <a:pt x="141" y="645"/>
                </a:lnTo>
                <a:lnTo>
                  <a:pt x="156" y="657"/>
                </a:lnTo>
                <a:lnTo>
                  <a:pt x="172" y="666"/>
                </a:lnTo>
                <a:lnTo>
                  <a:pt x="187" y="676"/>
                </a:lnTo>
                <a:lnTo>
                  <a:pt x="204" y="684"/>
                </a:lnTo>
                <a:lnTo>
                  <a:pt x="220" y="691"/>
                </a:lnTo>
                <a:lnTo>
                  <a:pt x="237" y="698"/>
                </a:lnTo>
                <a:lnTo>
                  <a:pt x="254" y="704"/>
                </a:lnTo>
                <a:lnTo>
                  <a:pt x="272" y="709"/>
                </a:lnTo>
                <a:lnTo>
                  <a:pt x="288" y="713"/>
                </a:lnTo>
                <a:lnTo>
                  <a:pt x="306" y="717"/>
                </a:lnTo>
                <a:lnTo>
                  <a:pt x="324" y="720"/>
                </a:lnTo>
                <a:lnTo>
                  <a:pt x="342" y="721"/>
                </a:lnTo>
                <a:lnTo>
                  <a:pt x="359" y="721"/>
                </a:lnTo>
                <a:lnTo>
                  <a:pt x="377" y="721"/>
                </a:lnTo>
                <a:lnTo>
                  <a:pt x="395" y="720"/>
                </a:lnTo>
                <a:lnTo>
                  <a:pt x="413" y="717"/>
                </a:lnTo>
                <a:lnTo>
                  <a:pt x="431" y="713"/>
                </a:lnTo>
                <a:lnTo>
                  <a:pt x="448" y="709"/>
                </a:lnTo>
                <a:lnTo>
                  <a:pt x="466" y="704"/>
                </a:lnTo>
                <a:lnTo>
                  <a:pt x="482" y="698"/>
                </a:lnTo>
                <a:lnTo>
                  <a:pt x="499" y="691"/>
                </a:lnTo>
                <a:lnTo>
                  <a:pt x="516" y="684"/>
                </a:lnTo>
                <a:lnTo>
                  <a:pt x="532" y="676"/>
                </a:lnTo>
                <a:lnTo>
                  <a:pt x="549" y="666"/>
                </a:lnTo>
                <a:lnTo>
                  <a:pt x="565" y="657"/>
                </a:lnTo>
                <a:lnTo>
                  <a:pt x="579" y="645"/>
                </a:lnTo>
                <a:lnTo>
                  <a:pt x="594" y="635"/>
                </a:lnTo>
                <a:lnTo>
                  <a:pt x="607" y="622"/>
                </a:lnTo>
                <a:lnTo>
                  <a:pt x="621" y="609"/>
                </a:lnTo>
                <a:lnTo>
                  <a:pt x="621" y="609"/>
                </a:lnTo>
                <a:lnTo>
                  <a:pt x="621" y="609"/>
                </a:lnTo>
                <a:lnTo>
                  <a:pt x="633" y="596"/>
                </a:lnTo>
                <a:lnTo>
                  <a:pt x="643" y="584"/>
                </a:lnTo>
                <a:lnTo>
                  <a:pt x="653" y="569"/>
                </a:lnTo>
                <a:lnTo>
                  <a:pt x="663" y="555"/>
                </a:lnTo>
                <a:lnTo>
                  <a:pt x="672" y="540"/>
                </a:lnTo>
                <a:lnTo>
                  <a:pt x="680" y="526"/>
                </a:lnTo>
                <a:lnTo>
                  <a:pt x="688" y="510"/>
                </a:lnTo>
                <a:lnTo>
                  <a:pt x="694" y="495"/>
                </a:lnTo>
                <a:lnTo>
                  <a:pt x="701" y="478"/>
                </a:lnTo>
                <a:lnTo>
                  <a:pt x="706" y="463"/>
                </a:lnTo>
                <a:lnTo>
                  <a:pt x="710" y="446"/>
                </a:lnTo>
                <a:lnTo>
                  <a:pt x="714" y="429"/>
                </a:lnTo>
                <a:lnTo>
                  <a:pt x="716" y="413"/>
                </a:lnTo>
                <a:lnTo>
                  <a:pt x="719" y="395"/>
                </a:lnTo>
                <a:lnTo>
                  <a:pt x="720" y="378"/>
                </a:lnTo>
                <a:lnTo>
                  <a:pt x="720" y="360"/>
                </a:lnTo>
                <a:lnTo>
                  <a:pt x="720" y="342"/>
                </a:lnTo>
                <a:lnTo>
                  <a:pt x="719" y="324"/>
                </a:lnTo>
                <a:lnTo>
                  <a:pt x="716" y="306"/>
                </a:lnTo>
                <a:lnTo>
                  <a:pt x="714" y="288"/>
                </a:lnTo>
                <a:lnTo>
                  <a:pt x="708" y="270"/>
                </a:lnTo>
                <a:lnTo>
                  <a:pt x="705" y="253"/>
                </a:lnTo>
                <a:lnTo>
                  <a:pt x="698" y="237"/>
                </a:lnTo>
                <a:lnTo>
                  <a:pt x="692" y="220"/>
                </a:lnTo>
                <a:lnTo>
                  <a:pt x="685" y="205"/>
                </a:lnTo>
                <a:lnTo>
                  <a:pt x="676" y="189"/>
                </a:lnTo>
                <a:lnTo>
                  <a:pt x="669" y="174"/>
                </a:lnTo>
                <a:lnTo>
                  <a:pt x="658" y="160"/>
                </a:lnTo>
                <a:lnTo>
                  <a:pt x="648" y="146"/>
                </a:lnTo>
                <a:lnTo>
                  <a:pt x="638" y="131"/>
                </a:lnTo>
                <a:lnTo>
                  <a:pt x="626" y="119"/>
                </a:lnTo>
                <a:lnTo>
                  <a:pt x="615" y="106"/>
                </a:lnTo>
                <a:lnTo>
                  <a:pt x="602" y="94"/>
                </a:lnTo>
                <a:lnTo>
                  <a:pt x="589" y="83"/>
                </a:lnTo>
                <a:lnTo>
                  <a:pt x="575" y="72"/>
                </a:lnTo>
                <a:lnTo>
                  <a:pt x="561" y="62"/>
                </a:lnTo>
                <a:lnTo>
                  <a:pt x="547" y="52"/>
                </a:lnTo>
                <a:lnTo>
                  <a:pt x="531" y="44"/>
                </a:lnTo>
                <a:lnTo>
                  <a:pt x="516" y="35"/>
                </a:lnTo>
                <a:lnTo>
                  <a:pt x="500" y="29"/>
                </a:lnTo>
                <a:lnTo>
                  <a:pt x="484" y="22"/>
                </a:lnTo>
                <a:lnTo>
                  <a:pt x="467" y="16"/>
                </a:lnTo>
                <a:lnTo>
                  <a:pt x="450" y="12"/>
                </a:lnTo>
                <a:lnTo>
                  <a:pt x="432" y="7"/>
                </a:lnTo>
                <a:lnTo>
                  <a:pt x="414" y="4"/>
                </a:lnTo>
                <a:lnTo>
                  <a:pt x="396" y="2"/>
                </a:lnTo>
                <a:lnTo>
                  <a:pt x="378" y="0"/>
                </a:lnTo>
                <a:lnTo>
                  <a:pt x="359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A00571E-411D-4C15-B2ED-14DFD645F7A4}"/>
              </a:ext>
            </a:extLst>
          </p:cNvPr>
          <p:cNvGrpSpPr/>
          <p:nvPr/>
        </p:nvGrpSpPr>
        <p:grpSpPr>
          <a:xfrm>
            <a:off x="907856" y="2884047"/>
            <a:ext cx="5001650" cy="492443"/>
            <a:chOff x="2562895" y="1897663"/>
            <a:chExt cx="5001650" cy="492443"/>
          </a:xfrm>
        </p:grpSpPr>
        <p:sp>
          <p:nvSpPr>
            <p:cNvPr id="41" name="Freeform 4460">
              <a:extLst>
                <a:ext uri="{FF2B5EF4-FFF2-40B4-BE49-F238E27FC236}">
                  <a16:creationId xmlns:a16="http://schemas.microsoft.com/office/drawing/2014/main" id="{70C96CB5-C54F-488C-B924-7C1EFA0EFD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47748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F91E82-2914-42E0-9AB0-E0467A788939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az-Cyrl-AZ" sz="1600" dirty="0"/>
                <a:t>Дніпровський політехнічний фаховий коледж: </a:t>
              </a:r>
              <a:r>
                <a:rPr lang="ru-RU" sz="1600" dirty="0" err="1"/>
                <a:t>розвиток</a:t>
              </a:r>
              <a:r>
                <a:rPr lang="ru-RU" sz="1600" dirty="0"/>
                <a:t> </a:t>
              </a:r>
              <a:r>
                <a:rPr lang="ru-RU" sz="1600" dirty="0" err="1"/>
                <a:t>освітньої</a:t>
              </a:r>
              <a:r>
                <a:rPr lang="ru-RU" sz="1600" dirty="0"/>
                <a:t> </a:t>
              </a:r>
              <a:r>
                <a:rPr lang="ru-RU" sz="1600" dirty="0" err="1"/>
                <a:t>бази</a:t>
              </a:r>
              <a:r>
                <a:rPr lang="ru-RU" sz="1600" dirty="0"/>
                <a:t> та </a:t>
              </a:r>
              <a:r>
                <a:rPr lang="ru-RU" sz="1600" dirty="0" err="1"/>
                <a:t>репутації</a:t>
              </a:r>
              <a:r>
                <a:rPr lang="az-Cyrl-AZ" sz="1600" dirty="0"/>
                <a:t> </a:t>
              </a:r>
              <a:endParaRPr lang="en-US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32A573-F82E-49A8-ACD9-B77AA22C05E3}"/>
              </a:ext>
            </a:extLst>
          </p:cNvPr>
          <p:cNvGrpSpPr/>
          <p:nvPr/>
        </p:nvGrpSpPr>
        <p:grpSpPr>
          <a:xfrm>
            <a:off x="907856" y="3392043"/>
            <a:ext cx="5001650" cy="492443"/>
            <a:chOff x="2562895" y="1897663"/>
            <a:chExt cx="5001650" cy="492443"/>
          </a:xfrm>
        </p:grpSpPr>
        <p:sp>
          <p:nvSpPr>
            <p:cNvPr id="44" name="Freeform 4460">
              <a:extLst>
                <a:ext uri="{FF2B5EF4-FFF2-40B4-BE49-F238E27FC236}">
                  <a16:creationId xmlns:a16="http://schemas.microsoft.com/office/drawing/2014/main" id="{806A6737-918E-4688-8151-AD1F97A5B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47748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BC2701-F951-40F2-94C5-EED0206FF3B9}"/>
                </a:ext>
              </a:extLst>
            </p:cNvPr>
            <p:cNvSpPr txBox="1"/>
            <p:nvPr/>
          </p:nvSpPr>
          <p:spPr>
            <a:xfrm>
              <a:off x="3129915" y="1897663"/>
              <a:ext cx="443463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az-Cyrl-AZ" sz="1600" dirty="0"/>
                <a:t>БФ «Шлях до здоров’я»: </a:t>
              </a:r>
              <a:r>
                <a:rPr lang="ru-RU" sz="1600" dirty="0" err="1"/>
                <a:t>соціальний</a:t>
              </a:r>
              <a:r>
                <a:rPr lang="ru-RU" sz="1600" dirty="0"/>
                <a:t> </a:t>
              </a:r>
              <a:r>
                <a:rPr lang="ru-RU" sz="1600" dirty="0" err="1"/>
                <a:t>ефект</a:t>
              </a:r>
              <a:r>
                <a:rPr lang="ru-RU" sz="1600" dirty="0"/>
                <a:t> та </a:t>
              </a:r>
              <a:r>
                <a:rPr lang="ru-RU" sz="1600" dirty="0" err="1"/>
                <a:t>успішна</a:t>
              </a:r>
              <a:r>
                <a:rPr lang="ru-RU" sz="1600" dirty="0"/>
                <a:t> </a:t>
              </a:r>
              <a:r>
                <a:rPr lang="ru-RU" sz="1600" dirty="0" err="1"/>
                <a:t>реалізація</a:t>
              </a:r>
              <a:endParaRPr lang="en-US" sz="16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7D51096-BBC5-408C-88EF-42A98DC44576}"/>
              </a:ext>
            </a:extLst>
          </p:cNvPr>
          <p:cNvGrpSpPr/>
          <p:nvPr/>
        </p:nvGrpSpPr>
        <p:grpSpPr>
          <a:xfrm>
            <a:off x="907856" y="3920352"/>
            <a:ext cx="5001650" cy="492443"/>
            <a:chOff x="2562895" y="1897663"/>
            <a:chExt cx="5001650" cy="492443"/>
          </a:xfrm>
        </p:grpSpPr>
        <p:sp>
          <p:nvSpPr>
            <p:cNvPr id="47" name="Freeform 4460">
              <a:extLst>
                <a:ext uri="{FF2B5EF4-FFF2-40B4-BE49-F238E27FC236}">
                  <a16:creationId xmlns:a16="http://schemas.microsoft.com/office/drawing/2014/main" id="{A3ADAFBE-D3F5-457E-9295-B64F12E7DD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38541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511ED0-8514-4262-A024-C99E145CC340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az-Cyrl-AZ" sz="1600" dirty="0"/>
                <a:t>Підприємства машинобудівної галузі: підготовка кваліфікованих кадрів </a:t>
              </a:r>
              <a:endParaRPr lang="en-US" sz="1600" dirty="0"/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E09CD6F-CEF6-434B-A6ED-9A2E0789D5BB}"/>
              </a:ext>
            </a:extLst>
          </p:cNvPr>
          <p:cNvSpPr/>
          <p:nvPr/>
        </p:nvSpPr>
        <p:spPr>
          <a:xfrm>
            <a:off x="6359087" y="1342655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7994FEA-733A-4DF9-9988-16EA8BC86119}"/>
              </a:ext>
            </a:extLst>
          </p:cNvPr>
          <p:cNvSpPr/>
          <p:nvPr/>
        </p:nvSpPr>
        <p:spPr>
          <a:xfrm rot="10800000">
            <a:off x="6359084" y="2946796"/>
            <a:ext cx="478567" cy="2844509"/>
          </a:xfrm>
          <a:prstGeom prst="roundRect">
            <a:avLst>
              <a:gd name="adj" fmla="val 50000"/>
            </a:avLst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0944A8F-5788-4D90-8C91-792DAADAA972}"/>
              </a:ext>
            </a:extLst>
          </p:cNvPr>
          <p:cNvSpPr/>
          <p:nvPr/>
        </p:nvSpPr>
        <p:spPr>
          <a:xfrm>
            <a:off x="6225383" y="5045331"/>
            <a:ext cx="745975" cy="745975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60%</a:t>
            </a:r>
            <a:endParaRPr lang="en-US" sz="1600" b="1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CF635EE-A50A-48CC-A8D4-DF34FA8B45C0}"/>
              </a:ext>
            </a:extLst>
          </p:cNvPr>
          <p:cNvSpPr/>
          <p:nvPr/>
        </p:nvSpPr>
        <p:spPr>
          <a:xfrm>
            <a:off x="7497740" y="1328563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5D27116-2A7F-4B44-A066-99EBE20F20C8}"/>
              </a:ext>
            </a:extLst>
          </p:cNvPr>
          <p:cNvSpPr/>
          <p:nvPr/>
        </p:nvSpPr>
        <p:spPr>
          <a:xfrm rot="10800000">
            <a:off x="7497736" y="1786671"/>
            <a:ext cx="478567" cy="399054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EE48A7E-DB8A-430A-820A-0879B1B68102}"/>
              </a:ext>
            </a:extLst>
          </p:cNvPr>
          <p:cNvSpPr/>
          <p:nvPr/>
        </p:nvSpPr>
        <p:spPr>
          <a:xfrm>
            <a:off x="7364036" y="5031239"/>
            <a:ext cx="745975" cy="74597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90%</a:t>
            </a:r>
            <a:endParaRPr lang="en-US" sz="1600" b="1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1E26A98-A6E6-4976-AB3A-F4F82DE1DD3A}"/>
              </a:ext>
            </a:extLst>
          </p:cNvPr>
          <p:cNvSpPr/>
          <p:nvPr/>
        </p:nvSpPr>
        <p:spPr>
          <a:xfrm>
            <a:off x="8636393" y="1342655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BB226EC-21EB-4AD1-98D0-0F085C6F6D51}"/>
              </a:ext>
            </a:extLst>
          </p:cNvPr>
          <p:cNvSpPr/>
          <p:nvPr/>
        </p:nvSpPr>
        <p:spPr>
          <a:xfrm rot="10800000">
            <a:off x="8636387" y="2260997"/>
            <a:ext cx="478567" cy="3530308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A4456E9-DEAA-49D6-9B7E-2329DE154912}"/>
              </a:ext>
            </a:extLst>
          </p:cNvPr>
          <p:cNvSpPr/>
          <p:nvPr/>
        </p:nvSpPr>
        <p:spPr>
          <a:xfrm>
            <a:off x="8502689" y="5045331"/>
            <a:ext cx="745975" cy="74597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85%</a:t>
            </a:r>
            <a:endParaRPr lang="en-US" sz="1600" b="1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4AAC813-DCDB-4937-A92D-DD29F793BF83}"/>
              </a:ext>
            </a:extLst>
          </p:cNvPr>
          <p:cNvSpPr/>
          <p:nvPr/>
        </p:nvSpPr>
        <p:spPr>
          <a:xfrm>
            <a:off x="9775046" y="1348609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9C5E4DB-5FE5-45DB-8FCE-68C164FF1D42}"/>
              </a:ext>
            </a:extLst>
          </p:cNvPr>
          <p:cNvSpPr/>
          <p:nvPr/>
        </p:nvSpPr>
        <p:spPr>
          <a:xfrm rot="10800000">
            <a:off x="9775042" y="3692953"/>
            <a:ext cx="478567" cy="2104305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66A7EB5-8A43-4641-98D4-3B9EAC2A68FB}"/>
              </a:ext>
            </a:extLst>
          </p:cNvPr>
          <p:cNvSpPr/>
          <p:nvPr/>
        </p:nvSpPr>
        <p:spPr>
          <a:xfrm>
            <a:off x="9641342" y="5051285"/>
            <a:ext cx="745975" cy="74597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40%</a:t>
            </a:r>
            <a:endParaRPr lang="en-US" sz="1600" b="1" dirty="0"/>
          </a:p>
        </p:txBody>
      </p:sp>
      <p:grpSp>
        <p:nvGrpSpPr>
          <p:cNvPr id="5" name="Group 45">
            <a:extLst>
              <a:ext uri="{FF2B5EF4-FFF2-40B4-BE49-F238E27FC236}">
                <a16:creationId xmlns:a16="http://schemas.microsoft.com/office/drawing/2014/main" id="{7774E52F-7292-734E-5006-8743A445CB74}"/>
              </a:ext>
            </a:extLst>
          </p:cNvPr>
          <p:cNvGrpSpPr/>
          <p:nvPr/>
        </p:nvGrpSpPr>
        <p:grpSpPr>
          <a:xfrm>
            <a:off x="907856" y="4448979"/>
            <a:ext cx="5001650" cy="492443"/>
            <a:chOff x="2562895" y="1897663"/>
            <a:chExt cx="5001650" cy="492443"/>
          </a:xfrm>
        </p:grpSpPr>
        <p:sp>
          <p:nvSpPr>
            <p:cNvPr id="8" name="Freeform 4460">
              <a:extLst>
                <a:ext uri="{FF2B5EF4-FFF2-40B4-BE49-F238E27FC236}">
                  <a16:creationId xmlns:a16="http://schemas.microsoft.com/office/drawing/2014/main" id="{1EA9CE08-D07C-36EC-E0DF-002663F867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29016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08B2A7-26E4-182B-11FE-D40715A1F92C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az-Cyrl-AZ" sz="1600" dirty="0"/>
                <a:t>Слухачі курсів: отримання знань та працевлаштування</a:t>
              </a:r>
              <a:endParaRPr lang="en-US" sz="1600" dirty="0"/>
            </a:p>
          </p:txBody>
        </p:sp>
      </p:grpSp>
      <p:grpSp>
        <p:nvGrpSpPr>
          <p:cNvPr id="12" name="Group 45">
            <a:extLst>
              <a:ext uri="{FF2B5EF4-FFF2-40B4-BE49-F238E27FC236}">
                <a16:creationId xmlns:a16="http://schemas.microsoft.com/office/drawing/2014/main" id="{2A400FBD-9AA6-BED8-D0DB-2DEA19DD2EB7}"/>
              </a:ext>
            </a:extLst>
          </p:cNvPr>
          <p:cNvGrpSpPr/>
          <p:nvPr/>
        </p:nvGrpSpPr>
        <p:grpSpPr>
          <a:xfrm>
            <a:off x="907856" y="4961531"/>
            <a:ext cx="5001650" cy="492443"/>
            <a:chOff x="2562895" y="1897663"/>
            <a:chExt cx="5001650" cy="492443"/>
          </a:xfrm>
        </p:grpSpPr>
        <p:sp>
          <p:nvSpPr>
            <p:cNvPr id="13" name="Freeform 4460">
              <a:extLst>
                <a:ext uri="{FF2B5EF4-FFF2-40B4-BE49-F238E27FC236}">
                  <a16:creationId xmlns:a16="http://schemas.microsoft.com/office/drawing/2014/main" id="{27CD6E91-1825-D34B-2C6B-AD604ACCA6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38541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19E43E-18AC-D74D-D24D-8BDEAC4500FB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az-Cyrl-AZ" sz="1600" dirty="0"/>
                <a:t>Грантодавці: ефективне використання фінансування</a:t>
              </a:r>
              <a:endParaRPr lang="en-US" sz="1600" dirty="0"/>
            </a:p>
          </p:txBody>
        </p:sp>
      </p:grpSp>
      <p:sp>
        <p:nvSpPr>
          <p:cNvPr id="15" name="Rectangle: Rounded Corners 49">
            <a:extLst>
              <a:ext uri="{FF2B5EF4-FFF2-40B4-BE49-F238E27FC236}">
                <a16:creationId xmlns:a16="http://schemas.microsoft.com/office/drawing/2014/main" id="{DCF17C4F-B381-DA41-7273-AAEDDD1AF695}"/>
              </a:ext>
            </a:extLst>
          </p:cNvPr>
          <p:cNvSpPr/>
          <p:nvPr/>
        </p:nvSpPr>
        <p:spPr>
          <a:xfrm>
            <a:off x="10907583" y="1348608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50">
            <a:extLst>
              <a:ext uri="{FF2B5EF4-FFF2-40B4-BE49-F238E27FC236}">
                <a16:creationId xmlns:a16="http://schemas.microsoft.com/office/drawing/2014/main" id="{B757A527-8C65-DD02-6586-1CF7DC6A0B81}"/>
              </a:ext>
            </a:extLst>
          </p:cNvPr>
          <p:cNvSpPr/>
          <p:nvPr/>
        </p:nvSpPr>
        <p:spPr>
          <a:xfrm rot="10800000">
            <a:off x="10907580" y="1806715"/>
            <a:ext cx="478567" cy="3990543"/>
          </a:xfrm>
          <a:prstGeom prst="roundRect">
            <a:avLst>
              <a:gd name="adj" fmla="val 50000"/>
            </a:avLst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51">
            <a:extLst>
              <a:ext uri="{FF2B5EF4-FFF2-40B4-BE49-F238E27FC236}">
                <a16:creationId xmlns:a16="http://schemas.microsoft.com/office/drawing/2014/main" id="{31B971E1-E412-51E8-E319-EB401E858D5E}"/>
              </a:ext>
            </a:extLst>
          </p:cNvPr>
          <p:cNvSpPr/>
          <p:nvPr/>
        </p:nvSpPr>
        <p:spPr>
          <a:xfrm>
            <a:off x="10773879" y="5051284"/>
            <a:ext cx="745975" cy="745975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90%</a:t>
            </a:r>
            <a:endParaRPr 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D252D7-14C1-3D97-85F6-CAF667FE6F11}"/>
              </a:ext>
            </a:extLst>
          </p:cNvPr>
          <p:cNvSpPr txBox="1"/>
          <p:nvPr/>
        </p:nvSpPr>
        <p:spPr>
          <a:xfrm>
            <a:off x="6242560" y="5958701"/>
            <a:ext cx="752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ДПФК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5525D8-3C57-FAF7-EB43-101E53ACA364}"/>
              </a:ext>
            </a:extLst>
          </p:cNvPr>
          <p:cNvSpPr txBox="1"/>
          <p:nvPr/>
        </p:nvSpPr>
        <p:spPr>
          <a:xfrm>
            <a:off x="7443942" y="5958701"/>
            <a:ext cx="532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БФ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74AB3F-CB3A-72AD-6D9E-F8F7265C99F7}"/>
              </a:ext>
            </a:extLst>
          </p:cNvPr>
          <p:cNvSpPr txBox="1"/>
          <p:nvPr/>
        </p:nvSpPr>
        <p:spPr>
          <a:xfrm>
            <a:off x="8127958" y="5958701"/>
            <a:ext cx="1590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Підприємства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D64F88-3D12-8F60-5323-0F3B18C58B2B}"/>
              </a:ext>
            </a:extLst>
          </p:cNvPr>
          <p:cNvSpPr txBox="1"/>
          <p:nvPr/>
        </p:nvSpPr>
        <p:spPr>
          <a:xfrm>
            <a:off x="9607951" y="5958701"/>
            <a:ext cx="97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Слухачі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2E2976-608A-8AE5-A7FC-16B08292F8D1}"/>
              </a:ext>
            </a:extLst>
          </p:cNvPr>
          <p:cNvSpPr txBox="1"/>
          <p:nvPr/>
        </p:nvSpPr>
        <p:spPr>
          <a:xfrm>
            <a:off x="10554842" y="5958701"/>
            <a:ext cx="1590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Грантодавці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6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rapezoid 104">
            <a:extLst>
              <a:ext uri="{FF2B5EF4-FFF2-40B4-BE49-F238E27FC236}">
                <a16:creationId xmlns:a16="http://schemas.microsoft.com/office/drawing/2014/main" id="{194C3FCB-DBD8-4DFF-BE52-69A3AB1D4D80}"/>
              </a:ext>
            </a:extLst>
          </p:cNvPr>
          <p:cNvSpPr/>
          <p:nvPr/>
        </p:nvSpPr>
        <p:spPr>
          <a:xfrm>
            <a:off x="2230881" y="4384923"/>
            <a:ext cx="1559718" cy="259088"/>
          </a:xfrm>
          <a:prstGeom prst="trapezoid">
            <a:avLst>
              <a:gd name="adj" fmla="val 58087"/>
            </a:avLst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rapezoid 103">
            <a:extLst>
              <a:ext uri="{FF2B5EF4-FFF2-40B4-BE49-F238E27FC236}">
                <a16:creationId xmlns:a16="http://schemas.microsoft.com/office/drawing/2014/main" id="{52F70E5C-0043-4087-9B38-89ACE8A3969A}"/>
              </a:ext>
            </a:extLst>
          </p:cNvPr>
          <p:cNvSpPr>
            <a:spLocks noChangeAspect="1"/>
          </p:cNvSpPr>
          <p:nvPr/>
        </p:nvSpPr>
        <p:spPr>
          <a:xfrm>
            <a:off x="4940746" y="4162425"/>
            <a:ext cx="2241521" cy="454880"/>
          </a:xfrm>
          <a:prstGeom prst="trapezoid">
            <a:avLst>
              <a:gd name="adj" fmla="val 58087"/>
            </a:avLst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rapezoid 102">
            <a:extLst>
              <a:ext uri="{FF2B5EF4-FFF2-40B4-BE49-F238E27FC236}">
                <a16:creationId xmlns:a16="http://schemas.microsoft.com/office/drawing/2014/main" id="{F9EFE84E-0561-4E2A-B949-BA10E92007BD}"/>
              </a:ext>
            </a:extLst>
          </p:cNvPr>
          <p:cNvSpPr/>
          <p:nvPr/>
        </p:nvSpPr>
        <p:spPr>
          <a:xfrm>
            <a:off x="8401401" y="4384923"/>
            <a:ext cx="1559718" cy="259088"/>
          </a:xfrm>
          <a:prstGeom prst="trapezoid">
            <a:avLst>
              <a:gd name="adj" fmla="val 58087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B32D6C0-E769-4EFF-9FCF-19FCF5FA8F8C}"/>
              </a:ext>
            </a:extLst>
          </p:cNvPr>
          <p:cNvSpPr/>
          <p:nvPr/>
        </p:nvSpPr>
        <p:spPr>
          <a:xfrm>
            <a:off x="0" y="4630109"/>
            <a:ext cx="12192000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rapezoid 100">
            <a:extLst>
              <a:ext uri="{FF2B5EF4-FFF2-40B4-BE49-F238E27FC236}">
                <a16:creationId xmlns:a16="http://schemas.microsoft.com/office/drawing/2014/main" id="{4F6FCD7D-45E4-4988-B220-B4C81F2DBCB5}"/>
              </a:ext>
            </a:extLst>
          </p:cNvPr>
          <p:cNvSpPr/>
          <p:nvPr/>
        </p:nvSpPr>
        <p:spPr>
          <a:xfrm>
            <a:off x="9939197" y="1385801"/>
            <a:ext cx="1559718" cy="259088"/>
          </a:xfrm>
          <a:prstGeom prst="trapezoid">
            <a:avLst>
              <a:gd name="adj" fmla="val 58087"/>
            </a:avLst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rapezoid 99">
            <a:extLst>
              <a:ext uri="{FF2B5EF4-FFF2-40B4-BE49-F238E27FC236}">
                <a16:creationId xmlns:a16="http://schemas.microsoft.com/office/drawing/2014/main" id="{5E6D21A1-D109-4E6E-B205-F14C3377D098}"/>
              </a:ext>
            </a:extLst>
          </p:cNvPr>
          <p:cNvSpPr/>
          <p:nvPr/>
        </p:nvSpPr>
        <p:spPr>
          <a:xfrm>
            <a:off x="6858770" y="1385801"/>
            <a:ext cx="1559718" cy="259088"/>
          </a:xfrm>
          <a:prstGeom prst="trapezoid">
            <a:avLst>
              <a:gd name="adj" fmla="val 58087"/>
            </a:avLst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rapezoid 98">
            <a:extLst>
              <a:ext uri="{FF2B5EF4-FFF2-40B4-BE49-F238E27FC236}">
                <a16:creationId xmlns:a16="http://schemas.microsoft.com/office/drawing/2014/main" id="{3345889E-15A5-4EF8-8BEA-8813850D4809}"/>
              </a:ext>
            </a:extLst>
          </p:cNvPr>
          <p:cNvSpPr/>
          <p:nvPr/>
        </p:nvSpPr>
        <p:spPr>
          <a:xfrm>
            <a:off x="3773508" y="1385801"/>
            <a:ext cx="1559718" cy="259088"/>
          </a:xfrm>
          <a:prstGeom prst="trapezoid">
            <a:avLst>
              <a:gd name="adj" fmla="val 58087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DEAF4F81-67AF-4654-A3F3-D034A6C4FF1B}"/>
              </a:ext>
            </a:extLst>
          </p:cNvPr>
          <p:cNvSpPr/>
          <p:nvPr/>
        </p:nvSpPr>
        <p:spPr>
          <a:xfrm>
            <a:off x="690563" y="1385801"/>
            <a:ext cx="1559718" cy="259088"/>
          </a:xfrm>
          <a:prstGeom prst="trapezoid">
            <a:avLst>
              <a:gd name="adj" fmla="val 58087"/>
            </a:avLst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BFBCE3-2E33-4C31-A983-059045B8E7FB}"/>
              </a:ext>
            </a:extLst>
          </p:cNvPr>
          <p:cNvSpPr/>
          <p:nvPr/>
        </p:nvSpPr>
        <p:spPr>
          <a:xfrm>
            <a:off x="0" y="1630989"/>
            <a:ext cx="12192000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3600" dirty="0">
                <a:latin typeface="+mj-lt"/>
              </a:rPr>
              <a:t>ЦІЛІ ПРОЄКТУ</a:t>
            </a:r>
            <a:endParaRPr lang="en-US" sz="3600" dirty="0"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AB36BEAF-C1FE-4A8A-8627-17EF7590883F}"/>
              </a:ext>
            </a:extLst>
          </p:cNvPr>
          <p:cNvSpPr/>
          <p:nvPr/>
        </p:nvSpPr>
        <p:spPr>
          <a:xfrm flipV="1">
            <a:off x="840515" y="1385803"/>
            <a:ext cx="1259815" cy="125981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08FE77E5-5881-406D-80E1-186D5D077526}"/>
              </a:ext>
            </a:extLst>
          </p:cNvPr>
          <p:cNvSpPr/>
          <p:nvPr/>
        </p:nvSpPr>
        <p:spPr>
          <a:xfrm flipV="1">
            <a:off x="2380831" y="4384923"/>
            <a:ext cx="1259815" cy="125981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9D36FAA0-1191-4F6B-A17D-9F78FCA9B1E2}"/>
              </a:ext>
            </a:extLst>
          </p:cNvPr>
          <p:cNvSpPr/>
          <p:nvPr/>
        </p:nvSpPr>
        <p:spPr>
          <a:xfrm flipV="1">
            <a:off x="3923462" y="1385803"/>
            <a:ext cx="1259815" cy="125981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Top Corners Rounded 42">
            <a:extLst>
              <a:ext uri="{FF2B5EF4-FFF2-40B4-BE49-F238E27FC236}">
                <a16:creationId xmlns:a16="http://schemas.microsoft.com/office/drawing/2014/main" id="{CA50B4F7-75D1-4B3A-9E8D-AF7C907CE388}"/>
              </a:ext>
            </a:extLst>
          </p:cNvPr>
          <p:cNvSpPr>
            <a:spLocks noChangeAspect="1"/>
          </p:cNvSpPr>
          <p:nvPr/>
        </p:nvSpPr>
        <p:spPr>
          <a:xfrm flipV="1">
            <a:off x="5189209" y="4162425"/>
            <a:ext cx="1738545" cy="18358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2D5B7D62-DBF4-4B61-AE64-B4CB8BC9A2BF}"/>
              </a:ext>
            </a:extLst>
          </p:cNvPr>
          <p:cNvSpPr/>
          <p:nvPr/>
        </p:nvSpPr>
        <p:spPr>
          <a:xfrm flipV="1">
            <a:off x="7008723" y="1385803"/>
            <a:ext cx="1259815" cy="125981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E607F9C6-D3E5-4CB1-8091-EF3383B02A48}"/>
              </a:ext>
            </a:extLst>
          </p:cNvPr>
          <p:cNvSpPr/>
          <p:nvPr/>
        </p:nvSpPr>
        <p:spPr>
          <a:xfrm flipV="1">
            <a:off x="8551354" y="4384923"/>
            <a:ext cx="1259815" cy="125981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106A73EE-6617-4D4C-ABB0-CBBBF256D23C}"/>
              </a:ext>
            </a:extLst>
          </p:cNvPr>
          <p:cNvSpPr/>
          <p:nvPr/>
        </p:nvSpPr>
        <p:spPr>
          <a:xfrm flipV="1">
            <a:off x="10093985" y="1385803"/>
            <a:ext cx="1259815" cy="1259815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23A169-E05C-4AF3-B18D-7FBBBFF8C2FB}"/>
              </a:ext>
            </a:extLst>
          </p:cNvPr>
          <p:cNvSpPr/>
          <p:nvPr/>
        </p:nvSpPr>
        <p:spPr>
          <a:xfrm>
            <a:off x="1011745" y="1559348"/>
            <a:ext cx="912723" cy="9127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50F481D-83C6-41E6-80DA-94434DFB02A9}"/>
              </a:ext>
            </a:extLst>
          </p:cNvPr>
          <p:cNvSpPr/>
          <p:nvPr/>
        </p:nvSpPr>
        <p:spPr>
          <a:xfrm>
            <a:off x="4097007" y="1559348"/>
            <a:ext cx="912723" cy="9127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36A50FF-BE0C-413C-9C28-25976BE45733}"/>
              </a:ext>
            </a:extLst>
          </p:cNvPr>
          <p:cNvSpPr/>
          <p:nvPr/>
        </p:nvSpPr>
        <p:spPr>
          <a:xfrm>
            <a:off x="7182268" y="1559348"/>
            <a:ext cx="912723" cy="9127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F83940A-CF7C-4D51-9D40-4924FF27B0F6}"/>
              </a:ext>
            </a:extLst>
          </p:cNvPr>
          <p:cNvSpPr/>
          <p:nvPr/>
        </p:nvSpPr>
        <p:spPr>
          <a:xfrm>
            <a:off x="10267532" y="1559348"/>
            <a:ext cx="912723" cy="9127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86AA4F-6A4D-4E86-897B-6F5DAF24053D}"/>
              </a:ext>
            </a:extLst>
          </p:cNvPr>
          <p:cNvSpPr/>
          <p:nvPr/>
        </p:nvSpPr>
        <p:spPr>
          <a:xfrm>
            <a:off x="8724899" y="4558468"/>
            <a:ext cx="912723" cy="9127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92F95E6-07A2-4AA2-BE3E-D85EFDBDC2BF}"/>
              </a:ext>
            </a:extLst>
          </p:cNvPr>
          <p:cNvSpPr>
            <a:spLocks noChangeAspect="1"/>
          </p:cNvSpPr>
          <p:nvPr/>
        </p:nvSpPr>
        <p:spPr>
          <a:xfrm>
            <a:off x="5452351" y="4467825"/>
            <a:ext cx="1259557" cy="1259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C5924B7-28DD-4AC0-9F69-F37B70550714}"/>
              </a:ext>
            </a:extLst>
          </p:cNvPr>
          <p:cNvSpPr/>
          <p:nvPr/>
        </p:nvSpPr>
        <p:spPr>
          <a:xfrm>
            <a:off x="2554376" y="4558468"/>
            <a:ext cx="912723" cy="9127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F36E1B-877B-4361-9616-30287361A951}"/>
              </a:ext>
            </a:extLst>
          </p:cNvPr>
          <p:cNvSpPr txBox="1"/>
          <p:nvPr/>
        </p:nvSpPr>
        <p:spPr>
          <a:xfrm>
            <a:off x="274576" y="2717657"/>
            <a:ext cx="2419134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400" b="1" dirty="0"/>
              <a:t>МОДЕРНІЗАЦІЯ МАТЕРІАЛЬНО-ТЕХНІЧНОЇ БАЗИ</a:t>
            </a:r>
            <a:endParaRPr lang="en-US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AF9157-36D3-43AE-9E8E-29A436C19D41}"/>
              </a:ext>
            </a:extLst>
          </p:cNvPr>
          <p:cNvSpPr txBox="1"/>
          <p:nvPr/>
        </p:nvSpPr>
        <p:spPr>
          <a:xfrm>
            <a:off x="3370572" y="2717657"/>
            <a:ext cx="228529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400" b="1" dirty="0"/>
              <a:t>ВПРОВАДЖЕННЯ КОРОТКОСТРОКОВИХ КУРСІВ</a:t>
            </a:r>
            <a:endParaRPr lang="en-US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DDBCC7-19FE-4CF9-9990-E521DA6329DD}"/>
              </a:ext>
            </a:extLst>
          </p:cNvPr>
          <p:cNvSpPr txBox="1"/>
          <p:nvPr/>
        </p:nvSpPr>
        <p:spPr>
          <a:xfrm>
            <a:off x="6948067" y="2717657"/>
            <a:ext cx="1381125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400" b="1" dirty="0"/>
              <a:t>ПІДГОТОВКА ВИКЛАДАЧІВ</a:t>
            </a:r>
            <a:endParaRPr 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E8BD41-EF1C-4A08-A62A-F9157E349872}"/>
              </a:ext>
            </a:extLst>
          </p:cNvPr>
          <p:cNvSpPr txBox="1"/>
          <p:nvPr/>
        </p:nvSpPr>
        <p:spPr>
          <a:xfrm>
            <a:off x="9655999" y="2728262"/>
            <a:ext cx="2217346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400" b="1" dirty="0"/>
              <a:t>ЗАБЕЗПЕЧЕННЯ ПРАКТИЧНОГО НАВЧАННЯ</a:t>
            </a:r>
            <a:endParaRPr lang="en-US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CBBE3F-16D9-4D58-A173-649CFF019926}"/>
              </a:ext>
            </a:extLst>
          </p:cNvPr>
          <p:cNvSpPr txBox="1"/>
          <p:nvPr/>
        </p:nvSpPr>
        <p:spPr>
          <a:xfrm>
            <a:off x="2175335" y="5758159"/>
            <a:ext cx="1670801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400" b="1" dirty="0"/>
              <a:t>ПІДВИЩЕННЯ РІВНЯ ПРАЦЕВЛАШТУВАННЯ</a:t>
            </a:r>
            <a:endParaRPr lang="en-US" sz="1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36C02A-6908-4759-9F61-ABC1CC1AE578}"/>
              </a:ext>
            </a:extLst>
          </p:cNvPr>
          <p:cNvSpPr txBox="1">
            <a:spLocks noChangeAspect="1"/>
          </p:cNvSpPr>
          <p:nvPr/>
        </p:nvSpPr>
        <p:spPr>
          <a:xfrm>
            <a:off x="5084661" y="6069342"/>
            <a:ext cx="1905951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b="1" dirty="0"/>
              <a:t>ГОЛОВНА ЦІЛЬ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54C8A5-0968-4FC7-BEDF-6272C07FAA63}"/>
              </a:ext>
            </a:extLst>
          </p:cNvPr>
          <p:cNvSpPr txBox="1"/>
          <p:nvPr/>
        </p:nvSpPr>
        <p:spPr>
          <a:xfrm>
            <a:off x="8490702" y="5727382"/>
            <a:ext cx="1381125" cy="646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400" b="1" dirty="0"/>
              <a:t>РОЗВИТОК ПАРТНЕРСТВА З БІЗНЕСОМ</a:t>
            </a:r>
            <a:endParaRPr lang="en-US" sz="1400" b="1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FF238F6-9B4C-4C69-AAB0-EB738F38E158}"/>
              </a:ext>
            </a:extLst>
          </p:cNvPr>
          <p:cNvGrpSpPr/>
          <p:nvPr/>
        </p:nvGrpSpPr>
        <p:grpSpPr>
          <a:xfrm>
            <a:off x="7454536" y="1830570"/>
            <a:ext cx="368186" cy="370278"/>
            <a:chOff x="6450013" y="5349875"/>
            <a:chExt cx="279399" cy="280988"/>
          </a:xfrm>
          <a:solidFill>
            <a:schemeClr val="accent1">
              <a:lumMod val="75000"/>
            </a:schemeClr>
          </a:solidFill>
        </p:grpSpPr>
        <p:sp>
          <p:nvSpPr>
            <p:cNvPr id="85" name="Freeform 3673">
              <a:extLst>
                <a:ext uri="{FF2B5EF4-FFF2-40B4-BE49-F238E27FC236}">
                  <a16:creationId xmlns:a16="http://schemas.microsoft.com/office/drawing/2014/main" id="{9A520C00-24EA-4D08-BAFC-70CB343A5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3674">
              <a:extLst>
                <a:ext uri="{FF2B5EF4-FFF2-40B4-BE49-F238E27FC236}">
                  <a16:creationId xmlns:a16="http://schemas.microsoft.com/office/drawing/2014/main" id="{92549085-FAF5-440C-B998-EA033A3D5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44375EA2-C888-93D9-C018-E4144A3AB0D7}"/>
              </a:ext>
            </a:extLst>
          </p:cNvPr>
          <p:cNvGrpSpPr/>
          <p:nvPr/>
        </p:nvGrpSpPr>
        <p:grpSpPr>
          <a:xfrm>
            <a:off x="3963485" y="3212916"/>
            <a:ext cx="4293078" cy="949509"/>
            <a:chOff x="7822722" y="3156157"/>
            <a:chExt cx="4293078" cy="949509"/>
          </a:xfrm>
        </p:grpSpPr>
        <p:sp>
          <p:nvSpPr>
            <p:cNvPr id="9" name="Виноска: зі стрілкою вниз 8">
              <a:extLst>
                <a:ext uri="{FF2B5EF4-FFF2-40B4-BE49-F238E27FC236}">
                  <a16:creationId xmlns:a16="http://schemas.microsoft.com/office/drawing/2014/main" id="{AEA38B1F-112B-3E12-DF61-6403F7261D2C}"/>
                </a:ext>
              </a:extLst>
            </p:cNvPr>
            <p:cNvSpPr/>
            <p:nvPr/>
          </p:nvSpPr>
          <p:spPr>
            <a:xfrm>
              <a:off x="7822722" y="3156157"/>
              <a:ext cx="4293078" cy="949509"/>
            </a:xfrm>
            <a:prstGeom prst="downArrowCallout">
              <a:avLst>
                <a:gd name="adj1" fmla="val 23777"/>
                <a:gd name="adj2" fmla="val 22354"/>
                <a:gd name="adj3" fmla="val 16135"/>
                <a:gd name="adj4" fmla="val 7582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5A91CB-E9AA-40C3-70EE-D897943E7A07}"/>
                </a:ext>
              </a:extLst>
            </p:cNvPr>
            <p:cNvSpPr txBox="1"/>
            <p:nvPr/>
          </p:nvSpPr>
          <p:spPr>
            <a:xfrm>
              <a:off x="7964975" y="3200790"/>
              <a:ext cx="4034449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just">
                <a:defRPr sz="1400"/>
              </a:lvl1pPr>
            </a:lstStyle>
            <a:p>
              <a:pPr algn="ctr"/>
              <a:r>
                <a:rPr lang="ru-RU" dirty="0" err="1"/>
                <a:t>Створення</a:t>
              </a:r>
              <a:r>
                <a:rPr lang="ru-RU" dirty="0"/>
                <a:t> </a:t>
              </a:r>
              <a:r>
                <a:rPr lang="ru-RU" dirty="0" err="1"/>
                <a:t>сучасного</a:t>
              </a:r>
              <a:r>
                <a:rPr lang="ru-RU" dirty="0"/>
                <a:t> </a:t>
              </a:r>
              <a:r>
                <a:rPr lang="ru-RU" dirty="0" err="1"/>
                <a:t>навчально</a:t>
              </a:r>
              <a:r>
                <a:rPr lang="ru-RU" dirty="0"/>
                <a:t>-практичного центру для </a:t>
              </a:r>
              <a:r>
                <a:rPr lang="ru-RU" dirty="0" err="1"/>
                <a:t>професійної</a:t>
              </a:r>
              <a:r>
                <a:rPr lang="ru-RU" dirty="0"/>
                <a:t> </a:t>
              </a:r>
              <a:r>
                <a:rPr lang="ru-RU" dirty="0" err="1"/>
                <a:t>підготовки</a:t>
              </a:r>
              <a:r>
                <a:rPr lang="ru-RU" dirty="0"/>
                <a:t> та </a:t>
              </a:r>
              <a:r>
                <a:rPr lang="ru-RU" dirty="0" err="1"/>
                <a:t>перепідготовки</a:t>
              </a:r>
              <a:r>
                <a:rPr lang="ru-RU" dirty="0"/>
                <a:t> </a:t>
              </a:r>
              <a:r>
                <a:rPr lang="ru-RU" dirty="0" err="1"/>
                <a:t>кадрів</a:t>
              </a:r>
              <a:r>
                <a:rPr lang="ru-RU" dirty="0"/>
                <a:t> у </a:t>
              </a:r>
              <a:r>
                <a:rPr lang="ru-RU" dirty="0" err="1"/>
                <a:t>сфері</a:t>
              </a:r>
              <a:r>
                <a:rPr lang="ru-RU" dirty="0"/>
                <a:t> </a:t>
              </a:r>
              <a:r>
                <a:rPr lang="ru-RU" dirty="0" err="1"/>
                <a:t>машинобудування</a:t>
              </a:r>
              <a:r>
                <a:rPr lang="ru-RU" dirty="0"/>
                <a:t>.</a:t>
              </a:r>
              <a:endParaRPr lang="en-US" dirty="0"/>
            </a:p>
          </p:txBody>
        </p:sp>
      </p:grpSp>
      <p:pic>
        <p:nvPicPr>
          <p:cNvPr id="14" name="Графіка 13" descr="Шестерні">
            <a:extLst>
              <a:ext uri="{FF2B5EF4-FFF2-40B4-BE49-F238E27FC236}">
                <a16:creationId xmlns:a16="http://schemas.microsoft.com/office/drawing/2014/main" id="{0D1832E9-89CB-60A6-6B7C-9EC1B67BB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242" y="1755759"/>
            <a:ext cx="533801" cy="533801"/>
          </a:xfrm>
          <a:prstGeom prst="rect">
            <a:avLst/>
          </a:prstGeom>
        </p:spPr>
      </p:pic>
      <p:pic>
        <p:nvPicPr>
          <p:cNvPr id="17" name="Графіка 16" descr="Будівельник">
            <a:extLst>
              <a:ext uri="{FF2B5EF4-FFF2-40B4-BE49-F238E27FC236}">
                <a16:creationId xmlns:a16="http://schemas.microsoft.com/office/drawing/2014/main" id="{7BAAC897-955B-1EC5-B977-332790140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4722" y="4775103"/>
            <a:ext cx="509567" cy="509567"/>
          </a:xfrm>
          <a:prstGeom prst="rect">
            <a:avLst/>
          </a:prstGeom>
        </p:spPr>
      </p:pic>
      <p:pic>
        <p:nvPicPr>
          <p:cNvPr id="19" name="Графіка 18" descr="Календар на місяць">
            <a:extLst>
              <a:ext uri="{FF2B5EF4-FFF2-40B4-BE49-F238E27FC236}">
                <a16:creationId xmlns:a16="http://schemas.microsoft.com/office/drawing/2014/main" id="{7BFF2FFC-E772-9D14-1F6C-DCE086D530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3373" y="1762665"/>
            <a:ext cx="519988" cy="519988"/>
          </a:xfrm>
          <a:prstGeom prst="rect">
            <a:avLst/>
          </a:prstGeom>
        </p:spPr>
      </p:pic>
      <p:pic>
        <p:nvPicPr>
          <p:cNvPr id="21" name="Графіка 20" descr="Яблучко">
            <a:extLst>
              <a:ext uri="{FF2B5EF4-FFF2-40B4-BE49-F238E27FC236}">
                <a16:creationId xmlns:a16="http://schemas.microsoft.com/office/drawing/2014/main" id="{1871D9AF-0D34-28E9-8845-3DC5C9D9BD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01040" y="4690875"/>
            <a:ext cx="787395" cy="787395"/>
          </a:xfrm>
          <a:prstGeom prst="rect">
            <a:avLst/>
          </a:prstGeom>
        </p:spPr>
      </p:pic>
      <p:pic>
        <p:nvPicPr>
          <p:cNvPr id="23" name="Графіка 22" descr="Рукостискання">
            <a:extLst>
              <a:ext uri="{FF2B5EF4-FFF2-40B4-BE49-F238E27FC236}">
                <a16:creationId xmlns:a16="http://schemas.microsoft.com/office/drawing/2014/main" id="{F863F1D7-9D35-CBAF-603D-A6CFD4D420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75944" y="4726655"/>
            <a:ext cx="610631" cy="610631"/>
          </a:xfrm>
          <a:prstGeom prst="rect">
            <a:avLst/>
          </a:prstGeom>
        </p:spPr>
      </p:pic>
      <p:pic>
        <p:nvPicPr>
          <p:cNvPr id="25" name="Графіка 24" descr="Інструменти">
            <a:extLst>
              <a:ext uri="{FF2B5EF4-FFF2-40B4-BE49-F238E27FC236}">
                <a16:creationId xmlns:a16="http://schemas.microsoft.com/office/drawing/2014/main" id="{6A9191C7-9974-5726-380F-6CD52993F8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91563" y="1822707"/>
            <a:ext cx="483195" cy="4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77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9</a:t>
            </a:fld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20B307-1425-4515-94BE-1DC3367D9B55}"/>
              </a:ext>
            </a:extLst>
          </p:cNvPr>
          <p:cNvSpPr txBox="1"/>
          <p:nvPr/>
        </p:nvSpPr>
        <p:spPr>
          <a:xfrm>
            <a:off x="7512207" y="2404918"/>
            <a:ext cx="2589015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1">
                    <a:lumMod val="50000"/>
                  </a:schemeClr>
                </a:solidFill>
              </a:rPr>
              <a:t>ПРАЦЕВЛАШТОВАНИХ ВИПУСКНИКІВ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F0F11D57-9BDA-4C03-8DC2-D33A21A1AC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941094"/>
              </p:ext>
            </p:extLst>
          </p:nvPr>
        </p:nvGraphicFramePr>
        <p:xfrm>
          <a:off x="5958441" y="2029630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Oval 60">
            <a:extLst>
              <a:ext uri="{FF2B5EF4-FFF2-40B4-BE49-F238E27FC236}">
                <a16:creationId xmlns:a16="http://schemas.microsoft.com/office/drawing/2014/main" id="{D5D6E24F-CD52-4DD9-B35D-2F3E42B1B203}"/>
              </a:ext>
            </a:extLst>
          </p:cNvPr>
          <p:cNvSpPr/>
          <p:nvPr/>
        </p:nvSpPr>
        <p:spPr>
          <a:xfrm>
            <a:off x="6360011" y="2292873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1629C6-A6CC-4EC7-BB17-BF0B7905E5E8}"/>
              </a:ext>
            </a:extLst>
          </p:cNvPr>
          <p:cNvSpPr txBox="1"/>
          <p:nvPr/>
        </p:nvSpPr>
        <p:spPr>
          <a:xfrm>
            <a:off x="6447409" y="2569792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60%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227773-8030-484E-BF53-BDDACA671749}"/>
              </a:ext>
            </a:extLst>
          </p:cNvPr>
          <p:cNvSpPr txBox="1"/>
          <p:nvPr/>
        </p:nvSpPr>
        <p:spPr>
          <a:xfrm>
            <a:off x="7469383" y="3846051"/>
            <a:ext cx="2369940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ПОЗИТИВНИХ ВІДГУКІВ СЛУХАЧІВ</a:t>
            </a:r>
            <a:endParaRPr lang="en-US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B4D63E8C-D462-411D-89C7-1190F7315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1235078"/>
              </p:ext>
            </p:extLst>
          </p:nvPr>
        </p:nvGraphicFramePr>
        <p:xfrm>
          <a:off x="5958441" y="3440272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2C4D988A-58D7-44D2-8499-5D0849CFE20D}"/>
              </a:ext>
            </a:extLst>
          </p:cNvPr>
          <p:cNvSpPr/>
          <p:nvPr/>
        </p:nvSpPr>
        <p:spPr>
          <a:xfrm>
            <a:off x="6360011" y="3703515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B2386B-E258-4FD1-B89B-BC7A15FD396A}"/>
              </a:ext>
            </a:extLst>
          </p:cNvPr>
          <p:cNvSpPr txBox="1"/>
          <p:nvPr/>
        </p:nvSpPr>
        <p:spPr>
          <a:xfrm>
            <a:off x="6447409" y="3980434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EF95A0"/>
                </a:solidFill>
              </a:rPr>
              <a:t>80%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FAF5A3-A7A4-4F8D-B073-F6087CA26D0A}"/>
              </a:ext>
            </a:extLst>
          </p:cNvPr>
          <p:cNvSpPr txBox="1"/>
          <p:nvPr/>
        </p:nvSpPr>
        <p:spPr>
          <a:xfrm>
            <a:off x="7469383" y="5267962"/>
            <a:ext cx="3251753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ГОДИНИ КОРОТКОСТРОКОВОЇ ОСВІТНЬОЇ ПРОГРАМИ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87" name="Chart 86">
            <a:extLst>
              <a:ext uri="{FF2B5EF4-FFF2-40B4-BE49-F238E27FC236}">
                <a16:creationId xmlns:a16="http://schemas.microsoft.com/office/drawing/2014/main" id="{D5EF5671-A69B-4DCE-B744-04ED7E407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429217"/>
              </p:ext>
            </p:extLst>
          </p:nvPr>
        </p:nvGraphicFramePr>
        <p:xfrm>
          <a:off x="5958441" y="4850911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8" name="Oval 87">
            <a:extLst>
              <a:ext uri="{FF2B5EF4-FFF2-40B4-BE49-F238E27FC236}">
                <a16:creationId xmlns:a16="http://schemas.microsoft.com/office/drawing/2014/main" id="{60AFEF6C-30F8-457A-86B2-EAC1746A7B4A}"/>
              </a:ext>
            </a:extLst>
          </p:cNvPr>
          <p:cNvSpPr/>
          <p:nvPr/>
        </p:nvSpPr>
        <p:spPr>
          <a:xfrm>
            <a:off x="6360011" y="5114154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D39130-9C5C-4315-BA86-FED6EFBADB1D}"/>
              </a:ext>
            </a:extLst>
          </p:cNvPr>
          <p:cNvSpPr txBox="1"/>
          <p:nvPr/>
        </p:nvSpPr>
        <p:spPr>
          <a:xfrm>
            <a:off x="6447409" y="5391073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E75F71"/>
                </a:solidFill>
              </a:rPr>
              <a:t>104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5E1CFE7-506E-462C-9E03-A5C1CFA4953F}"/>
              </a:ext>
            </a:extLst>
          </p:cNvPr>
          <p:cNvCxnSpPr/>
          <p:nvPr/>
        </p:nvCxnSpPr>
        <p:spPr>
          <a:xfrm>
            <a:off x="6360011" y="3429001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0CD3299-E7BA-4828-991C-4669B8F22AC5}"/>
              </a:ext>
            </a:extLst>
          </p:cNvPr>
          <p:cNvCxnSpPr/>
          <p:nvPr/>
        </p:nvCxnSpPr>
        <p:spPr>
          <a:xfrm>
            <a:off x="6360011" y="4839642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89553626-3F0B-42E2-ACDA-F8358EB51048}"/>
              </a:ext>
            </a:extLst>
          </p:cNvPr>
          <p:cNvSpPr txBox="1"/>
          <p:nvPr/>
        </p:nvSpPr>
        <p:spPr>
          <a:xfrm>
            <a:off x="7469383" y="1061240"/>
            <a:ext cx="334137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sz="2000" b="1" dirty="0">
                <a:solidFill>
                  <a:schemeClr val="accent1">
                    <a:lumMod val="90000"/>
                  </a:schemeClr>
                </a:solidFill>
              </a:rPr>
              <a:t>УЧАСНИКІВ НАВЧАЛЬНИХ ПРОГРАМ</a:t>
            </a:r>
            <a:endParaRPr lang="en-US" sz="2000" b="1" dirty="0">
              <a:solidFill>
                <a:schemeClr val="accent1">
                  <a:lumMod val="90000"/>
                </a:schemeClr>
              </a:solidFill>
            </a:endParaRPr>
          </a:p>
        </p:txBody>
      </p:sp>
      <p:graphicFrame>
        <p:nvGraphicFramePr>
          <p:cNvPr id="98" name="Chart 97">
            <a:extLst>
              <a:ext uri="{FF2B5EF4-FFF2-40B4-BE49-F238E27FC236}">
                <a16:creationId xmlns:a16="http://schemas.microsoft.com/office/drawing/2014/main" id="{DFE4BDAA-D55C-40C9-B4A7-5A0607F36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026732"/>
              </p:ext>
            </p:extLst>
          </p:nvPr>
        </p:nvGraphicFramePr>
        <p:xfrm>
          <a:off x="5958441" y="618989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9" name="Oval 98">
            <a:extLst>
              <a:ext uri="{FF2B5EF4-FFF2-40B4-BE49-F238E27FC236}">
                <a16:creationId xmlns:a16="http://schemas.microsoft.com/office/drawing/2014/main" id="{77D79D79-A039-4CEF-9DAC-8F54A3CCF24C}"/>
              </a:ext>
            </a:extLst>
          </p:cNvPr>
          <p:cNvSpPr/>
          <p:nvPr/>
        </p:nvSpPr>
        <p:spPr>
          <a:xfrm>
            <a:off x="6360011" y="882232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525AE7A-A937-40CC-A189-368752956D2F}"/>
              </a:ext>
            </a:extLst>
          </p:cNvPr>
          <p:cNvSpPr txBox="1"/>
          <p:nvPr/>
        </p:nvSpPr>
        <p:spPr>
          <a:xfrm>
            <a:off x="6447409" y="1159151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90000"/>
                  </a:schemeClr>
                </a:solidFill>
              </a:rPr>
              <a:t>150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189A94C-8699-4CA0-A2B5-4377566E2EF8}"/>
              </a:ext>
            </a:extLst>
          </p:cNvPr>
          <p:cNvCxnSpPr/>
          <p:nvPr/>
        </p:nvCxnSpPr>
        <p:spPr>
          <a:xfrm>
            <a:off x="6360011" y="2018360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779478" y="3366141"/>
            <a:ext cx="5332772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3600" dirty="0">
                <a:latin typeface="+mj-lt"/>
              </a:rPr>
              <a:t>ОЧІКУВАНІ РЕЗУЛЬТАТИ</a:t>
            </a:r>
            <a:endParaRPr lang="en-US" sz="36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7EB124-CE7C-4645-B84D-B125C8F3F54C}"/>
              </a:ext>
            </a:extLst>
          </p:cNvPr>
          <p:cNvSpPr/>
          <p:nvPr/>
        </p:nvSpPr>
        <p:spPr>
          <a:xfrm>
            <a:off x="779478" y="3984846"/>
            <a:ext cx="4912459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az-Cyrl-AZ" sz="1600" dirty="0">
                <a:solidFill>
                  <a:srgbClr val="000000"/>
                </a:solidFill>
              </a:rPr>
              <a:t>Проєкт спрямований на створення ефективної системи короткострокової технічної освіти, орієнтованої на потреби сучасного ринку праці. Очікувані результати охоплюють освітній, соціальний та економічний ефекти.</a:t>
            </a:r>
            <a:endParaRPr lang="en-US"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5326F3-7210-4070-8501-BDFE478314E2}"/>
              </a:ext>
            </a:extLst>
          </p:cNvPr>
          <p:cNvGrpSpPr/>
          <p:nvPr/>
        </p:nvGrpSpPr>
        <p:grpSpPr>
          <a:xfrm>
            <a:off x="779478" y="1149606"/>
            <a:ext cx="2886583" cy="1991395"/>
            <a:chOff x="694817" y="1114149"/>
            <a:chExt cx="2886583" cy="1991395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B535FBE3-3CEA-48E1-9A73-21021F8C8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1189" t="2494" r="38510" b="4521"/>
            <a:stretch>
              <a:fillRect/>
            </a:stretch>
          </p:blipFill>
          <p:spPr>
            <a:xfrm>
              <a:off x="694817" y="1114149"/>
              <a:ext cx="1991395" cy="1991395"/>
            </a:xfrm>
            <a:custGeom>
              <a:avLst/>
              <a:gdLst>
                <a:gd name="connsiteX0" fmla="*/ 2165350 w 4330700"/>
                <a:gd name="connsiteY0" fmla="*/ 0 h 4330700"/>
                <a:gd name="connsiteX1" fmla="*/ 4330700 w 4330700"/>
                <a:gd name="connsiteY1" fmla="*/ 2165350 h 4330700"/>
                <a:gd name="connsiteX2" fmla="*/ 2165350 w 4330700"/>
                <a:gd name="connsiteY2" fmla="*/ 4330700 h 4330700"/>
                <a:gd name="connsiteX3" fmla="*/ 0 w 4330700"/>
                <a:gd name="connsiteY3" fmla="*/ 2165350 h 433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4330700">
                  <a:moveTo>
                    <a:pt x="2165350" y="0"/>
                  </a:moveTo>
                  <a:lnTo>
                    <a:pt x="4330700" y="2165350"/>
                  </a:lnTo>
                  <a:lnTo>
                    <a:pt x="2165350" y="4330700"/>
                  </a:lnTo>
                  <a:lnTo>
                    <a:pt x="0" y="2165350"/>
                  </a:lnTo>
                  <a:close/>
                </a:path>
              </a:pathLst>
            </a:cu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FA2DF01-8A41-421C-A104-B7A68F237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4518" t="2494" r="15181" b="4521"/>
            <a:stretch/>
          </p:blipFill>
          <p:spPr>
            <a:xfrm>
              <a:off x="1590005" y="1114149"/>
              <a:ext cx="1991395" cy="1991395"/>
            </a:xfrm>
            <a:custGeom>
              <a:avLst/>
              <a:gdLst>
                <a:gd name="connsiteX0" fmla="*/ 2165350 w 4330700"/>
                <a:gd name="connsiteY0" fmla="*/ 0 h 4330700"/>
                <a:gd name="connsiteX1" fmla="*/ 4330700 w 4330700"/>
                <a:gd name="connsiteY1" fmla="*/ 2165350 h 4330700"/>
                <a:gd name="connsiteX2" fmla="*/ 2165350 w 4330700"/>
                <a:gd name="connsiteY2" fmla="*/ 4330700 h 4330700"/>
                <a:gd name="connsiteX3" fmla="*/ 0 w 4330700"/>
                <a:gd name="connsiteY3" fmla="*/ 2165350 h 433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4330700">
                  <a:moveTo>
                    <a:pt x="2165350" y="0"/>
                  </a:moveTo>
                  <a:lnTo>
                    <a:pt x="4330700" y="2165350"/>
                  </a:lnTo>
                  <a:lnTo>
                    <a:pt x="2165350" y="4330700"/>
                  </a:lnTo>
                  <a:lnTo>
                    <a:pt x="0" y="216535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30261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AB624-59B6-A979-0AED-871CFD60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F72D455-6D6A-82BE-CEC8-460604D97A15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15A18-78F2-9F81-1B0C-7CDAF815983E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01AE71-C207-3F8C-8782-241FBF6F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62E25-0B1A-527E-B190-481BC44D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10</a:t>
            </a:fld>
            <a:endParaRPr lang="en-US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D0382BC4-B274-68BE-1363-E7020E90B801}"/>
              </a:ext>
            </a:extLst>
          </p:cNvPr>
          <p:cNvSpPr>
            <a:spLocks/>
          </p:cNvSpPr>
          <p:nvPr/>
        </p:nvSpPr>
        <p:spPr bwMode="auto">
          <a:xfrm>
            <a:off x="7191821" y="1063625"/>
            <a:ext cx="912813" cy="912812"/>
          </a:xfrm>
          <a:custGeom>
            <a:avLst/>
            <a:gdLst>
              <a:gd name="T0" fmla="*/ 366 w 510"/>
              <a:gd name="T1" fmla="*/ 62 h 510"/>
              <a:gd name="T2" fmla="*/ 448 w 510"/>
              <a:gd name="T3" fmla="*/ 367 h 510"/>
              <a:gd name="T4" fmla="*/ 143 w 510"/>
              <a:gd name="T5" fmla="*/ 448 h 510"/>
              <a:gd name="T6" fmla="*/ 61 w 510"/>
              <a:gd name="T7" fmla="*/ 143 h 510"/>
              <a:gd name="T8" fmla="*/ 366 w 510"/>
              <a:gd name="T9" fmla="*/ 62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366" y="62"/>
                </a:moveTo>
                <a:cubicBezTo>
                  <a:pt x="473" y="123"/>
                  <a:pt x="510" y="260"/>
                  <a:pt x="448" y="367"/>
                </a:cubicBezTo>
                <a:cubicBezTo>
                  <a:pt x="387" y="473"/>
                  <a:pt x="250" y="510"/>
                  <a:pt x="143" y="448"/>
                </a:cubicBezTo>
                <a:cubicBezTo>
                  <a:pt x="36" y="387"/>
                  <a:pt x="0" y="250"/>
                  <a:pt x="61" y="143"/>
                </a:cubicBezTo>
                <a:cubicBezTo>
                  <a:pt x="123" y="37"/>
                  <a:pt x="260" y="0"/>
                  <a:pt x="366" y="62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0AEF0DD9-75B1-C87A-E4FB-78490639E944}"/>
              </a:ext>
            </a:extLst>
          </p:cNvPr>
          <p:cNvSpPr>
            <a:spLocks/>
          </p:cNvSpPr>
          <p:nvPr/>
        </p:nvSpPr>
        <p:spPr bwMode="auto">
          <a:xfrm>
            <a:off x="8331646" y="5311775"/>
            <a:ext cx="911225" cy="914400"/>
          </a:xfrm>
          <a:custGeom>
            <a:avLst/>
            <a:gdLst>
              <a:gd name="T0" fmla="*/ 448 w 510"/>
              <a:gd name="T1" fmla="*/ 367 h 511"/>
              <a:gd name="T2" fmla="*/ 143 w 510"/>
              <a:gd name="T3" fmla="*/ 449 h 511"/>
              <a:gd name="T4" fmla="*/ 61 w 510"/>
              <a:gd name="T5" fmla="*/ 144 h 511"/>
              <a:gd name="T6" fmla="*/ 366 w 510"/>
              <a:gd name="T7" fmla="*/ 62 h 511"/>
              <a:gd name="T8" fmla="*/ 448 w 510"/>
              <a:gd name="T9" fmla="*/ 367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1">
                <a:moveTo>
                  <a:pt x="448" y="367"/>
                </a:moveTo>
                <a:cubicBezTo>
                  <a:pt x="386" y="474"/>
                  <a:pt x="250" y="511"/>
                  <a:pt x="143" y="449"/>
                </a:cubicBezTo>
                <a:cubicBezTo>
                  <a:pt x="36" y="387"/>
                  <a:pt x="0" y="251"/>
                  <a:pt x="61" y="144"/>
                </a:cubicBezTo>
                <a:cubicBezTo>
                  <a:pt x="123" y="37"/>
                  <a:pt x="259" y="0"/>
                  <a:pt x="366" y="62"/>
                </a:cubicBezTo>
                <a:cubicBezTo>
                  <a:pt x="473" y="124"/>
                  <a:pt x="510" y="260"/>
                  <a:pt x="448" y="367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47">
            <a:extLst>
              <a:ext uri="{FF2B5EF4-FFF2-40B4-BE49-F238E27FC236}">
                <a16:creationId xmlns:a16="http://schemas.microsoft.com/office/drawing/2014/main" id="{775C20EC-5B74-6842-B28A-1B39624C1B98}"/>
              </a:ext>
            </a:extLst>
          </p:cNvPr>
          <p:cNvSpPr>
            <a:spLocks/>
          </p:cNvSpPr>
          <p:nvPr/>
        </p:nvSpPr>
        <p:spPr bwMode="auto">
          <a:xfrm>
            <a:off x="4095403" y="1063625"/>
            <a:ext cx="911225" cy="912812"/>
          </a:xfrm>
          <a:custGeom>
            <a:avLst/>
            <a:gdLst>
              <a:gd name="T0" fmla="*/ 143 w 510"/>
              <a:gd name="T1" fmla="*/ 62 h 510"/>
              <a:gd name="T2" fmla="*/ 448 w 510"/>
              <a:gd name="T3" fmla="*/ 143 h 510"/>
              <a:gd name="T4" fmla="*/ 367 w 510"/>
              <a:gd name="T5" fmla="*/ 448 h 510"/>
              <a:gd name="T6" fmla="*/ 62 w 510"/>
              <a:gd name="T7" fmla="*/ 367 h 510"/>
              <a:gd name="T8" fmla="*/ 143 w 510"/>
              <a:gd name="T9" fmla="*/ 62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143" y="62"/>
                </a:moveTo>
                <a:cubicBezTo>
                  <a:pt x="250" y="0"/>
                  <a:pt x="387" y="37"/>
                  <a:pt x="448" y="143"/>
                </a:cubicBezTo>
                <a:cubicBezTo>
                  <a:pt x="510" y="250"/>
                  <a:pt x="474" y="387"/>
                  <a:pt x="367" y="448"/>
                </a:cubicBezTo>
                <a:cubicBezTo>
                  <a:pt x="260" y="510"/>
                  <a:pt x="123" y="473"/>
                  <a:pt x="62" y="367"/>
                </a:cubicBezTo>
                <a:cubicBezTo>
                  <a:pt x="0" y="260"/>
                  <a:pt x="37" y="123"/>
                  <a:pt x="143" y="6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54">
            <a:extLst>
              <a:ext uri="{FF2B5EF4-FFF2-40B4-BE49-F238E27FC236}">
                <a16:creationId xmlns:a16="http://schemas.microsoft.com/office/drawing/2014/main" id="{73CE3579-62B8-1ADD-1855-4FB2EF2006FA}"/>
              </a:ext>
            </a:extLst>
          </p:cNvPr>
          <p:cNvSpPr>
            <a:spLocks/>
          </p:cNvSpPr>
          <p:nvPr/>
        </p:nvSpPr>
        <p:spPr bwMode="auto">
          <a:xfrm>
            <a:off x="2942581" y="2203450"/>
            <a:ext cx="912813" cy="911225"/>
          </a:xfrm>
          <a:custGeom>
            <a:avLst/>
            <a:gdLst>
              <a:gd name="T0" fmla="*/ 62 w 510"/>
              <a:gd name="T1" fmla="*/ 143 h 510"/>
              <a:gd name="T2" fmla="*/ 367 w 510"/>
              <a:gd name="T3" fmla="*/ 61 h 510"/>
              <a:gd name="T4" fmla="*/ 449 w 510"/>
              <a:gd name="T5" fmla="*/ 366 h 510"/>
              <a:gd name="T6" fmla="*/ 144 w 510"/>
              <a:gd name="T7" fmla="*/ 448 h 510"/>
              <a:gd name="T8" fmla="*/ 62 w 510"/>
              <a:gd name="T9" fmla="*/ 143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143"/>
                </a:moveTo>
                <a:cubicBezTo>
                  <a:pt x="124" y="36"/>
                  <a:pt x="260" y="0"/>
                  <a:pt x="367" y="61"/>
                </a:cubicBezTo>
                <a:cubicBezTo>
                  <a:pt x="474" y="123"/>
                  <a:pt x="510" y="260"/>
                  <a:pt x="449" y="366"/>
                </a:cubicBezTo>
                <a:cubicBezTo>
                  <a:pt x="387" y="473"/>
                  <a:pt x="250" y="510"/>
                  <a:pt x="144" y="448"/>
                </a:cubicBezTo>
                <a:cubicBezTo>
                  <a:pt x="37" y="386"/>
                  <a:pt x="0" y="250"/>
                  <a:pt x="62" y="14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65">
            <a:extLst>
              <a:ext uri="{FF2B5EF4-FFF2-40B4-BE49-F238E27FC236}">
                <a16:creationId xmlns:a16="http://schemas.microsoft.com/office/drawing/2014/main" id="{1B9A37E1-55E2-8653-13DE-A2411949BD14}"/>
              </a:ext>
            </a:extLst>
          </p:cNvPr>
          <p:cNvSpPr>
            <a:spLocks/>
          </p:cNvSpPr>
          <p:nvPr/>
        </p:nvSpPr>
        <p:spPr bwMode="auto">
          <a:xfrm>
            <a:off x="8331646" y="2203450"/>
            <a:ext cx="911225" cy="911225"/>
          </a:xfrm>
          <a:custGeom>
            <a:avLst/>
            <a:gdLst>
              <a:gd name="T0" fmla="*/ 448 w 510"/>
              <a:gd name="T1" fmla="*/ 143 h 510"/>
              <a:gd name="T2" fmla="*/ 366 w 510"/>
              <a:gd name="T3" fmla="*/ 448 h 510"/>
              <a:gd name="T4" fmla="*/ 61 w 510"/>
              <a:gd name="T5" fmla="*/ 366 h 510"/>
              <a:gd name="T6" fmla="*/ 143 w 510"/>
              <a:gd name="T7" fmla="*/ 61 h 510"/>
              <a:gd name="T8" fmla="*/ 448 w 510"/>
              <a:gd name="T9" fmla="*/ 143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448" y="143"/>
                </a:moveTo>
                <a:cubicBezTo>
                  <a:pt x="510" y="250"/>
                  <a:pt x="473" y="386"/>
                  <a:pt x="366" y="448"/>
                </a:cubicBezTo>
                <a:cubicBezTo>
                  <a:pt x="259" y="510"/>
                  <a:pt x="123" y="473"/>
                  <a:pt x="61" y="366"/>
                </a:cubicBezTo>
                <a:cubicBezTo>
                  <a:pt x="0" y="260"/>
                  <a:pt x="36" y="123"/>
                  <a:pt x="143" y="61"/>
                </a:cubicBezTo>
                <a:cubicBezTo>
                  <a:pt x="250" y="0"/>
                  <a:pt x="386" y="36"/>
                  <a:pt x="448" y="14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Oval 69">
            <a:extLst>
              <a:ext uri="{FF2B5EF4-FFF2-40B4-BE49-F238E27FC236}">
                <a16:creationId xmlns:a16="http://schemas.microsoft.com/office/drawing/2014/main" id="{9D5CD377-F0EE-238E-5858-06210D2C9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387" y="3814763"/>
            <a:ext cx="798513" cy="79851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71">
            <a:extLst>
              <a:ext uri="{FF2B5EF4-FFF2-40B4-BE49-F238E27FC236}">
                <a16:creationId xmlns:a16="http://schemas.microsoft.com/office/drawing/2014/main" id="{0022FE69-3BF4-C240-BE3C-AB3DF7B4DEB4}"/>
              </a:ext>
            </a:extLst>
          </p:cNvPr>
          <p:cNvSpPr>
            <a:spLocks/>
          </p:cNvSpPr>
          <p:nvPr/>
        </p:nvSpPr>
        <p:spPr bwMode="auto">
          <a:xfrm>
            <a:off x="2942581" y="5312569"/>
            <a:ext cx="912813" cy="912812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Oval 73">
            <a:extLst>
              <a:ext uri="{FF2B5EF4-FFF2-40B4-BE49-F238E27FC236}">
                <a16:creationId xmlns:a16="http://schemas.microsoft.com/office/drawing/2014/main" id="{942E0BC0-13ED-9009-73BE-94FB088C2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896" y="3814763"/>
            <a:ext cx="796925" cy="7985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77">
            <a:extLst>
              <a:ext uri="{FF2B5EF4-FFF2-40B4-BE49-F238E27FC236}">
                <a16:creationId xmlns:a16="http://schemas.microsoft.com/office/drawing/2014/main" id="{8C47B2F1-B928-B729-D18E-CD14B51F816B}"/>
              </a:ext>
            </a:extLst>
          </p:cNvPr>
          <p:cNvSpPr>
            <a:spLocks noEditPoints="1"/>
          </p:cNvSpPr>
          <p:nvPr/>
        </p:nvSpPr>
        <p:spPr bwMode="auto">
          <a:xfrm>
            <a:off x="4534346" y="1989138"/>
            <a:ext cx="558800" cy="757237"/>
          </a:xfrm>
          <a:custGeom>
            <a:avLst/>
            <a:gdLst>
              <a:gd name="T0" fmla="*/ 344 w 352"/>
              <a:gd name="T1" fmla="*/ 434 h 477"/>
              <a:gd name="T2" fmla="*/ 342 w 352"/>
              <a:gd name="T3" fmla="*/ 429 h 477"/>
              <a:gd name="T4" fmla="*/ 339 w 352"/>
              <a:gd name="T5" fmla="*/ 423 h 477"/>
              <a:gd name="T6" fmla="*/ 335 w 352"/>
              <a:gd name="T7" fmla="*/ 419 h 477"/>
              <a:gd name="T8" fmla="*/ 330 w 352"/>
              <a:gd name="T9" fmla="*/ 415 h 477"/>
              <a:gd name="T10" fmla="*/ 325 w 352"/>
              <a:gd name="T11" fmla="*/ 412 h 477"/>
              <a:gd name="T12" fmla="*/ 319 w 352"/>
              <a:gd name="T13" fmla="*/ 411 h 477"/>
              <a:gd name="T14" fmla="*/ 312 w 352"/>
              <a:gd name="T15" fmla="*/ 411 h 477"/>
              <a:gd name="T16" fmla="*/ 307 w 352"/>
              <a:gd name="T17" fmla="*/ 412 h 477"/>
              <a:gd name="T18" fmla="*/ 301 w 352"/>
              <a:gd name="T19" fmla="*/ 414 h 477"/>
              <a:gd name="T20" fmla="*/ 295 w 352"/>
              <a:gd name="T21" fmla="*/ 416 h 477"/>
              <a:gd name="T22" fmla="*/ 291 w 352"/>
              <a:gd name="T23" fmla="*/ 421 h 477"/>
              <a:gd name="T24" fmla="*/ 287 w 352"/>
              <a:gd name="T25" fmla="*/ 427 h 477"/>
              <a:gd name="T26" fmla="*/ 285 w 352"/>
              <a:gd name="T27" fmla="*/ 432 h 477"/>
              <a:gd name="T28" fmla="*/ 284 w 352"/>
              <a:gd name="T29" fmla="*/ 438 h 477"/>
              <a:gd name="T30" fmla="*/ 285 w 352"/>
              <a:gd name="T31" fmla="*/ 445 h 477"/>
              <a:gd name="T32" fmla="*/ 286 w 352"/>
              <a:gd name="T33" fmla="*/ 450 h 477"/>
              <a:gd name="T34" fmla="*/ 290 w 352"/>
              <a:gd name="T35" fmla="*/ 456 h 477"/>
              <a:gd name="T36" fmla="*/ 293 w 352"/>
              <a:gd name="T37" fmla="*/ 460 h 477"/>
              <a:gd name="T38" fmla="*/ 298 w 352"/>
              <a:gd name="T39" fmla="*/ 465 h 477"/>
              <a:gd name="T40" fmla="*/ 303 w 352"/>
              <a:gd name="T41" fmla="*/ 467 h 477"/>
              <a:gd name="T42" fmla="*/ 309 w 352"/>
              <a:gd name="T43" fmla="*/ 469 h 477"/>
              <a:gd name="T44" fmla="*/ 316 w 352"/>
              <a:gd name="T45" fmla="*/ 469 h 477"/>
              <a:gd name="T46" fmla="*/ 322 w 352"/>
              <a:gd name="T47" fmla="*/ 468 h 477"/>
              <a:gd name="T48" fmla="*/ 328 w 352"/>
              <a:gd name="T49" fmla="*/ 466 h 477"/>
              <a:gd name="T50" fmla="*/ 333 w 352"/>
              <a:gd name="T51" fmla="*/ 464 h 477"/>
              <a:gd name="T52" fmla="*/ 337 w 352"/>
              <a:gd name="T53" fmla="*/ 459 h 477"/>
              <a:gd name="T54" fmla="*/ 340 w 352"/>
              <a:gd name="T55" fmla="*/ 454 h 477"/>
              <a:gd name="T56" fmla="*/ 343 w 352"/>
              <a:gd name="T57" fmla="*/ 448 h 477"/>
              <a:gd name="T58" fmla="*/ 344 w 352"/>
              <a:gd name="T59" fmla="*/ 442 h 477"/>
              <a:gd name="T60" fmla="*/ 323 w 352"/>
              <a:gd name="T61" fmla="*/ 403 h 477"/>
              <a:gd name="T62" fmla="*/ 330 w 352"/>
              <a:gd name="T63" fmla="*/ 406 h 477"/>
              <a:gd name="T64" fmla="*/ 337 w 352"/>
              <a:gd name="T65" fmla="*/ 410 h 477"/>
              <a:gd name="T66" fmla="*/ 343 w 352"/>
              <a:gd name="T67" fmla="*/ 415 h 477"/>
              <a:gd name="T68" fmla="*/ 347 w 352"/>
              <a:gd name="T69" fmla="*/ 421 h 477"/>
              <a:gd name="T70" fmla="*/ 351 w 352"/>
              <a:gd name="T71" fmla="*/ 429 h 477"/>
              <a:gd name="T72" fmla="*/ 352 w 352"/>
              <a:gd name="T73" fmla="*/ 437 h 477"/>
              <a:gd name="T74" fmla="*/ 352 w 352"/>
              <a:gd name="T75" fmla="*/ 445 h 477"/>
              <a:gd name="T76" fmla="*/ 349 w 352"/>
              <a:gd name="T77" fmla="*/ 453 h 477"/>
              <a:gd name="T78" fmla="*/ 346 w 352"/>
              <a:gd name="T79" fmla="*/ 459 h 477"/>
              <a:gd name="T80" fmla="*/ 342 w 352"/>
              <a:gd name="T81" fmla="*/ 465 h 477"/>
              <a:gd name="T82" fmla="*/ 336 w 352"/>
              <a:gd name="T83" fmla="*/ 471 h 477"/>
              <a:gd name="T84" fmla="*/ 329 w 352"/>
              <a:gd name="T85" fmla="*/ 474 h 477"/>
              <a:gd name="T86" fmla="*/ 322 w 352"/>
              <a:gd name="T87" fmla="*/ 477 h 477"/>
              <a:gd name="T88" fmla="*/ 314 w 352"/>
              <a:gd name="T89" fmla="*/ 477 h 477"/>
              <a:gd name="T90" fmla="*/ 305 w 352"/>
              <a:gd name="T91" fmla="*/ 477 h 477"/>
              <a:gd name="T92" fmla="*/ 299 w 352"/>
              <a:gd name="T93" fmla="*/ 474 h 477"/>
              <a:gd name="T94" fmla="*/ 292 w 352"/>
              <a:gd name="T95" fmla="*/ 471 h 477"/>
              <a:gd name="T96" fmla="*/ 286 w 352"/>
              <a:gd name="T97" fmla="*/ 465 h 477"/>
              <a:gd name="T98" fmla="*/ 282 w 352"/>
              <a:gd name="T99" fmla="*/ 459 h 477"/>
              <a:gd name="T100" fmla="*/ 278 w 352"/>
              <a:gd name="T101" fmla="*/ 451 h 477"/>
              <a:gd name="T102" fmla="*/ 277 w 352"/>
              <a:gd name="T103" fmla="*/ 445 h 477"/>
              <a:gd name="T104" fmla="*/ 277 w 352"/>
              <a:gd name="T105" fmla="*/ 436 h 477"/>
              <a:gd name="T106" fmla="*/ 278 w 352"/>
              <a:gd name="T107" fmla="*/ 428 h 477"/>
              <a:gd name="T108" fmla="*/ 282 w 352"/>
              <a:gd name="T109" fmla="*/ 421 h 477"/>
              <a:gd name="T110" fmla="*/ 286 w 352"/>
              <a:gd name="T111" fmla="*/ 415 h 477"/>
              <a:gd name="T112" fmla="*/ 292 w 352"/>
              <a:gd name="T113" fmla="*/ 410 h 477"/>
              <a:gd name="T114" fmla="*/ 299 w 352"/>
              <a:gd name="T115" fmla="*/ 406 h 477"/>
              <a:gd name="T116" fmla="*/ 305 w 352"/>
              <a:gd name="T117" fmla="*/ 403 h 477"/>
              <a:gd name="T118" fmla="*/ 318 w 352"/>
              <a:gd name="T119" fmla="*/ 317 h 477"/>
              <a:gd name="T120" fmla="*/ 54 w 352"/>
              <a:gd name="T121" fmla="*/ 282 h 477"/>
              <a:gd name="T122" fmla="*/ 8 w 352"/>
              <a:gd name="T123" fmla="*/ 62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2" h="477">
                <a:moveTo>
                  <a:pt x="8" y="16"/>
                </a:move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lnTo>
                  <a:pt x="8" y="16"/>
                </a:lnTo>
                <a:lnTo>
                  <a:pt x="8" y="16"/>
                </a:lnTo>
                <a:close/>
                <a:moveTo>
                  <a:pt x="344" y="440"/>
                </a:moveTo>
                <a:lnTo>
                  <a:pt x="344" y="440"/>
                </a:lnTo>
                <a:lnTo>
                  <a:pt x="344" y="440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3"/>
                </a:lnTo>
                <a:lnTo>
                  <a:pt x="344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2" y="430"/>
                </a:lnTo>
                <a:lnTo>
                  <a:pt x="342" y="430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39" y="425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3"/>
                </a:lnTo>
                <a:lnTo>
                  <a:pt x="339" y="423"/>
                </a:lnTo>
                <a:lnTo>
                  <a:pt x="339" y="423"/>
                </a:lnTo>
                <a:lnTo>
                  <a:pt x="339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7" y="422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1" y="416"/>
                </a:lnTo>
                <a:lnTo>
                  <a:pt x="331" y="416"/>
                </a:lnTo>
                <a:lnTo>
                  <a:pt x="331" y="416"/>
                </a:lnTo>
                <a:lnTo>
                  <a:pt x="331" y="415"/>
                </a:lnTo>
                <a:lnTo>
                  <a:pt x="331" y="415"/>
                </a:lnTo>
                <a:lnTo>
                  <a:pt x="331" y="415"/>
                </a:lnTo>
                <a:lnTo>
                  <a:pt x="331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3"/>
                </a:lnTo>
                <a:lnTo>
                  <a:pt x="328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2"/>
                </a:lnTo>
                <a:lnTo>
                  <a:pt x="326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1"/>
                </a:lnTo>
                <a:lnTo>
                  <a:pt x="322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2"/>
                </a:lnTo>
                <a:lnTo>
                  <a:pt x="307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3"/>
                </a:lnTo>
                <a:lnTo>
                  <a:pt x="303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5"/>
                </a:lnTo>
                <a:lnTo>
                  <a:pt x="299" y="415"/>
                </a:lnTo>
                <a:lnTo>
                  <a:pt x="299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5" y="416"/>
                </a:lnTo>
                <a:lnTo>
                  <a:pt x="295" y="416"/>
                </a:lnTo>
                <a:lnTo>
                  <a:pt x="295" y="416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9"/>
                </a:lnTo>
                <a:lnTo>
                  <a:pt x="294" y="419"/>
                </a:lnTo>
                <a:lnTo>
                  <a:pt x="294" y="419"/>
                </a:lnTo>
                <a:lnTo>
                  <a:pt x="294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20"/>
                </a:lnTo>
                <a:lnTo>
                  <a:pt x="293" y="420"/>
                </a:lnTo>
                <a:lnTo>
                  <a:pt x="293" y="420"/>
                </a:lnTo>
                <a:lnTo>
                  <a:pt x="293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1" y="421"/>
                </a:lnTo>
                <a:lnTo>
                  <a:pt x="291" y="421"/>
                </a:lnTo>
                <a:lnTo>
                  <a:pt x="291" y="421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0" y="422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4"/>
                </a:lnTo>
                <a:lnTo>
                  <a:pt x="290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5" y="431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2"/>
                </a:lnTo>
                <a:lnTo>
                  <a:pt x="284" y="442"/>
                </a:lnTo>
                <a:lnTo>
                  <a:pt x="284" y="442"/>
                </a:lnTo>
                <a:lnTo>
                  <a:pt x="284" y="442"/>
                </a:lnTo>
                <a:lnTo>
                  <a:pt x="285" y="442"/>
                </a:lnTo>
                <a:lnTo>
                  <a:pt x="285" y="442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7" y="451"/>
                </a:lnTo>
                <a:lnTo>
                  <a:pt x="287" y="451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9" y="454"/>
                </a:lnTo>
                <a:lnTo>
                  <a:pt x="289" y="454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6"/>
                </a:lnTo>
                <a:lnTo>
                  <a:pt x="289" y="456"/>
                </a:lnTo>
                <a:lnTo>
                  <a:pt x="289" y="456"/>
                </a:lnTo>
                <a:lnTo>
                  <a:pt x="289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9"/>
                </a:lnTo>
                <a:lnTo>
                  <a:pt x="291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60"/>
                </a:lnTo>
                <a:lnTo>
                  <a:pt x="292" y="460"/>
                </a:lnTo>
                <a:lnTo>
                  <a:pt x="292" y="460"/>
                </a:lnTo>
                <a:lnTo>
                  <a:pt x="292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2"/>
                </a:lnTo>
                <a:lnTo>
                  <a:pt x="293" y="462"/>
                </a:lnTo>
                <a:lnTo>
                  <a:pt x="293" y="462"/>
                </a:lnTo>
                <a:lnTo>
                  <a:pt x="293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3"/>
                </a:lnTo>
                <a:lnTo>
                  <a:pt x="294" y="463"/>
                </a:lnTo>
                <a:lnTo>
                  <a:pt x="294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8" y="464"/>
                </a:lnTo>
                <a:lnTo>
                  <a:pt x="298" y="464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6"/>
                </a:lnTo>
                <a:lnTo>
                  <a:pt x="299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1" y="466"/>
                </a:lnTo>
                <a:lnTo>
                  <a:pt x="301" y="466"/>
                </a:lnTo>
                <a:lnTo>
                  <a:pt x="301" y="466"/>
                </a:lnTo>
                <a:lnTo>
                  <a:pt x="301" y="467"/>
                </a:lnTo>
                <a:lnTo>
                  <a:pt x="301" y="467"/>
                </a:lnTo>
                <a:lnTo>
                  <a:pt x="301" y="467"/>
                </a:lnTo>
                <a:lnTo>
                  <a:pt x="301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8"/>
                </a:lnTo>
                <a:lnTo>
                  <a:pt x="303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8"/>
                </a:lnTo>
                <a:lnTo>
                  <a:pt x="321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1" y="465"/>
                </a:lnTo>
                <a:lnTo>
                  <a:pt x="331" y="465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3"/>
                </a:lnTo>
                <a:lnTo>
                  <a:pt x="333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8"/>
                </a:lnTo>
                <a:lnTo>
                  <a:pt x="337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9" y="457"/>
                </a:lnTo>
                <a:lnTo>
                  <a:pt x="339" y="457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5"/>
                </a:lnTo>
                <a:lnTo>
                  <a:pt x="339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0"/>
                </a:lnTo>
                <a:lnTo>
                  <a:pt x="342" y="450"/>
                </a:lnTo>
                <a:lnTo>
                  <a:pt x="342" y="450"/>
                </a:lnTo>
                <a:lnTo>
                  <a:pt x="343" y="450"/>
                </a:lnTo>
                <a:lnTo>
                  <a:pt x="343" y="450"/>
                </a:lnTo>
                <a:lnTo>
                  <a:pt x="343" y="450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4" y="447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close/>
                <a:moveTo>
                  <a:pt x="318" y="403"/>
                </a:moveTo>
                <a:lnTo>
                  <a:pt x="318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2" y="403"/>
                </a:lnTo>
                <a:lnTo>
                  <a:pt x="322" y="403"/>
                </a:lnTo>
                <a:lnTo>
                  <a:pt x="322" y="403"/>
                </a:lnTo>
                <a:lnTo>
                  <a:pt x="322" y="403"/>
                </a:lnTo>
                <a:lnTo>
                  <a:pt x="323" y="403"/>
                </a:lnTo>
                <a:lnTo>
                  <a:pt x="323" y="403"/>
                </a:lnTo>
                <a:lnTo>
                  <a:pt x="323" y="404"/>
                </a:lnTo>
                <a:lnTo>
                  <a:pt x="323" y="404"/>
                </a:lnTo>
                <a:lnTo>
                  <a:pt x="323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7" y="404"/>
                </a:lnTo>
                <a:lnTo>
                  <a:pt x="327" y="404"/>
                </a:lnTo>
                <a:lnTo>
                  <a:pt x="327" y="404"/>
                </a:lnTo>
                <a:lnTo>
                  <a:pt x="327" y="405"/>
                </a:lnTo>
                <a:lnTo>
                  <a:pt x="327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30" y="405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3" y="406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6" y="409"/>
                </a:lnTo>
                <a:lnTo>
                  <a:pt x="336" y="409"/>
                </a:lnTo>
                <a:lnTo>
                  <a:pt x="336" y="410"/>
                </a:lnTo>
                <a:lnTo>
                  <a:pt x="336" y="410"/>
                </a:lnTo>
                <a:lnTo>
                  <a:pt x="336" y="410"/>
                </a:lnTo>
                <a:lnTo>
                  <a:pt x="336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1"/>
                </a:lnTo>
                <a:lnTo>
                  <a:pt x="337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40" y="412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2" y="413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8"/>
                </a:lnTo>
                <a:lnTo>
                  <a:pt x="344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6" y="419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1"/>
                </a:lnTo>
                <a:lnTo>
                  <a:pt x="346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5"/>
                </a:lnTo>
                <a:lnTo>
                  <a:pt x="348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2"/>
                </a:lnTo>
                <a:lnTo>
                  <a:pt x="351" y="432"/>
                </a:lnTo>
                <a:lnTo>
                  <a:pt x="351" y="432"/>
                </a:lnTo>
                <a:lnTo>
                  <a:pt x="351" y="432"/>
                </a:lnTo>
                <a:lnTo>
                  <a:pt x="352" y="432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6"/>
                </a:lnTo>
                <a:lnTo>
                  <a:pt x="352" y="436"/>
                </a:lnTo>
                <a:lnTo>
                  <a:pt x="352" y="436"/>
                </a:lnTo>
                <a:lnTo>
                  <a:pt x="352" y="436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40"/>
                </a:lnTo>
                <a:lnTo>
                  <a:pt x="352" y="440"/>
                </a:lnTo>
                <a:lnTo>
                  <a:pt x="352" y="440"/>
                </a:lnTo>
                <a:lnTo>
                  <a:pt x="352" y="440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4"/>
                </a:lnTo>
                <a:lnTo>
                  <a:pt x="352" y="444"/>
                </a:lnTo>
                <a:lnTo>
                  <a:pt x="352" y="444"/>
                </a:lnTo>
                <a:lnTo>
                  <a:pt x="352" y="444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1"/>
                </a:lnTo>
                <a:lnTo>
                  <a:pt x="351" y="451"/>
                </a:lnTo>
                <a:lnTo>
                  <a:pt x="351" y="451"/>
                </a:lnTo>
                <a:lnTo>
                  <a:pt x="351" y="451"/>
                </a:lnTo>
                <a:lnTo>
                  <a:pt x="349" y="451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5"/>
                </a:lnTo>
                <a:lnTo>
                  <a:pt x="349" y="455"/>
                </a:lnTo>
                <a:lnTo>
                  <a:pt x="349" y="455"/>
                </a:lnTo>
                <a:lnTo>
                  <a:pt x="348" y="455"/>
                </a:lnTo>
                <a:lnTo>
                  <a:pt x="348" y="455"/>
                </a:lnTo>
                <a:lnTo>
                  <a:pt x="348" y="455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7"/>
                </a:lnTo>
                <a:lnTo>
                  <a:pt x="348" y="457"/>
                </a:lnTo>
                <a:lnTo>
                  <a:pt x="348" y="457"/>
                </a:lnTo>
                <a:lnTo>
                  <a:pt x="348" y="457"/>
                </a:lnTo>
                <a:lnTo>
                  <a:pt x="347" y="457"/>
                </a:lnTo>
                <a:lnTo>
                  <a:pt x="347" y="457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9"/>
                </a:lnTo>
                <a:lnTo>
                  <a:pt x="347" y="459"/>
                </a:lnTo>
                <a:lnTo>
                  <a:pt x="347" y="459"/>
                </a:lnTo>
                <a:lnTo>
                  <a:pt x="346" y="459"/>
                </a:lnTo>
                <a:lnTo>
                  <a:pt x="346" y="459"/>
                </a:lnTo>
                <a:lnTo>
                  <a:pt x="346" y="459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3"/>
                </a:lnTo>
                <a:lnTo>
                  <a:pt x="345" y="463"/>
                </a:lnTo>
                <a:lnTo>
                  <a:pt x="345" y="463"/>
                </a:lnTo>
                <a:lnTo>
                  <a:pt x="344" y="463"/>
                </a:lnTo>
                <a:lnTo>
                  <a:pt x="344" y="463"/>
                </a:lnTo>
                <a:lnTo>
                  <a:pt x="344" y="463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3" y="464"/>
                </a:lnTo>
                <a:lnTo>
                  <a:pt x="343" y="464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2" y="465"/>
                </a:lnTo>
                <a:lnTo>
                  <a:pt x="342" y="465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39" y="467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8" y="468"/>
                </a:lnTo>
                <a:lnTo>
                  <a:pt x="338" y="468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7" y="469"/>
                </a:lnTo>
                <a:lnTo>
                  <a:pt x="337" y="469"/>
                </a:lnTo>
                <a:lnTo>
                  <a:pt x="337" y="469"/>
                </a:lnTo>
                <a:lnTo>
                  <a:pt x="337" y="471"/>
                </a:lnTo>
                <a:lnTo>
                  <a:pt x="337" y="471"/>
                </a:lnTo>
                <a:lnTo>
                  <a:pt x="337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4" y="472"/>
                </a:lnTo>
                <a:lnTo>
                  <a:pt x="334" y="472"/>
                </a:lnTo>
                <a:lnTo>
                  <a:pt x="334" y="472"/>
                </a:lnTo>
                <a:lnTo>
                  <a:pt x="334" y="473"/>
                </a:lnTo>
                <a:lnTo>
                  <a:pt x="334" y="473"/>
                </a:lnTo>
                <a:lnTo>
                  <a:pt x="334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1" y="473"/>
                </a:lnTo>
                <a:lnTo>
                  <a:pt x="331" y="474"/>
                </a:lnTo>
                <a:lnTo>
                  <a:pt x="331" y="474"/>
                </a:lnTo>
                <a:lnTo>
                  <a:pt x="331" y="474"/>
                </a:lnTo>
                <a:lnTo>
                  <a:pt x="331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29" y="474"/>
                </a:lnTo>
                <a:lnTo>
                  <a:pt x="329" y="475"/>
                </a:lnTo>
                <a:lnTo>
                  <a:pt x="329" y="475"/>
                </a:lnTo>
                <a:lnTo>
                  <a:pt x="329" y="475"/>
                </a:lnTo>
                <a:lnTo>
                  <a:pt x="329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2" y="476"/>
                </a:lnTo>
                <a:lnTo>
                  <a:pt x="322" y="477"/>
                </a:lnTo>
                <a:lnTo>
                  <a:pt x="322" y="477"/>
                </a:lnTo>
                <a:lnTo>
                  <a:pt x="322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7" y="477"/>
                </a:lnTo>
                <a:lnTo>
                  <a:pt x="317" y="477"/>
                </a:lnTo>
                <a:lnTo>
                  <a:pt x="317" y="477"/>
                </a:lnTo>
                <a:lnTo>
                  <a:pt x="317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3" y="477"/>
                </a:lnTo>
                <a:lnTo>
                  <a:pt x="313" y="477"/>
                </a:lnTo>
                <a:lnTo>
                  <a:pt x="313" y="477"/>
                </a:lnTo>
                <a:lnTo>
                  <a:pt x="313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09" y="477"/>
                </a:lnTo>
                <a:lnTo>
                  <a:pt x="309" y="477"/>
                </a:lnTo>
                <a:lnTo>
                  <a:pt x="309" y="477"/>
                </a:lnTo>
                <a:lnTo>
                  <a:pt x="309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5" y="477"/>
                </a:lnTo>
                <a:lnTo>
                  <a:pt x="305" y="476"/>
                </a:lnTo>
                <a:lnTo>
                  <a:pt x="305" y="476"/>
                </a:lnTo>
                <a:lnTo>
                  <a:pt x="305" y="476"/>
                </a:lnTo>
                <a:lnTo>
                  <a:pt x="305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2" y="476"/>
                </a:lnTo>
                <a:lnTo>
                  <a:pt x="302" y="476"/>
                </a:lnTo>
                <a:lnTo>
                  <a:pt x="302" y="476"/>
                </a:lnTo>
                <a:lnTo>
                  <a:pt x="302" y="475"/>
                </a:lnTo>
                <a:lnTo>
                  <a:pt x="302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299" y="475"/>
                </a:lnTo>
                <a:lnTo>
                  <a:pt x="299" y="474"/>
                </a:lnTo>
                <a:lnTo>
                  <a:pt x="299" y="474"/>
                </a:lnTo>
                <a:lnTo>
                  <a:pt x="299" y="474"/>
                </a:lnTo>
                <a:lnTo>
                  <a:pt x="299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6" y="474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3" y="472"/>
                </a:lnTo>
                <a:lnTo>
                  <a:pt x="293" y="472"/>
                </a:lnTo>
                <a:lnTo>
                  <a:pt x="293" y="472"/>
                </a:lnTo>
                <a:lnTo>
                  <a:pt x="293" y="471"/>
                </a:lnTo>
                <a:lnTo>
                  <a:pt x="293" y="471"/>
                </a:lnTo>
                <a:lnTo>
                  <a:pt x="293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0" y="469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89" y="468"/>
                </a:lnTo>
                <a:lnTo>
                  <a:pt x="289" y="468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7" y="467"/>
                </a:lnTo>
                <a:lnTo>
                  <a:pt x="287" y="467"/>
                </a:lnTo>
                <a:lnTo>
                  <a:pt x="287" y="467"/>
                </a:lnTo>
                <a:lnTo>
                  <a:pt x="287" y="466"/>
                </a:lnTo>
                <a:lnTo>
                  <a:pt x="287" y="466"/>
                </a:lnTo>
                <a:lnTo>
                  <a:pt x="287" y="466"/>
                </a:lnTo>
                <a:lnTo>
                  <a:pt x="287" y="466"/>
                </a:lnTo>
                <a:lnTo>
                  <a:pt x="286" y="466"/>
                </a:lnTo>
                <a:lnTo>
                  <a:pt x="286" y="466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5" y="465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2"/>
                </a:lnTo>
                <a:lnTo>
                  <a:pt x="284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2" y="460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8"/>
                </a:lnTo>
                <a:lnTo>
                  <a:pt x="282" y="458"/>
                </a:lnTo>
                <a:lnTo>
                  <a:pt x="282" y="458"/>
                </a:lnTo>
                <a:lnTo>
                  <a:pt x="281" y="458"/>
                </a:lnTo>
                <a:lnTo>
                  <a:pt x="281" y="458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6"/>
                </a:lnTo>
                <a:lnTo>
                  <a:pt x="281" y="456"/>
                </a:lnTo>
                <a:lnTo>
                  <a:pt x="280" y="456"/>
                </a:lnTo>
                <a:lnTo>
                  <a:pt x="280" y="456"/>
                </a:lnTo>
                <a:lnTo>
                  <a:pt x="280" y="456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4"/>
                </a:lnTo>
                <a:lnTo>
                  <a:pt x="280" y="454"/>
                </a:lnTo>
                <a:lnTo>
                  <a:pt x="280" y="454"/>
                </a:lnTo>
                <a:lnTo>
                  <a:pt x="280" y="454"/>
                </a:lnTo>
                <a:lnTo>
                  <a:pt x="278" y="454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4"/>
                </a:lnTo>
                <a:lnTo>
                  <a:pt x="277" y="444"/>
                </a:lnTo>
                <a:lnTo>
                  <a:pt x="277" y="444"/>
                </a:lnTo>
                <a:lnTo>
                  <a:pt x="276" y="444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0"/>
                </a:lnTo>
                <a:lnTo>
                  <a:pt x="276" y="440"/>
                </a:lnTo>
                <a:lnTo>
                  <a:pt x="276" y="440"/>
                </a:lnTo>
                <a:lnTo>
                  <a:pt x="276" y="440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7"/>
                </a:lnTo>
                <a:lnTo>
                  <a:pt x="276" y="437"/>
                </a:lnTo>
                <a:lnTo>
                  <a:pt x="277" y="437"/>
                </a:lnTo>
                <a:lnTo>
                  <a:pt x="277" y="437"/>
                </a:lnTo>
                <a:lnTo>
                  <a:pt x="277" y="437"/>
                </a:lnTo>
                <a:lnTo>
                  <a:pt x="277" y="436"/>
                </a:lnTo>
                <a:lnTo>
                  <a:pt x="277" y="436"/>
                </a:lnTo>
                <a:lnTo>
                  <a:pt x="277" y="436"/>
                </a:lnTo>
                <a:lnTo>
                  <a:pt x="277" y="436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7"/>
                </a:lnTo>
                <a:lnTo>
                  <a:pt x="278" y="427"/>
                </a:lnTo>
                <a:lnTo>
                  <a:pt x="280" y="427"/>
                </a:lnTo>
                <a:lnTo>
                  <a:pt x="280" y="427"/>
                </a:lnTo>
                <a:lnTo>
                  <a:pt x="280" y="427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4"/>
                </a:lnTo>
                <a:lnTo>
                  <a:pt x="280" y="424"/>
                </a:lnTo>
                <a:lnTo>
                  <a:pt x="280" y="424"/>
                </a:lnTo>
                <a:lnTo>
                  <a:pt x="280" y="424"/>
                </a:lnTo>
                <a:lnTo>
                  <a:pt x="281" y="424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2"/>
                </a:lnTo>
                <a:lnTo>
                  <a:pt x="281" y="422"/>
                </a:lnTo>
                <a:lnTo>
                  <a:pt x="281" y="422"/>
                </a:lnTo>
                <a:lnTo>
                  <a:pt x="282" y="422"/>
                </a:lnTo>
                <a:lnTo>
                  <a:pt x="282" y="422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0"/>
                </a:lnTo>
                <a:lnTo>
                  <a:pt x="282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4" y="419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5"/>
                </a:lnTo>
                <a:lnTo>
                  <a:pt x="285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4"/>
                </a:lnTo>
                <a:lnTo>
                  <a:pt x="286" y="414"/>
                </a:lnTo>
                <a:lnTo>
                  <a:pt x="286" y="414"/>
                </a:lnTo>
                <a:lnTo>
                  <a:pt x="286" y="414"/>
                </a:lnTo>
                <a:lnTo>
                  <a:pt x="287" y="414"/>
                </a:lnTo>
                <a:lnTo>
                  <a:pt x="287" y="414"/>
                </a:lnTo>
                <a:lnTo>
                  <a:pt x="287" y="414"/>
                </a:lnTo>
                <a:lnTo>
                  <a:pt x="287" y="413"/>
                </a:lnTo>
                <a:lnTo>
                  <a:pt x="287" y="413"/>
                </a:lnTo>
                <a:lnTo>
                  <a:pt x="287" y="413"/>
                </a:lnTo>
                <a:lnTo>
                  <a:pt x="287" y="413"/>
                </a:lnTo>
                <a:lnTo>
                  <a:pt x="289" y="413"/>
                </a:lnTo>
                <a:lnTo>
                  <a:pt x="289" y="413"/>
                </a:lnTo>
                <a:lnTo>
                  <a:pt x="289" y="413"/>
                </a:lnTo>
                <a:lnTo>
                  <a:pt x="289" y="412"/>
                </a:lnTo>
                <a:lnTo>
                  <a:pt x="289" y="412"/>
                </a:lnTo>
                <a:lnTo>
                  <a:pt x="289" y="412"/>
                </a:lnTo>
                <a:lnTo>
                  <a:pt x="289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1"/>
                </a:lnTo>
                <a:lnTo>
                  <a:pt x="290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3" y="410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7"/>
                </a:lnTo>
                <a:lnTo>
                  <a:pt x="294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6" y="407"/>
                </a:lnTo>
                <a:lnTo>
                  <a:pt x="296" y="407"/>
                </a:lnTo>
                <a:lnTo>
                  <a:pt x="296" y="407"/>
                </a:lnTo>
                <a:lnTo>
                  <a:pt x="296" y="406"/>
                </a:lnTo>
                <a:lnTo>
                  <a:pt x="296" y="406"/>
                </a:lnTo>
                <a:lnTo>
                  <a:pt x="296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9" y="406"/>
                </a:lnTo>
                <a:lnTo>
                  <a:pt x="299" y="406"/>
                </a:lnTo>
                <a:lnTo>
                  <a:pt x="299" y="405"/>
                </a:lnTo>
                <a:lnTo>
                  <a:pt x="299" y="405"/>
                </a:lnTo>
                <a:lnTo>
                  <a:pt x="299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5" y="404"/>
                </a:lnTo>
                <a:lnTo>
                  <a:pt x="305" y="403"/>
                </a:lnTo>
                <a:lnTo>
                  <a:pt x="305" y="403"/>
                </a:lnTo>
                <a:lnTo>
                  <a:pt x="305" y="403"/>
                </a:lnTo>
                <a:lnTo>
                  <a:pt x="305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9" y="403"/>
                </a:lnTo>
                <a:lnTo>
                  <a:pt x="309" y="403"/>
                </a:lnTo>
                <a:lnTo>
                  <a:pt x="309" y="403"/>
                </a:lnTo>
                <a:lnTo>
                  <a:pt x="309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396"/>
                </a:lnTo>
                <a:lnTo>
                  <a:pt x="318" y="396"/>
                </a:lnTo>
                <a:lnTo>
                  <a:pt x="318" y="403"/>
                </a:lnTo>
                <a:lnTo>
                  <a:pt x="318" y="403"/>
                </a:lnTo>
                <a:close/>
                <a:moveTo>
                  <a:pt x="318" y="365"/>
                </a:moveTo>
                <a:lnTo>
                  <a:pt x="310" y="365"/>
                </a:lnTo>
                <a:lnTo>
                  <a:pt x="310" y="349"/>
                </a:lnTo>
                <a:lnTo>
                  <a:pt x="318" y="349"/>
                </a:lnTo>
                <a:lnTo>
                  <a:pt x="318" y="365"/>
                </a:lnTo>
                <a:lnTo>
                  <a:pt x="318" y="365"/>
                </a:lnTo>
                <a:close/>
                <a:moveTo>
                  <a:pt x="318" y="317"/>
                </a:moveTo>
                <a:lnTo>
                  <a:pt x="310" y="317"/>
                </a:lnTo>
                <a:lnTo>
                  <a:pt x="310" y="302"/>
                </a:lnTo>
                <a:lnTo>
                  <a:pt x="318" y="302"/>
                </a:lnTo>
                <a:lnTo>
                  <a:pt x="318" y="317"/>
                </a:lnTo>
                <a:lnTo>
                  <a:pt x="318" y="317"/>
                </a:lnTo>
                <a:close/>
                <a:moveTo>
                  <a:pt x="307" y="275"/>
                </a:moveTo>
                <a:lnTo>
                  <a:pt x="307" y="282"/>
                </a:lnTo>
                <a:lnTo>
                  <a:pt x="291" y="282"/>
                </a:lnTo>
                <a:lnTo>
                  <a:pt x="291" y="275"/>
                </a:lnTo>
                <a:lnTo>
                  <a:pt x="307" y="275"/>
                </a:lnTo>
                <a:lnTo>
                  <a:pt x="307" y="275"/>
                </a:lnTo>
                <a:close/>
                <a:moveTo>
                  <a:pt x="259" y="275"/>
                </a:moveTo>
                <a:lnTo>
                  <a:pt x="259" y="282"/>
                </a:lnTo>
                <a:lnTo>
                  <a:pt x="244" y="282"/>
                </a:lnTo>
                <a:lnTo>
                  <a:pt x="244" y="275"/>
                </a:lnTo>
                <a:lnTo>
                  <a:pt x="259" y="275"/>
                </a:lnTo>
                <a:lnTo>
                  <a:pt x="259" y="275"/>
                </a:lnTo>
                <a:close/>
                <a:moveTo>
                  <a:pt x="212" y="275"/>
                </a:moveTo>
                <a:lnTo>
                  <a:pt x="212" y="282"/>
                </a:lnTo>
                <a:lnTo>
                  <a:pt x="196" y="282"/>
                </a:lnTo>
                <a:lnTo>
                  <a:pt x="196" y="275"/>
                </a:lnTo>
                <a:lnTo>
                  <a:pt x="212" y="275"/>
                </a:lnTo>
                <a:lnTo>
                  <a:pt x="212" y="275"/>
                </a:lnTo>
                <a:close/>
                <a:moveTo>
                  <a:pt x="165" y="275"/>
                </a:moveTo>
                <a:lnTo>
                  <a:pt x="165" y="282"/>
                </a:lnTo>
                <a:lnTo>
                  <a:pt x="149" y="282"/>
                </a:lnTo>
                <a:lnTo>
                  <a:pt x="149" y="275"/>
                </a:lnTo>
                <a:lnTo>
                  <a:pt x="165" y="275"/>
                </a:lnTo>
                <a:lnTo>
                  <a:pt x="165" y="275"/>
                </a:lnTo>
                <a:close/>
                <a:moveTo>
                  <a:pt x="117" y="275"/>
                </a:moveTo>
                <a:lnTo>
                  <a:pt x="117" y="282"/>
                </a:lnTo>
                <a:lnTo>
                  <a:pt x="102" y="282"/>
                </a:lnTo>
                <a:lnTo>
                  <a:pt x="102" y="275"/>
                </a:lnTo>
                <a:lnTo>
                  <a:pt x="117" y="275"/>
                </a:lnTo>
                <a:lnTo>
                  <a:pt x="117" y="275"/>
                </a:lnTo>
                <a:close/>
                <a:moveTo>
                  <a:pt x="70" y="275"/>
                </a:moveTo>
                <a:lnTo>
                  <a:pt x="70" y="282"/>
                </a:lnTo>
                <a:lnTo>
                  <a:pt x="54" y="282"/>
                </a:lnTo>
                <a:lnTo>
                  <a:pt x="54" y="275"/>
                </a:lnTo>
                <a:lnTo>
                  <a:pt x="70" y="275"/>
                </a:lnTo>
                <a:lnTo>
                  <a:pt x="70" y="275"/>
                </a:lnTo>
                <a:close/>
                <a:moveTo>
                  <a:pt x="24" y="275"/>
                </a:moveTo>
                <a:lnTo>
                  <a:pt x="24" y="282"/>
                </a:lnTo>
                <a:lnTo>
                  <a:pt x="8" y="282"/>
                </a:lnTo>
                <a:lnTo>
                  <a:pt x="8" y="275"/>
                </a:lnTo>
                <a:lnTo>
                  <a:pt x="24" y="275"/>
                </a:lnTo>
                <a:lnTo>
                  <a:pt x="24" y="275"/>
                </a:lnTo>
                <a:close/>
                <a:moveTo>
                  <a:pt x="8" y="251"/>
                </a:moveTo>
                <a:lnTo>
                  <a:pt x="0" y="251"/>
                </a:lnTo>
                <a:lnTo>
                  <a:pt x="0" y="235"/>
                </a:lnTo>
                <a:lnTo>
                  <a:pt x="8" y="235"/>
                </a:lnTo>
                <a:lnTo>
                  <a:pt x="8" y="251"/>
                </a:lnTo>
                <a:lnTo>
                  <a:pt x="8" y="251"/>
                </a:lnTo>
                <a:close/>
                <a:moveTo>
                  <a:pt x="8" y="204"/>
                </a:moveTo>
                <a:lnTo>
                  <a:pt x="0" y="204"/>
                </a:lnTo>
                <a:lnTo>
                  <a:pt x="0" y="188"/>
                </a:lnTo>
                <a:lnTo>
                  <a:pt x="8" y="188"/>
                </a:lnTo>
                <a:lnTo>
                  <a:pt x="8" y="204"/>
                </a:lnTo>
                <a:lnTo>
                  <a:pt x="8" y="204"/>
                </a:lnTo>
                <a:close/>
                <a:moveTo>
                  <a:pt x="8" y="156"/>
                </a:moveTo>
                <a:lnTo>
                  <a:pt x="0" y="156"/>
                </a:lnTo>
                <a:lnTo>
                  <a:pt x="0" y="141"/>
                </a:lnTo>
                <a:lnTo>
                  <a:pt x="8" y="141"/>
                </a:lnTo>
                <a:lnTo>
                  <a:pt x="8" y="156"/>
                </a:lnTo>
                <a:lnTo>
                  <a:pt x="8" y="156"/>
                </a:lnTo>
                <a:close/>
                <a:moveTo>
                  <a:pt x="8" y="109"/>
                </a:moveTo>
                <a:lnTo>
                  <a:pt x="0" y="109"/>
                </a:lnTo>
                <a:lnTo>
                  <a:pt x="0" y="93"/>
                </a:lnTo>
                <a:lnTo>
                  <a:pt x="8" y="93"/>
                </a:lnTo>
                <a:lnTo>
                  <a:pt x="8" y="109"/>
                </a:lnTo>
                <a:lnTo>
                  <a:pt x="8" y="109"/>
                </a:lnTo>
                <a:close/>
                <a:moveTo>
                  <a:pt x="8" y="62"/>
                </a:moveTo>
                <a:lnTo>
                  <a:pt x="0" y="62"/>
                </a:lnTo>
                <a:lnTo>
                  <a:pt x="0" y="46"/>
                </a:lnTo>
                <a:lnTo>
                  <a:pt x="8" y="46"/>
                </a:lnTo>
                <a:lnTo>
                  <a:pt x="8" y="62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78">
            <a:extLst>
              <a:ext uri="{FF2B5EF4-FFF2-40B4-BE49-F238E27FC236}">
                <a16:creationId xmlns:a16="http://schemas.microsoft.com/office/drawing/2014/main" id="{8DDE467F-EE8E-D3CC-FDEA-917C768B78DB}"/>
              </a:ext>
            </a:extLst>
          </p:cNvPr>
          <p:cNvSpPr>
            <a:spLocks noEditPoints="1"/>
          </p:cNvSpPr>
          <p:nvPr/>
        </p:nvSpPr>
        <p:spPr bwMode="auto">
          <a:xfrm>
            <a:off x="6936233" y="1976438"/>
            <a:ext cx="720725" cy="769937"/>
          </a:xfrm>
          <a:custGeom>
            <a:avLst/>
            <a:gdLst>
              <a:gd name="T0" fmla="*/ 68 w 454"/>
              <a:gd name="T1" fmla="*/ 442 h 485"/>
              <a:gd name="T2" fmla="*/ 66 w 454"/>
              <a:gd name="T3" fmla="*/ 437 h 485"/>
              <a:gd name="T4" fmla="*/ 64 w 454"/>
              <a:gd name="T5" fmla="*/ 431 h 485"/>
              <a:gd name="T6" fmla="*/ 59 w 454"/>
              <a:gd name="T7" fmla="*/ 427 h 485"/>
              <a:gd name="T8" fmla="*/ 55 w 454"/>
              <a:gd name="T9" fmla="*/ 423 h 485"/>
              <a:gd name="T10" fmla="*/ 49 w 454"/>
              <a:gd name="T11" fmla="*/ 420 h 485"/>
              <a:gd name="T12" fmla="*/ 43 w 454"/>
              <a:gd name="T13" fmla="*/ 419 h 485"/>
              <a:gd name="T14" fmla="*/ 36 w 454"/>
              <a:gd name="T15" fmla="*/ 419 h 485"/>
              <a:gd name="T16" fmla="*/ 31 w 454"/>
              <a:gd name="T17" fmla="*/ 420 h 485"/>
              <a:gd name="T18" fmla="*/ 25 w 454"/>
              <a:gd name="T19" fmla="*/ 422 h 485"/>
              <a:gd name="T20" fmla="*/ 20 w 454"/>
              <a:gd name="T21" fmla="*/ 424 h 485"/>
              <a:gd name="T22" fmla="*/ 15 w 454"/>
              <a:gd name="T23" fmla="*/ 429 h 485"/>
              <a:gd name="T24" fmla="*/ 12 w 454"/>
              <a:gd name="T25" fmla="*/ 435 h 485"/>
              <a:gd name="T26" fmla="*/ 9 w 454"/>
              <a:gd name="T27" fmla="*/ 440 h 485"/>
              <a:gd name="T28" fmla="*/ 8 w 454"/>
              <a:gd name="T29" fmla="*/ 446 h 485"/>
              <a:gd name="T30" fmla="*/ 9 w 454"/>
              <a:gd name="T31" fmla="*/ 453 h 485"/>
              <a:gd name="T32" fmla="*/ 11 w 454"/>
              <a:gd name="T33" fmla="*/ 458 h 485"/>
              <a:gd name="T34" fmla="*/ 14 w 454"/>
              <a:gd name="T35" fmla="*/ 464 h 485"/>
              <a:gd name="T36" fmla="*/ 17 w 454"/>
              <a:gd name="T37" fmla="*/ 468 h 485"/>
              <a:gd name="T38" fmla="*/ 22 w 454"/>
              <a:gd name="T39" fmla="*/ 473 h 485"/>
              <a:gd name="T40" fmla="*/ 27 w 454"/>
              <a:gd name="T41" fmla="*/ 475 h 485"/>
              <a:gd name="T42" fmla="*/ 33 w 454"/>
              <a:gd name="T43" fmla="*/ 477 h 485"/>
              <a:gd name="T44" fmla="*/ 40 w 454"/>
              <a:gd name="T45" fmla="*/ 477 h 485"/>
              <a:gd name="T46" fmla="*/ 46 w 454"/>
              <a:gd name="T47" fmla="*/ 476 h 485"/>
              <a:gd name="T48" fmla="*/ 52 w 454"/>
              <a:gd name="T49" fmla="*/ 474 h 485"/>
              <a:gd name="T50" fmla="*/ 57 w 454"/>
              <a:gd name="T51" fmla="*/ 472 h 485"/>
              <a:gd name="T52" fmla="*/ 61 w 454"/>
              <a:gd name="T53" fmla="*/ 467 h 485"/>
              <a:gd name="T54" fmla="*/ 65 w 454"/>
              <a:gd name="T55" fmla="*/ 462 h 485"/>
              <a:gd name="T56" fmla="*/ 67 w 454"/>
              <a:gd name="T57" fmla="*/ 456 h 485"/>
              <a:gd name="T58" fmla="*/ 68 w 454"/>
              <a:gd name="T59" fmla="*/ 450 h 485"/>
              <a:gd name="T60" fmla="*/ 43 w 454"/>
              <a:gd name="T61" fmla="*/ 411 h 485"/>
              <a:gd name="T62" fmla="*/ 51 w 454"/>
              <a:gd name="T63" fmla="*/ 412 h 485"/>
              <a:gd name="T64" fmla="*/ 58 w 454"/>
              <a:gd name="T65" fmla="*/ 415 h 485"/>
              <a:gd name="T66" fmla="*/ 65 w 454"/>
              <a:gd name="T67" fmla="*/ 421 h 485"/>
              <a:gd name="T68" fmla="*/ 69 w 454"/>
              <a:gd name="T69" fmla="*/ 427 h 485"/>
              <a:gd name="T70" fmla="*/ 73 w 454"/>
              <a:gd name="T71" fmla="*/ 433 h 485"/>
              <a:gd name="T72" fmla="*/ 75 w 454"/>
              <a:gd name="T73" fmla="*/ 440 h 485"/>
              <a:gd name="T74" fmla="*/ 76 w 454"/>
              <a:gd name="T75" fmla="*/ 449 h 485"/>
              <a:gd name="T76" fmla="*/ 75 w 454"/>
              <a:gd name="T77" fmla="*/ 457 h 485"/>
              <a:gd name="T78" fmla="*/ 73 w 454"/>
              <a:gd name="T79" fmla="*/ 464 h 485"/>
              <a:gd name="T80" fmla="*/ 68 w 454"/>
              <a:gd name="T81" fmla="*/ 471 h 485"/>
              <a:gd name="T82" fmla="*/ 64 w 454"/>
              <a:gd name="T83" fmla="*/ 476 h 485"/>
              <a:gd name="T84" fmla="*/ 57 w 454"/>
              <a:gd name="T85" fmla="*/ 481 h 485"/>
              <a:gd name="T86" fmla="*/ 50 w 454"/>
              <a:gd name="T87" fmla="*/ 484 h 485"/>
              <a:gd name="T88" fmla="*/ 42 w 454"/>
              <a:gd name="T89" fmla="*/ 485 h 485"/>
              <a:gd name="T90" fmla="*/ 34 w 454"/>
              <a:gd name="T91" fmla="*/ 485 h 485"/>
              <a:gd name="T92" fmla="*/ 26 w 454"/>
              <a:gd name="T93" fmla="*/ 483 h 485"/>
              <a:gd name="T94" fmla="*/ 20 w 454"/>
              <a:gd name="T95" fmla="*/ 481 h 485"/>
              <a:gd name="T96" fmla="*/ 13 w 454"/>
              <a:gd name="T97" fmla="*/ 475 h 485"/>
              <a:gd name="T98" fmla="*/ 8 w 454"/>
              <a:gd name="T99" fmla="*/ 470 h 485"/>
              <a:gd name="T100" fmla="*/ 4 w 454"/>
              <a:gd name="T101" fmla="*/ 463 h 485"/>
              <a:gd name="T102" fmla="*/ 2 w 454"/>
              <a:gd name="T103" fmla="*/ 456 h 485"/>
              <a:gd name="T104" fmla="*/ 0 w 454"/>
              <a:gd name="T105" fmla="*/ 448 h 485"/>
              <a:gd name="T106" fmla="*/ 2 w 454"/>
              <a:gd name="T107" fmla="*/ 440 h 485"/>
              <a:gd name="T108" fmla="*/ 4 w 454"/>
              <a:gd name="T109" fmla="*/ 432 h 485"/>
              <a:gd name="T110" fmla="*/ 8 w 454"/>
              <a:gd name="T111" fmla="*/ 426 h 485"/>
              <a:gd name="T112" fmla="*/ 13 w 454"/>
              <a:gd name="T113" fmla="*/ 420 h 485"/>
              <a:gd name="T114" fmla="*/ 20 w 454"/>
              <a:gd name="T115" fmla="*/ 415 h 485"/>
              <a:gd name="T116" fmla="*/ 26 w 454"/>
              <a:gd name="T117" fmla="*/ 412 h 485"/>
              <a:gd name="T118" fmla="*/ 34 w 454"/>
              <a:gd name="T119" fmla="*/ 411 h 485"/>
              <a:gd name="T120" fmla="*/ 42 w 454"/>
              <a:gd name="T121" fmla="*/ 294 h 485"/>
              <a:gd name="T122" fmla="*/ 274 w 454"/>
              <a:gd name="T123" fmla="*/ 259 h 485"/>
              <a:gd name="T124" fmla="*/ 454 w 454"/>
              <a:gd name="T125" fmla="*/ 204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4" h="485">
                <a:moveTo>
                  <a:pt x="454" y="16"/>
                </a:moveTo>
                <a:lnTo>
                  <a:pt x="447" y="16"/>
                </a:lnTo>
                <a:lnTo>
                  <a:pt x="447" y="0"/>
                </a:lnTo>
                <a:lnTo>
                  <a:pt x="454" y="0"/>
                </a:lnTo>
                <a:lnTo>
                  <a:pt x="454" y="16"/>
                </a:lnTo>
                <a:lnTo>
                  <a:pt x="454" y="16"/>
                </a:lnTo>
                <a:close/>
                <a:moveTo>
                  <a:pt x="68" y="448"/>
                </a:moveTo>
                <a:lnTo>
                  <a:pt x="68" y="448"/>
                </a:lnTo>
                <a:lnTo>
                  <a:pt x="68" y="448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8"/>
                </a:lnTo>
                <a:lnTo>
                  <a:pt x="67" y="438"/>
                </a:lnTo>
                <a:lnTo>
                  <a:pt x="67" y="438"/>
                </a:lnTo>
                <a:lnTo>
                  <a:pt x="67" y="438"/>
                </a:lnTo>
                <a:lnTo>
                  <a:pt x="66" y="438"/>
                </a:lnTo>
                <a:lnTo>
                  <a:pt x="66" y="438"/>
                </a:lnTo>
                <a:lnTo>
                  <a:pt x="66" y="438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5" y="436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4" y="433"/>
                </a:lnTo>
                <a:lnTo>
                  <a:pt x="64" y="433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1"/>
                </a:lnTo>
                <a:lnTo>
                  <a:pt x="64" y="431"/>
                </a:lnTo>
                <a:lnTo>
                  <a:pt x="64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1" y="430"/>
                </a:lnTo>
                <a:lnTo>
                  <a:pt x="61" y="430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7" y="426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3"/>
                </a:lnTo>
                <a:lnTo>
                  <a:pt x="56" y="423"/>
                </a:lnTo>
                <a:lnTo>
                  <a:pt x="56" y="423"/>
                </a:lnTo>
                <a:lnTo>
                  <a:pt x="56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1"/>
                </a:lnTo>
                <a:lnTo>
                  <a:pt x="52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3"/>
                </a:lnTo>
                <a:lnTo>
                  <a:pt x="23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1" y="423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6"/>
                </a:lnTo>
                <a:lnTo>
                  <a:pt x="20" y="426"/>
                </a:lnTo>
                <a:lnTo>
                  <a:pt x="20" y="426"/>
                </a:lnTo>
                <a:lnTo>
                  <a:pt x="20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7"/>
                </a:lnTo>
                <a:lnTo>
                  <a:pt x="18" y="427"/>
                </a:lnTo>
                <a:lnTo>
                  <a:pt x="18" y="427"/>
                </a:lnTo>
                <a:lnTo>
                  <a:pt x="18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8"/>
                </a:lnTo>
                <a:lnTo>
                  <a:pt x="17" y="428"/>
                </a:lnTo>
                <a:lnTo>
                  <a:pt x="17" y="428"/>
                </a:lnTo>
                <a:lnTo>
                  <a:pt x="17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9"/>
                </a:lnTo>
                <a:lnTo>
                  <a:pt x="16" y="429"/>
                </a:lnTo>
                <a:lnTo>
                  <a:pt x="16" y="429"/>
                </a:lnTo>
                <a:lnTo>
                  <a:pt x="16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4" y="430"/>
                </a:lnTo>
                <a:lnTo>
                  <a:pt x="14" y="430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9"/>
                </a:lnTo>
                <a:lnTo>
                  <a:pt x="11" y="439"/>
                </a:lnTo>
                <a:lnTo>
                  <a:pt x="11" y="439"/>
                </a:lnTo>
                <a:lnTo>
                  <a:pt x="11" y="439"/>
                </a:lnTo>
                <a:lnTo>
                  <a:pt x="9" y="439"/>
                </a:lnTo>
                <a:lnTo>
                  <a:pt x="9" y="439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5"/>
                </a:lnTo>
                <a:lnTo>
                  <a:pt x="9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2"/>
                </a:lnTo>
                <a:lnTo>
                  <a:pt x="8" y="452"/>
                </a:lnTo>
                <a:lnTo>
                  <a:pt x="8" y="452"/>
                </a:lnTo>
                <a:lnTo>
                  <a:pt x="9" y="452"/>
                </a:lnTo>
                <a:lnTo>
                  <a:pt x="9" y="452"/>
                </a:lnTo>
                <a:lnTo>
                  <a:pt x="9" y="452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2" y="459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3" y="462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4" y="464"/>
                </a:lnTo>
                <a:lnTo>
                  <a:pt x="14" y="464"/>
                </a:lnTo>
                <a:lnTo>
                  <a:pt x="14" y="464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7"/>
                </a:lnTo>
                <a:lnTo>
                  <a:pt x="15" y="467"/>
                </a:lnTo>
                <a:lnTo>
                  <a:pt x="15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8"/>
                </a:lnTo>
                <a:lnTo>
                  <a:pt x="16" y="468"/>
                </a:lnTo>
                <a:lnTo>
                  <a:pt x="16" y="468"/>
                </a:lnTo>
                <a:lnTo>
                  <a:pt x="16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70"/>
                </a:lnTo>
                <a:lnTo>
                  <a:pt x="17" y="470"/>
                </a:lnTo>
                <a:lnTo>
                  <a:pt x="17" y="470"/>
                </a:lnTo>
                <a:lnTo>
                  <a:pt x="17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1"/>
                </a:lnTo>
                <a:lnTo>
                  <a:pt x="18" y="471"/>
                </a:lnTo>
                <a:lnTo>
                  <a:pt x="18" y="471"/>
                </a:lnTo>
                <a:lnTo>
                  <a:pt x="18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2"/>
                </a:lnTo>
                <a:lnTo>
                  <a:pt x="20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2" y="472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4"/>
                </a:lnTo>
                <a:lnTo>
                  <a:pt x="23" y="474"/>
                </a:lnTo>
                <a:lnTo>
                  <a:pt x="23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5" y="474"/>
                </a:lnTo>
                <a:lnTo>
                  <a:pt x="25" y="474"/>
                </a:lnTo>
                <a:lnTo>
                  <a:pt x="25" y="474"/>
                </a:lnTo>
                <a:lnTo>
                  <a:pt x="25" y="475"/>
                </a:lnTo>
                <a:lnTo>
                  <a:pt x="25" y="475"/>
                </a:lnTo>
                <a:lnTo>
                  <a:pt x="25" y="475"/>
                </a:lnTo>
                <a:lnTo>
                  <a:pt x="25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6"/>
                </a:lnTo>
                <a:lnTo>
                  <a:pt x="27" y="476"/>
                </a:lnTo>
                <a:lnTo>
                  <a:pt x="27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6" y="477"/>
                </a:lnTo>
                <a:lnTo>
                  <a:pt x="46" y="477"/>
                </a:lnTo>
                <a:lnTo>
                  <a:pt x="46" y="477"/>
                </a:lnTo>
                <a:lnTo>
                  <a:pt x="46" y="476"/>
                </a:lnTo>
                <a:lnTo>
                  <a:pt x="46" y="476"/>
                </a:lnTo>
                <a:lnTo>
                  <a:pt x="46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5"/>
                </a:lnTo>
                <a:lnTo>
                  <a:pt x="49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3"/>
                </a:lnTo>
                <a:lnTo>
                  <a:pt x="53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6" y="473"/>
                </a:lnTo>
                <a:lnTo>
                  <a:pt x="56" y="473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1"/>
                </a:lnTo>
                <a:lnTo>
                  <a:pt x="57" y="471"/>
                </a:lnTo>
                <a:lnTo>
                  <a:pt x="57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6"/>
                </a:lnTo>
                <a:lnTo>
                  <a:pt x="61" y="466"/>
                </a:lnTo>
                <a:lnTo>
                  <a:pt x="61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4" y="465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3"/>
                </a:lnTo>
                <a:lnTo>
                  <a:pt x="64" y="463"/>
                </a:lnTo>
                <a:lnTo>
                  <a:pt x="64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1"/>
                </a:lnTo>
                <a:lnTo>
                  <a:pt x="65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8"/>
                </a:lnTo>
                <a:lnTo>
                  <a:pt x="66" y="458"/>
                </a:lnTo>
                <a:lnTo>
                  <a:pt x="66" y="458"/>
                </a:lnTo>
                <a:lnTo>
                  <a:pt x="66" y="458"/>
                </a:lnTo>
                <a:lnTo>
                  <a:pt x="67" y="458"/>
                </a:lnTo>
                <a:lnTo>
                  <a:pt x="67" y="458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close/>
                <a:moveTo>
                  <a:pt x="39" y="411"/>
                </a:moveTo>
                <a:lnTo>
                  <a:pt x="39" y="411"/>
                </a:lnTo>
                <a:lnTo>
                  <a:pt x="39" y="411"/>
                </a:lnTo>
                <a:lnTo>
                  <a:pt x="39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2" y="411"/>
                </a:lnTo>
                <a:lnTo>
                  <a:pt x="42" y="411"/>
                </a:lnTo>
                <a:lnTo>
                  <a:pt x="42" y="411"/>
                </a:lnTo>
                <a:lnTo>
                  <a:pt x="42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8" y="411"/>
                </a:lnTo>
                <a:lnTo>
                  <a:pt x="48" y="412"/>
                </a:lnTo>
                <a:lnTo>
                  <a:pt x="48" y="412"/>
                </a:lnTo>
                <a:lnTo>
                  <a:pt x="48" y="412"/>
                </a:lnTo>
                <a:lnTo>
                  <a:pt x="48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1" y="412"/>
                </a:lnTo>
                <a:lnTo>
                  <a:pt x="51" y="412"/>
                </a:lnTo>
                <a:lnTo>
                  <a:pt x="51" y="412"/>
                </a:lnTo>
                <a:lnTo>
                  <a:pt x="51" y="413"/>
                </a:lnTo>
                <a:lnTo>
                  <a:pt x="51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60" y="417"/>
                </a:lnTo>
                <a:lnTo>
                  <a:pt x="60" y="417"/>
                </a:lnTo>
                <a:lnTo>
                  <a:pt x="60" y="418"/>
                </a:lnTo>
                <a:lnTo>
                  <a:pt x="60" y="418"/>
                </a:lnTo>
                <a:lnTo>
                  <a:pt x="60" y="418"/>
                </a:lnTo>
                <a:lnTo>
                  <a:pt x="60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9"/>
                </a:lnTo>
                <a:lnTo>
                  <a:pt x="61" y="419"/>
                </a:lnTo>
                <a:lnTo>
                  <a:pt x="61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4"/>
                </a:lnTo>
                <a:lnTo>
                  <a:pt x="67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6"/>
                </a:lnTo>
                <a:lnTo>
                  <a:pt x="68" y="426"/>
                </a:lnTo>
                <a:lnTo>
                  <a:pt x="68" y="426"/>
                </a:lnTo>
                <a:lnTo>
                  <a:pt x="69" y="426"/>
                </a:lnTo>
                <a:lnTo>
                  <a:pt x="69" y="426"/>
                </a:lnTo>
                <a:lnTo>
                  <a:pt x="69" y="426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9"/>
                </a:lnTo>
                <a:lnTo>
                  <a:pt x="70" y="429"/>
                </a:lnTo>
                <a:lnTo>
                  <a:pt x="70" y="429"/>
                </a:lnTo>
                <a:lnTo>
                  <a:pt x="71" y="429"/>
                </a:lnTo>
                <a:lnTo>
                  <a:pt x="71" y="429"/>
                </a:lnTo>
                <a:lnTo>
                  <a:pt x="71" y="429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1"/>
                </a:lnTo>
                <a:lnTo>
                  <a:pt x="71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3"/>
                </a:lnTo>
                <a:lnTo>
                  <a:pt x="73" y="433"/>
                </a:lnTo>
                <a:lnTo>
                  <a:pt x="73" y="433"/>
                </a:lnTo>
                <a:lnTo>
                  <a:pt x="74" y="433"/>
                </a:lnTo>
                <a:lnTo>
                  <a:pt x="74" y="433"/>
                </a:lnTo>
                <a:lnTo>
                  <a:pt x="74" y="433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4"/>
                </a:lnTo>
                <a:lnTo>
                  <a:pt x="76" y="444"/>
                </a:lnTo>
                <a:lnTo>
                  <a:pt x="76" y="444"/>
                </a:lnTo>
                <a:lnTo>
                  <a:pt x="76" y="444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8"/>
                </a:lnTo>
                <a:lnTo>
                  <a:pt x="76" y="448"/>
                </a:lnTo>
                <a:lnTo>
                  <a:pt x="76" y="448"/>
                </a:lnTo>
                <a:lnTo>
                  <a:pt x="76" y="448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2"/>
                </a:lnTo>
                <a:lnTo>
                  <a:pt x="76" y="452"/>
                </a:lnTo>
                <a:lnTo>
                  <a:pt x="76" y="452"/>
                </a:lnTo>
                <a:lnTo>
                  <a:pt x="76" y="452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5"/>
                </a:lnTo>
                <a:lnTo>
                  <a:pt x="76" y="455"/>
                </a:lnTo>
                <a:lnTo>
                  <a:pt x="76" y="455"/>
                </a:lnTo>
                <a:lnTo>
                  <a:pt x="75" y="455"/>
                </a:lnTo>
                <a:lnTo>
                  <a:pt x="75" y="455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9"/>
                </a:lnTo>
                <a:lnTo>
                  <a:pt x="75" y="459"/>
                </a:lnTo>
                <a:lnTo>
                  <a:pt x="75" y="459"/>
                </a:lnTo>
                <a:lnTo>
                  <a:pt x="74" y="459"/>
                </a:lnTo>
                <a:lnTo>
                  <a:pt x="74" y="459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3"/>
                </a:lnTo>
                <a:lnTo>
                  <a:pt x="74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5"/>
                </a:lnTo>
                <a:lnTo>
                  <a:pt x="73" y="465"/>
                </a:lnTo>
                <a:lnTo>
                  <a:pt x="73" y="465"/>
                </a:lnTo>
                <a:lnTo>
                  <a:pt x="71" y="465"/>
                </a:lnTo>
                <a:lnTo>
                  <a:pt x="71" y="465"/>
                </a:lnTo>
                <a:lnTo>
                  <a:pt x="71" y="465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7"/>
                </a:lnTo>
                <a:lnTo>
                  <a:pt x="71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69" y="468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1"/>
                </a:lnTo>
                <a:lnTo>
                  <a:pt x="69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2"/>
                </a:lnTo>
                <a:lnTo>
                  <a:pt x="68" y="472"/>
                </a:lnTo>
                <a:lnTo>
                  <a:pt x="68" y="472"/>
                </a:lnTo>
                <a:lnTo>
                  <a:pt x="68" y="472"/>
                </a:lnTo>
                <a:lnTo>
                  <a:pt x="67" y="472"/>
                </a:lnTo>
                <a:lnTo>
                  <a:pt x="67" y="472"/>
                </a:lnTo>
                <a:lnTo>
                  <a:pt x="67" y="472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6" y="473"/>
                </a:lnTo>
                <a:lnTo>
                  <a:pt x="66" y="473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5" y="474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4" y="475"/>
                </a:lnTo>
                <a:lnTo>
                  <a:pt x="64" y="475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2" y="476"/>
                </a:lnTo>
                <a:lnTo>
                  <a:pt x="62" y="476"/>
                </a:lnTo>
                <a:lnTo>
                  <a:pt x="62" y="477"/>
                </a:lnTo>
                <a:lnTo>
                  <a:pt x="62" y="477"/>
                </a:lnTo>
                <a:lnTo>
                  <a:pt x="62" y="477"/>
                </a:lnTo>
                <a:lnTo>
                  <a:pt x="62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9"/>
                </a:lnTo>
                <a:lnTo>
                  <a:pt x="61" y="479"/>
                </a:lnTo>
                <a:lnTo>
                  <a:pt x="61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8" y="480"/>
                </a:lnTo>
                <a:lnTo>
                  <a:pt x="58" y="480"/>
                </a:lnTo>
                <a:lnTo>
                  <a:pt x="58" y="480"/>
                </a:lnTo>
                <a:lnTo>
                  <a:pt x="58" y="481"/>
                </a:lnTo>
                <a:lnTo>
                  <a:pt x="58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6" y="481"/>
                </a:lnTo>
                <a:lnTo>
                  <a:pt x="56" y="481"/>
                </a:lnTo>
                <a:lnTo>
                  <a:pt x="56" y="482"/>
                </a:lnTo>
                <a:lnTo>
                  <a:pt x="56" y="482"/>
                </a:lnTo>
                <a:lnTo>
                  <a:pt x="56" y="482"/>
                </a:lnTo>
                <a:lnTo>
                  <a:pt x="56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3" y="482"/>
                </a:lnTo>
                <a:lnTo>
                  <a:pt x="53" y="482"/>
                </a:lnTo>
                <a:lnTo>
                  <a:pt x="53" y="483"/>
                </a:lnTo>
                <a:lnTo>
                  <a:pt x="53" y="483"/>
                </a:lnTo>
                <a:lnTo>
                  <a:pt x="53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7" y="484"/>
                </a:lnTo>
                <a:lnTo>
                  <a:pt x="47" y="484"/>
                </a:lnTo>
                <a:lnTo>
                  <a:pt x="47" y="485"/>
                </a:lnTo>
                <a:lnTo>
                  <a:pt x="47" y="485"/>
                </a:lnTo>
                <a:lnTo>
                  <a:pt x="47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2" y="485"/>
                </a:lnTo>
                <a:lnTo>
                  <a:pt x="42" y="485"/>
                </a:lnTo>
                <a:lnTo>
                  <a:pt x="42" y="485"/>
                </a:lnTo>
                <a:lnTo>
                  <a:pt x="42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39" y="485"/>
                </a:lnTo>
                <a:lnTo>
                  <a:pt x="39" y="485"/>
                </a:lnTo>
                <a:lnTo>
                  <a:pt x="39" y="485"/>
                </a:lnTo>
                <a:lnTo>
                  <a:pt x="39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5" y="485"/>
                </a:lnTo>
                <a:lnTo>
                  <a:pt x="35" y="485"/>
                </a:lnTo>
                <a:lnTo>
                  <a:pt x="35" y="485"/>
                </a:lnTo>
                <a:lnTo>
                  <a:pt x="35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0" y="485"/>
                </a:lnTo>
                <a:lnTo>
                  <a:pt x="30" y="484"/>
                </a:lnTo>
                <a:lnTo>
                  <a:pt x="30" y="484"/>
                </a:lnTo>
                <a:lnTo>
                  <a:pt x="30" y="484"/>
                </a:lnTo>
                <a:lnTo>
                  <a:pt x="30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6" y="484"/>
                </a:lnTo>
                <a:lnTo>
                  <a:pt x="26" y="484"/>
                </a:lnTo>
                <a:lnTo>
                  <a:pt x="26" y="484"/>
                </a:lnTo>
                <a:lnTo>
                  <a:pt x="26" y="483"/>
                </a:lnTo>
                <a:lnTo>
                  <a:pt x="26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3" y="483"/>
                </a:lnTo>
                <a:lnTo>
                  <a:pt x="23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1" y="482"/>
                </a:lnTo>
                <a:lnTo>
                  <a:pt x="21" y="482"/>
                </a:lnTo>
                <a:lnTo>
                  <a:pt x="21" y="481"/>
                </a:lnTo>
                <a:lnTo>
                  <a:pt x="21" y="481"/>
                </a:lnTo>
                <a:lnTo>
                  <a:pt x="21" y="481"/>
                </a:lnTo>
                <a:lnTo>
                  <a:pt x="21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7" y="480"/>
                </a:lnTo>
                <a:lnTo>
                  <a:pt x="17" y="480"/>
                </a:lnTo>
                <a:lnTo>
                  <a:pt x="17" y="480"/>
                </a:lnTo>
                <a:lnTo>
                  <a:pt x="17" y="479"/>
                </a:lnTo>
                <a:lnTo>
                  <a:pt x="17" y="479"/>
                </a:lnTo>
                <a:lnTo>
                  <a:pt x="17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4" y="477"/>
                </a:lnTo>
                <a:lnTo>
                  <a:pt x="14" y="477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3" y="476"/>
                </a:lnTo>
                <a:lnTo>
                  <a:pt x="13" y="476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2" y="475"/>
                </a:lnTo>
                <a:lnTo>
                  <a:pt x="12" y="475"/>
                </a:lnTo>
                <a:lnTo>
                  <a:pt x="12" y="475"/>
                </a:lnTo>
                <a:lnTo>
                  <a:pt x="12" y="474"/>
                </a:lnTo>
                <a:lnTo>
                  <a:pt x="12" y="474"/>
                </a:lnTo>
                <a:lnTo>
                  <a:pt x="12" y="474"/>
                </a:lnTo>
                <a:lnTo>
                  <a:pt x="12" y="474"/>
                </a:lnTo>
                <a:lnTo>
                  <a:pt x="11" y="474"/>
                </a:lnTo>
                <a:lnTo>
                  <a:pt x="11" y="474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9" y="473"/>
                </a:lnTo>
                <a:lnTo>
                  <a:pt x="9" y="473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8" y="472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68"/>
                </a:lnTo>
                <a:lnTo>
                  <a:pt x="7" y="468"/>
                </a:lnTo>
                <a:lnTo>
                  <a:pt x="7" y="468"/>
                </a:lnTo>
                <a:lnTo>
                  <a:pt x="7" y="468"/>
                </a:lnTo>
                <a:lnTo>
                  <a:pt x="6" y="468"/>
                </a:lnTo>
                <a:lnTo>
                  <a:pt x="6" y="468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6"/>
                </a:lnTo>
                <a:lnTo>
                  <a:pt x="6" y="466"/>
                </a:lnTo>
                <a:lnTo>
                  <a:pt x="5" y="466"/>
                </a:lnTo>
                <a:lnTo>
                  <a:pt x="5" y="466"/>
                </a:lnTo>
                <a:lnTo>
                  <a:pt x="5" y="466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4"/>
                </a:lnTo>
                <a:lnTo>
                  <a:pt x="5" y="464"/>
                </a:lnTo>
                <a:lnTo>
                  <a:pt x="4" y="464"/>
                </a:lnTo>
                <a:lnTo>
                  <a:pt x="4" y="464"/>
                </a:lnTo>
                <a:lnTo>
                  <a:pt x="4" y="464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2"/>
                </a:lnTo>
                <a:lnTo>
                  <a:pt x="4" y="462"/>
                </a:lnTo>
                <a:lnTo>
                  <a:pt x="4" y="462"/>
                </a:lnTo>
                <a:lnTo>
                  <a:pt x="3" y="462"/>
                </a:lnTo>
                <a:lnTo>
                  <a:pt x="3" y="462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8"/>
                </a:lnTo>
                <a:lnTo>
                  <a:pt x="3" y="458"/>
                </a:lnTo>
                <a:lnTo>
                  <a:pt x="3" y="458"/>
                </a:lnTo>
                <a:lnTo>
                  <a:pt x="2" y="458"/>
                </a:lnTo>
                <a:lnTo>
                  <a:pt x="2" y="458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3"/>
                </a:lnTo>
                <a:lnTo>
                  <a:pt x="2" y="453"/>
                </a:lnTo>
                <a:lnTo>
                  <a:pt x="2" y="453"/>
                </a:lnTo>
                <a:lnTo>
                  <a:pt x="2" y="453"/>
                </a:lnTo>
                <a:lnTo>
                  <a:pt x="0" y="453"/>
                </a:lnTo>
                <a:lnTo>
                  <a:pt x="0" y="452"/>
                </a:lnTo>
                <a:lnTo>
                  <a:pt x="0" y="452"/>
                </a:lnTo>
                <a:lnTo>
                  <a:pt x="0" y="452"/>
                </a:lnTo>
                <a:lnTo>
                  <a:pt x="0" y="452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8"/>
                </a:lnTo>
                <a:lnTo>
                  <a:pt x="0" y="448"/>
                </a:lnTo>
                <a:lnTo>
                  <a:pt x="0" y="448"/>
                </a:lnTo>
                <a:lnTo>
                  <a:pt x="0" y="448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4"/>
                </a:lnTo>
                <a:lnTo>
                  <a:pt x="2" y="444"/>
                </a:lnTo>
                <a:lnTo>
                  <a:pt x="2" y="444"/>
                </a:lnTo>
                <a:lnTo>
                  <a:pt x="2" y="444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8"/>
                </a:lnTo>
                <a:lnTo>
                  <a:pt x="2" y="438"/>
                </a:lnTo>
                <a:lnTo>
                  <a:pt x="2" y="438"/>
                </a:lnTo>
                <a:lnTo>
                  <a:pt x="3" y="438"/>
                </a:lnTo>
                <a:lnTo>
                  <a:pt x="3" y="438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5"/>
                </a:lnTo>
                <a:lnTo>
                  <a:pt x="3" y="435"/>
                </a:lnTo>
                <a:lnTo>
                  <a:pt x="3" y="435"/>
                </a:lnTo>
                <a:lnTo>
                  <a:pt x="4" y="435"/>
                </a:lnTo>
                <a:lnTo>
                  <a:pt x="4" y="435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2"/>
                </a:lnTo>
                <a:lnTo>
                  <a:pt x="4" y="432"/>
                </a:lnTo>
                <a:lnTo>
                  <a:pt x="4" y="432"/>
                </a:lnTo>
                <a:lnTo>
                  <a:pt x="4" y="432"/>
                </a:lnTo>
                <a:lnTo>
                  <a:pt x="5" y="432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0"/>
                </a:lnTo>
                <a:lnTo>
                  <a:pt x="5" y="430"/>
                </a:lnTo>
                <a:lnTo>
                  <a:pt x="5" y="430"/>
                </a:lnTo>
                <a:lnTo>
                  <a:pt x="5" y="430"/>
                </a:lnTo>
                <a:lnTo>
                  <a:pt x="6" y="430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8"/>
                </a:lnTo>
                <a:lnTo>
                  <a:pt x="6" y="428"/>
                </a:lnTo>
                <a:lnTo>
                  <a:pt x="6" y="428"/>
                </a:lnTo>
                <a:lnTo>
                  <a:pt x="7" y="428"/>
                </a:lnTo>
                <a:lnTo>
                  <a:pt x="7" y="428"/>
                </a:lnTo>
                <a:lnTo>
                  <a:pt x="7" y="428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4"/>
                </a:lnTo>
                <a:lnTo>
                  <a:pt x="8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3"/>
                </a:lnTo>
                <a:lnTo>
                  <a:pt x="9" y="423"/>
                </a:lnTo>
                <a:lnTo>
                  <a:pt x="9" y="423"/>
                </a:lnTo>
                <a:lnTo>
                  <a:pt x="11" y="423"/>
                </a:lnTo>
                <a:lnTo>
                  <a:pt x="11" y="423"/>
                </a:lnTo>
                <a:lnTo>
                  <a:pt x="11" y="423"/>
                </a:lnTo>
                <a:lnTo>
                  <a:pt x="11" y="422"/>
                </a:lnTo>
                <a:lnTo>
                  <a:pt x="11" y="422"/>
                </a:lnTo>
                <a:lnTo>
                  <a:pt x="11" y="422"/>
                </a:lnTo>
                <a:lnTo>
                  <a:pt x="11" y="422"/>
                </a:lnTo>
                <a:lnTo>
                  <a:pt x="12" y="422"/>
                </a:lnTo>
                <a:lnTo>
                  <a:pt x="12" y="422"/>
                </a:lnTo>
                <a:lnTo>
                  <a:pt x="12" y="422"/>
                </a:lnTo>
                <a:lnTo>
                  <a:pt x="12" y="421"/>
                </a:lnTo>
                <a:lnTo>
                  <a:pt x="12" y="421"/>
                </a:lnTo>
                <a:lnTo>
                  <a:pt x="12" y="421"/>
                </a:lnTo>
                <a:lnTo>
                  <a:pt x="12" y="421"/>
                </a:lnTo>
                <a:lnTo>
                  <a:pt x="13" y="421"/>
                </a:lnTo>
                <a:lnTo>
                  <a:pt x="13" y="421"/>
                </a:lnTo>
                <a:lnTo>
                  <a:pt x="13" y="421"/>
                </a:lnTo>
                <a:lnTo>
                  <a:pt x="13" y="420"/>
                </a:lnTo>
                <a:lnTo>
                  <a:pt x="13" y="420"/>
                </a:lnTo>
                <a:lnTo>
                  <a:pt x="13" y="420"/>
                </a:lnTo>
                <a:lnTo>
                  <a:pt x="13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19"/>
                </a:lnTo>
                <a:lnTo>
                  <a:pt x="14" y="419"/>
                </a:lnTo>
                <a:lnTo>
                  <a:pt x="14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7" y="418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5"/>
                </a:lnTo>
                <a:lnTo>
                  <a:pt x="18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1" y="415"/>
                </a:lnTo>
                <a:lnTo>
                  <a:pt x="21" y="415"/>
                </a:lnTo>
                <a:lnTo>
                  <a:pt x="21" y="414"/>
                </a:lnTo>
                <a:lnTo>
                  <a:pt x="21" y="414"/>
                </a:lnTo>
                <a:lnTo>
                  <a:pt x="21" y="414"/>
                </a:lnTo>
                <a:lnTo>
                  <a:pt x="21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3" y="414"/>
                </a:lnTo>
                <a:lnTo>
                  <a:pt x="23" y="414"/>
                </a:lnTo>
                <a:lnTo>
                  <a:pt x="23" y="413"/>
                </a:lnTo>
                <a:lnTo>
                  <a:pt x="23" y="413"/>
                </a:lnTo>
                <a:lnTo>
                  <a:pt x="23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30" y="412"/>
                </a:lnTo>
                <a:lnTo>
                  <a:pt x="30" y="411"/>
                </a:lnTo>
                <a:lnTo>
                  <a:pt x="30" y="411"/>
                </a:lnTo>
                <a:lnTo>
                  <a:pt x="30" y="411"/>
                </a:lnTo>
                <a:lnTo>
                  <a:pt x="30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5" y="411"/>
                </a:lnTo>
                <a:lnTo>
                  <a:pt x="35" y="411"/>
                </a:lnTo>
                <a:lnTo>
                  <a:pt x="35" y="411"/>
                </a:lnTo>
                <a:lnTo>
                  <a:pt x="35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9" y="411"/>
                </a:lnTo>
                <a:lnTo>
                  <a:pt x="39" y="411"/>
                </a:lnTo>
                <a:close/>
                <a:moveTo>
                  <a:pt x="42" y="404"/>
                </a:moveTo>
                <a:lnTo>
                  <a:pt x="34" y="404"/>
                </a:lnTo>
                <a:lnTo>
                  <a:pt x="34" y="388"/>
                </a:lnTo>
                <a:lnTo>
                  <a:pt x="42" y="388"/>
                </a:lnTo>
                <a:lnTo>
                  <a:pt x="42" y="404"/>
                </a:lnTo>
                <a:lnTo>
                  <a:pt x="42" y="404"/>
                </a:lnTo>
                <a:close/>
                <a:moveTo>
                  <a:pt x="42" y="357"/>
                </a:moveTo>
                <a:lnTo>
                  <a:pt x="34" y="357"/>
                </a:lnTo>
                <a:lnTo>
                  <a:pt x="34" y="341"/>
                </a:lnTo>
                <a:lnTo>
                  <a:pt x="42" y="341"/>
                </a:lnTo>
                <a:lnTo>
                  <a:pt x="42" y="357"/>
                </a:lnTo>
                <a:lnTo>
                  <a:pt x="42" y="357"/>
                </a:lnTo>
                <a:close/>
                <a:moveTo>
                  <a:pt x="42" y="310"/>
                </a:moveTo>
                <a:lnTo>
                  <a:pt x="34" y="310"/>
                </a:lnTo>
                <a:lnTo>
                  <a:pt x="34" y="294"/>
                </a:lnTo>
                <a:lnTo>
                  <a:pt x="42" y="294"/>
                </a:lnTo>
                <a:lnTo>
                  <a:pt x="42" y="310"/>
                </a:lnTo>
                <a:lnTo>
                  <a:pt x="42" y="310"/>
                </a:lnTo>
                <a:close/>
                <a:moveTo>
                  <a:pt x="39" y="267"/>
                </a:moveTo>
                <a:lnTo>
                  <a:pt x="39" y="259"/>
                </a:lnTo>
                <a:lnTo>
                  <a:pt x="55" y="259"/>
                </a:lnTo>
                <a:lnTo>
                  <a:pt x="55" y="267"/>
                </a:lnTo>
                <a:lnTo>
                  <a:pt x="39" y="267"/>
                </a:lnTo>
                <a:lnTo>
                  <a:pt x="39" y="267"/>
                </a:lnTo>
                <a:close/>
                <a:moveTo>
                  <a:pt x="86" y="267"/>
                </a:moveTo>
                <a:lnTo>
                  <a:pt x="86" y="259"/>
                </a:lnTo>
                <a:lnTo>
                  <a:pt x="102" y="259"/>
                </a:lnTo>
                <a:lnTo>
                  <a:pt x="102" y="267"/>
                </a:lnTo>
                <a:lnTo>
                  <a:pt x="86" y="267"/>
                </a:lnTo>
                <a:lnTo>
                  <a:pt x="86" y="267"/>
                </a:lnTo>
                <a:close/>
                <a:moveTo>
                  <a:pt x="133" y="267"/>
                </a:moveTo>
                <a:lnTo>
                  <a:pt x="133" y="259"/>
                </a:lnTo>
                <a:lnTo>
                  <a:pt x="148" y="259"/>
                </a:lnTo>
                <a:lnTo>
                  <a:pt x="148" y="267"/>
                </a:lnTo>
                <a:lnTo>
                  <a:pt x="133" y="267"/>
                </a:lnTo>
                <a:lnTo>
                  <a:pt x="133" y="267"/>
                </a:lnTo>
                <a:close/>
                <a:moveTo>
                  <a:pt x="179" y="267"/>
                </a:moveTo>
                <a:lnTo>
                  <a:pt x="179" y="259"/>
                </a:lnTo>
                <a:lnTo>
                  <a:pt x="195" y="259"/>
                </a:lnTo>
                <a:lnTo>
                  <a:pt x="195" y="267"/>
                </a:lnTo>
                <a:lnTo>
                  <a:pt x="179" y="267"/>
                </a:lnTo>
                <a:lnTo>
                  <a:pt x="179" y="267"/>
                </a:lnTo>
                <a:close/>
                <a:moveTo>
                  <a:pt x="227" y="267"/>
                </a:moveTo>
                <a:lnTo>
                  <a:pt x="227" y="259"/>
                </a:lnTo>
                <a:lnTo>
                  <a:pt x="243" y="259"/>
                </a:lnTo>
                <a:lnTo>
                  <a:pt x="243" y="267"/>
                </a:lnTo>
                <a:lnTo>
                  <a:pt x="227" y="267"/>
                </a:lnTo>
                <a:lnTo>
                  <a:pt x="227" y="267"/>
                </a:lnTo>
                <a:close/>
                <a:moveTo>
                  <a:pt x="274" y="267"/>
                </a:moveTo>
                <a:lnTo>
                  <a:pt x="274" y="259"/>
                </a:lnTo>
                <a:lnTo>
                  <a:pt x="290" y="259"/>
                </a:lnTo>
                <a:lnTo>
                  <a:pt x="290" y="267"/>
                </a:lnTo>
                <a:lnTo>
                  <a:pt x="274" y="267"/>
                </a:lnTo>
                <a:lnTo>
                  <a:pt x="274" y="267"/>
                </a:lnTo>
                <a:close/>
                <a:moveTo>
                  <a:pt x="321" y="267"/>
                </a:moveTo>
                <a:lnTo>
                  <a:pt x="321" y="259"/>
                </a:lnTo>
                <a:lnTo>
                  <a:pt x="337" y="259"/>
                </a:lnTo>
                <a:lnTo>
                  <a:pt x="337" y="267"/>
                </a:lnTo>
                <a:lnTo>
                  <a:pt x="321" y="267"/>
                </a:lnTo>
                <a:lnTo>
                  <a:pt x="321" y="267"/>
                </a:lnTo>
                <a:close/>
                <a:moveTo>
                  <a:pt x="369" y="267"/>
                </a:moveTo>
                <a:lnTo>
                  <a:pt x="369" y="259"/>
                </a:lnTo>
                <a:lnTo>
                  <a:pt x="384" y="259"/>
                </a:lnTo>
                <a:lnTo>
                  <a:pt x="384" y="267"/>
                </a:lnTo>
                <a:lnTo>
                  <a:pt x="369" y="267"/>
                </a:lnTo>
                <a:lnTo>
                  <a:pt x="369" y="267"/>
                </a:lnTo>
                <a:close/>
                <a:moveTo>
                  <a:pt x="416" y="267"/>
                </a:moveTo>
                <a:lnTo>
                  <a:pt x="416" y="259"/>
                </a:lnTo>
                <a:lnTo>
                  <a:pt x="432" y="259"/>
                </a:lnTo>
                <a:lnTo>
                  <a:pt x="432" y="267"/>
                </a:lnTo>
                <a:lnTo>
                  <a:pt x="416" y="267"/>
                </a:lnTo>
                <a:lnTo>
                  <a:pt x="416" y="267"/>
                </a:lnTo>
                <a:close/>
                <a:moveTo>
                  <a:pt x="454" y="251"/>
                </a:moveTo>
                <a:lnTo>
                  <a:pt x="447" y="251"/>
                </a:lnTo>
                <a:lnTo>
                  <a:pt x="447" y="235"/>
                </a:lnTo>
                <a:lnTo>
                  <a:pt x="454" y="235"/>
                </a:lnTo>
                <a:lnTo>
                  <a:pt x="454" y="251"/>
                </a:lnTo>
                <a:lnTo>
                  <a:pt x="454" y="251"/>
                </a:lnTo>
                <a:close/>
                <a:moveTo>
                  <a:pt x="454" y="204"/>
                </a:moveTo>
                <a:lnTo>
                  <a:pt x="447" y="204"/>
                </a:lnTo>
                <a:lnTo>
                  <a:pt x="447" y="188"/>
                </a:lnTo>
                <a:lnTo>
                  <a:pt x="454" y="188"/>
                </a:lnTo>
                <a:lnTo>
                  <a:pt x="454" y="204"/>
                </a:lnTo>
                <a:lnTo>
                  <a:pt x="454" y="204"/>
                </a:lnTo>
                <a:close/>
                <a:moveTo>
                  <a:pt x="454" y="156"/>
                </a:moveTo>
                <a:lnTo>
                  <a:pt x="447" y="156"/>
                </a:lnTo>
                <a:lnTo>
                  <a:pt x="447" y="141"/>
                </a:lnTo>
                <a:lnTo>
                  <a:pt x="454" y="141"/>
                </a:lnTo>
                <a:lnTo>
                  <a:pt x="454" y="156"/>
                </a:lnTo>
                <a:lnTo>
                  <a:pt x="454" y="156"/>
                </a:lnTo>
                <a:close/>
                <a:moveTo>
                  <a:pt x="454" y="109"/>
                </a:moveTo>
                <a:lnTo>
                  <a:pt x="447" y="109"/>
                </a:lnTo>
                <a:lnTo>
                  <a:pt x="447" y="93"/>
                </a:lnTo>
                <a:lnTo>
                  <a:pt x="454" y="93"/>
                </a:lnTo>
                <a:lnTo>
                  <a:pt x="454" y="109"/>
                </a:lnTo>
                <a:lnTo>
                  <a:pt x="454" y="109"/>
                </a:lnTo>
                <a:close/>
                <a:moveTo>
                  <a:pt x="454" y="62"/>
                </a:moveTo>
                <a:lnTo>
                  <a:pt x="447" y="62"/>
                </a:lnTo>
                <a:lnTo>
                  <a:pt x="447" y="47"/>
                </a:lnTo>
                <a:lnTo>
                  <a:pt x="454" y="47"/>
                </a:lnTo>
                <a:lnTo>
                  <a:pt x="454" y="62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79">
            <a:extLst>
              <a:ext uri="{FF2B5EF4-FFF2-40B4-BE49-F238E27FC236}">
                <a16:creationId xmlns:a16="http://schemas.microsoft.com/office/drawing/2014/main" id="{C1C3BC4D-FEC2-CE03-27F1-73D30E09EA96}"/>
              </a:ext>
            </a:extLst>
          </p:cNvPr>
          <p:cNvSpPr>
            <a:spLocks noEditPoints="1"/>
          </p:cNvSpPr>
          <p:nvPr/>
        </p:nvSpPr>
        <p:spPr bwMode="auto">
          <a:xfrm>
            <a:off x="3400871" y="3141663"/>
            <a:ext cx="895350" cy="352425"/>
          </a:xfrm>
          <a:custGeom>
            <a:avLst/>
            <a:gdLst>
              <a:gd name="T0" fmla="*/ 521 w 564"/>
              <a:gd name="T1" fmla="*/ 156 h 222"/>
              <a:gd name="T2" fmla="*/ 515 w 564"/>
              <a:gd name="T3" fmla="*/ 157 h 222"/>
              <a:gd name="T4" fmla="*/ 511 w 564"/>
              <a:gd name="T5" fmla="*/ 160 h 222"/>
              <a:gd name="T6" fmla="*/ 506 w 564"/>
              <a:gd name="T7" fmla="*/ 163 h 222"/>
              <a:gd name="T8" fmla="*/ 502 w 564"/>
              <a:gd name="T9" fmla="*/ 168 h 222"/>
              <a:gd name="T10" fmla="*/ 499 w 564"/>
              <a:gd name="T11" fmla="*/ 174 h 222"/>
              <a:gd name="T12" fmla="*/ 497 w 564"/>
              <a:gd name="T13" fmla="*/ 179 h 222"/>
              <a:gd name="T14" fmla="*/ 496 w 564"/>
              <a:gd name="T15" fmla="*/ 185 h 222"/>
              <a:gd name="T16" fmla="*/ 497 w 564"/>
              <a:gd name="T17" fmla="*/ 192 h 222"/>
              <a:gd name="T18" fmla="*/ 499 w 564"/>
              <a:gd name="T19" fmla="*/ 197 h 222"/>
              <a:gd name="T20" fmla="*/ 502 w 564"/>
              <a:gd name="T21" fmla="*/ 202 h 222"/>
              <a:gd name="T22" fmla="*/ 506 w 564"/>
              <a:gd name="T23" fmla="*/ 206 h 222"/>
              <a:gd name="T24" fmla="*/ 511 w 564"/>
              <a:gd name="T25" fmla="*/ 210 h 222"/>
              <a:gd name="T26" fmla="*/ 516 w 564"/>
              <a:gd name="T27" fmla="*/ 213 h 222"/>
              <a:gd name="T28" fmla="*/ 522 w 564"/>
              <a:gd name="T29" fmla="*/ 214 h 222"/>
              <a:gd name="T30" fmla="*/ 528 w 564"/>
              <a:gd name="T31" fmla="*/ 214 h 222"/>
              <a:gd name="T32" fmla="*/ 534 w 564"/>
              <a:gd name="T33" fmla="*/ 213 h 222"/>
              <a:gd name="T34" fmla="*/ 540 w 564"/>
              <a:gd name="T35" fmla="*/ 212 h 222"/>
              <a:gd name="T36" fmla="*/ 544 w 564"/>
              <a:gd name="T37" fmla="*/ 209 h 222"/>
              <a:gd name="T38" fmla="*/ 549 w 564"/>
              <a:gd name="T39" fmla="*/ 204 h 222"/>
              <a:gd name="T40" fmla="*/ 552 w 564"/>
              <a:gd name="T41" fmla="*/ 200 h 222"/>
              <a:gd name="T42" fmla="*/ 555 w 564"/>
              <a:gd name="T43" fmla="*/ 194 h 222"/>
              <a:gd name="T44" fmla="*/ 556 w 564"/>
              <a:gd name="T45" fmla="*/ 188 h 222"/>
              <a:gd name="T46" fmla="*/ 556 w 564"/>
              <a:gd name="T47" fmla="*/ 182 h 222"/>
              <a:gd name="T48" fmla="*/ 555 w 564"/>
              <a:gd name="T49" fmla="*/ 176 h 222"/>
              <a:gd name="T50" fmla="*/ 552 w 564"/>
              <a:gd name="T51" fmla="*/ 170 h 222"/>
              <a:gd name="T52" fmla="*/ 549 w 564"/>
              <a:gd name="T53" fmla="*/ 166 h 222"/>
              <a:gd name="T54" fmla="*/ 544 w 564"/>
              <a:gd name="T55" fmla="*/ 161 h 222"/>
              <a:gd name="T56" fmla="*/ 539 w 564"/>
              <a:gd name="T57" fmla="*/ 158 h 222"/>
              <a:gd name="T58" fmla="*/ 534 w 564"/>
              <a:gd name="T59" fmla="*/ 157 h 222"/>
              <a:gd name="T60" fmla="*/ 528 w 564"/>
              <a:gd name="T61" fmla="*/ 156 h 222"/>
              <a:gd name="T62" fmla="*/ 489 w 564"/>
              <a:gd name="T63" fmla="*/ 176 h 222"/>
              <a:gd name="T64" fmla="*/ 493 w 564"/>
              <a:gd name="T65" fmla="*/ 169 h 222"/>
              <a:gd name="T66" fmla="*/ 496 w 564"/>
              <a:gd name="T67" fmla="*/ 162 h 222"/>
              <a:gd name="T68" fmla="*/ 502 w 564"/>
              <a:gd name="T69" fmla="*/ 157 h 222"/>
              <a:gd name="T70" fmla="*/ 507 w 564"/>
              <a:gd name="T71" fmla="*/ 152 h 222"/>
              <a:gd name="T72" fmla="*/ 514 w 564"/>
              <a:gd name="T73" fmla="*/ 149 h 222"/>
              <a:gd name="T74" fmla="*/ 522 w 564"/>
              <a:gd name="T75" fmla="*/ 148 h 222"/>
              <a:gd name="T76" fmla="*/ 530 w 564"/>
              <a:gd name="T77" fmla="*/ 148 h 222"/>
              <a:gd name="T78" fmla="*/ 538 w 564"/>
              <a:gd name="T79" fmla="*/ 149 h 222"/>
              <a:gd name="T80" fmla="*/ 544 w 564"/>
              <a:gd name="T81" fmla="*/ 152 h 222"/>
              <a:gd name="T82" fmla="*/ 550 w 564"/>
              <a:gd name="T83" fmla="*/ 156 h 222"/>
              <a:gd name="T84" fmla="*/ 556 w 564"/>
              <a:gd name="T85" fmla="*/ 161 h 222"/>
              <a:gd name="T86" fmla="*/ 559 w 564"/>
              <a:gd name="T87" fmla="*/ 168 h 222"/>
              <a:gd name="T88" fmla="*/ 562 w 564"/>
              <a:gd name="T89" fmla="*/ 175 h 222"/>
              <a:gd name="T90" fmla="*/ 564 w 564"/>
              <a:gd name="T91" fmla="*/ 183 h 222"/>
              <a:gd name="T92" fmla="*/ 564 w 564"/>
              <a:gd name="T93" fmla="*/ 191 h 222"/>
              <a:gd name="T94" fmla="*/ 561 w 564"/>
              <a:gd name="T95" fmla="*/ 197 h 222"/>
              <a:gd name="T96" fmla="*/ 558 w 564"/>
              <a:gd name="T97" fmla="*/ 204 h 222"/>
              <a:gd name="T98" fmla="*/ 553 w 564"/>
              <a:gd name="T99" fmla="*/ 211 h 222"/>
              <a:gd name="T100" fmla="*/ 548 w 564"/>
              <a:gd name="T101" fmla="*/ 215 h 222"/>
              <a:gd name="T102" fmla="*/ 542 w 564"/>
              <a:gd name="T103" fmla="*/ 219 h 222"/>
              <a:gd name="T104" fmla="*/ 534 w 564"/>
              <a:gd name="T105" fmla="*/ 222 h 222"/>
              <a:gd name="T106" fmla="*/ 526 w 564"/>
              <a:gd name="T107" fmla="*/ 222 h 222"/>
              <a:gd name="T108" fmla="*/ 519 w 564"/>
              <a:gd name="T109" fmla="*/ 222 h 222"/>
              <a:gd name="T110" fmla="*/ 512 w 564"/>
              <a:gd name="T111" fmla="*/ 220 h 222"/>
              <a:gd name="T112" fmla="*/ 505 w 564"/>
              <a:gd name="T113" fmla="*/ 216 h 222"/>
              <a:gd name="T114" fmla="*/ 499 w 564"/>
              <a:gd name="T115" fmla="*/ 211 h 222"/>
              <a:gd name="T116" fmla="*/ 495 w 564"/>
              <a:gd name="T117" fmla="*/ 205 h 222"/>
              <a:gd name="T118" fmla="*/ 491 w 564"/>
              <a:gd name="T119" fmla="*/ 198 h 222"/>
              <a:gd name="T120" fmla="*/ 489 w 564"/>
              <a:gd name="T121" fmla="*/ 192 h 222"/>
              <a:gd name="T122" fmla="*/ 353 w 564"/>
              <a:gd name="T123" fmla="*/ 182 h 222"/>
              <a:gd name="T124" fmla="*/ 70 w 564"/>
              <a:gd name="T125" fmla="*/ 188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4" h="222">
                <a:moveTo>
                  <a:pt x="7" y="16"/>
                </a:moveTo>
                <a:lnTo>
                  <a:pt x="0" y="16"/>
                </a:lnTo>
                <a:lnTo>
                  <a:pt x="0" y="0"/>
                </a:lnTo>
                <a:lnTo>
                  <a:pt x="7" y="0"/>
                </a:lnTo>
                <a:lnTo>
                  <a:pt x="7" y="16"/>
                </a:lnTo>
                <a:lnTo>
                  <a:pt x="7" y="16"/>
                </a:lnTo>
                <a:close/>
                <a:moveTo>
                  <a:pt x="526" y="156"/>
                </a:moveTo>
                <a:lnTo>
                  <a:pt x="526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19" y="156"/>
                </a:lnTo>
                <a:lnTo>
                  <a:pt x="519" y="156"/>
                </a:lnTo>
                <a:lnTo>
                  <a:pt x="519" y="157"/>
                </a:lnTo>
                <a:lnTo>
                  <a:pt x="519" y="157"/>
                </a:lnTo>
                <a:lnTo>
                  <a:pt x="519" y="157"/>
                </a:lnTo>
                <a:lnTo>
                  <a:pt x="519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5" y="157"/>
                </a:lnTo>
                <a:lnTo>
                  <a:pt x="515" y="157"/>
                </a:lnTo>
                <a:lnTo>
                  <a:pt x="515" y="157"/>
                </a:lnTo>
                <a:lnTo>
                  <a:pt x="515" y="158"/>
                </a:lnTo>
                <a:lnTo>
                  <a:pt x="515" y="158"/>
                </a:lnTo>
                <a:lnTo>
                  <a:pt x="515" y="158"/>
                </a:lnTo>
                <a:lnTo>
                  <a:pt x="515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9"/>
                </a:lnTo>
                <a:lnTo>
                  <a:pt x="513" y="159"/>
                </a:lnTo>
                <a:lnTo>
                  <a:pt x="513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1" y="159"/>
                </a:lnTo>
                <a:lnTo>
                  <a:pt x="511" y="159"/>
                </a:lnTo>
                <a:lnTo>
                  <a:pt x="511" y="159"/>
                </a:lnTo>
                <a:lnTo>
                  <a:pt x="511" y="160"/>
                </a:lnTo>
                <a:lnTo>
                  <a:pt x="511" y="160"/>
                </a:lnTo>
                <a:lnTo>
                  <a:pt x="511" y="160"/>
                </a:lnTo>
                <a:lnTo>
                  <a:pt x="511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7" y="161"/>
                </a:lnTo>
                <a:lnTo>
                  <a:pt x="507" y="161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4" y="165"/>
                </a:lnTo>
                <a:lnTo>
                  <a:pt x="504" y="165"/>
                </a:lnTo>
                <a:lnTo>
                  <a:pt x="504" y="165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3" y="166"/>
                </a:lnTo>
                <a:lnTo>
                  <a:pt x="503" y="166"/>
                </a:lnTo>
                <a:lnTo>
                  <a:pt x="503" y="166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2" y="167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9"/>
                </a:lnTo>
                <a:lnTo>
                  <a:pt x="502" y="169"/>
                </a:lnTo>
                <a:lnTo>
                  <a:pt x="502" y="169"/>
                </a:lnTo>
                <a:lnTo>
                  <a:pt x="502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4"/>
                </a:lnTo>
                <a:lnTo>
                  <a:pt x="499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3"/>
                </a:lnTo>
                <a:lnTo>
                  <a:pt x="497" y="183"/>
                </a:lnTo>
                <a:lnTo>
                  <a:pt x="497" y="183"/>
                </a:lnTo>
                <a:lnTo>
                  <a:pt x="496" y="183"/>
                </a:lnTo>
                <a:lnTo>
                  <a:pt x="496" y="183"/>
                </a:lnTo>
                <a:lnTo>
                  <a:pt x="496" y="183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7"/>
                </a:lnTo>
                <a:lnTo>
                  <a:pt x="496" y="187"/>
                </a:lnTo>
                <a:lnTo>
                  <a:pt x="496" y="187"/>
                </a:lnTo>
                <a:lnTo>
                  <a:pt x="497" y="187"/>
                </a:lnTo>
                <a:lnTo>
                  <a:pt x="497" y="187"/>
                </a:lnTo>
                <a:lnTo>
                  <a:pt x="497" y="187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9" y="196"/>
                </a:lnTo>
                <a:lnTo>
                  <a:pt x="499" y="196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500" y="198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1"/>
                </a:lnTo>
                <a:lnTo>
                  <a:pt x="500" y="201"/>
                </a:lnTo>
                <a:lnTo>
                  <a:pt x="500" y="201"/>
                </a:lnTo>
                <a:lnTo>
                  <a:pt x="500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4"/>
                </a:lnTo>
                <a:lnTo>
                  <a:pt x="503" y="204"/>
                </a:lnTo>
                <a:lnTo>
                  <a:pt x="503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5"/>
                </a:lnTo>
                <a:lnTo>
                  <a:pt x="504" y="205"/>
                </a:lnTo>
                <a:lnTo>
                  <a:pt x="504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6"/>
                </a:lnTo>
                <a:lnTo>
                  <a:pt x="505" y="206"/>
                </a:lnTo>
                <a:lnTo>
                  <a:pt x="505" y="206"/>
                </a:lnTo>
                <a:lnTo>
                  <a:pt x="505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7"/>
                </a:lnTo>
                <a:lnTo>
                  <a:pt x="506" y="207"/>
                </a:lnTo>
                <a:lnTo>
                  <a:pt x="506" y="207"/>
                </a:lnTo>
                <a:lnTo>
                  <a:pt x="506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9"/>
                </a:lnTo>
                <a:lnTo>
                  <a:pt x="507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9" y="209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1"/>
                </a:lnTo>
                <a:lnTo>
                  <a:pt x="511" y="211"/>
                </a:lnTo>
                <a:lnTo>
                  <a:pt x="511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3" y="211"/>
                </a:lnTo>
                <a:lnTo>
                  <a:pt x="513" y="211"/>
                </a:lnTo>
                <a:lnTo>
                  <a:pt x="513" y="211"/>
                </a:lnTo>
                <a:lnTo>
                  <a:pt x="513" y="212"/>
                </a:lnTo>
                <a:lnTo>
                  <a:pt x="513" y="212"/>
                </a:lnTo>
                <a:lnTo>
                  <a:pt x="513" y="212"/>
                </a:lnTo>
                <a:lnTo>
                  <a:pt x="513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3"/>
                </a:lnTo>
                <a:lnTo>
                  <a:pt x="515" y="213"/>
                </a:lnTo>
                <a:lnTo>
                  <a:pt x="515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4"/>
                </a:lnTo>
                <a:lnTo>
                  <a:pt x="519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40" y="212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09"/>
                </a:lnTo>
                <a:lnTo>
                  <a:pt x="543" y="209"/>
                </a:lnTo>
                <a:lnTo>
                  <a:pt x="543" y="209"/>
                </a:lnTo>
                <a:lnTo>
                  <a:pt x="543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7" y="207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8" y="206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2"/>
                </a:lnTo>
                <a:lnTo>
                  <a:pt x="550" y="202"/>
                </a:lnTo>
                <a:lnTo>
                  <a:pt x="550" y="202"/>
                </a:lnTo>
                <a:lnTo>
                  <a:pt x="550" y="202"/>
                </a:lnTo>
                <a:lnTo>
                  <a:pt x="551" y="202"/>
                </a:lnTo>
                <a:lnTo>
                  <a:pt x="551" y="202"/>
                </a:lnTo>
                <a:lnTo>
                  <a:pt x="551" y="202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2"/>
                </a:lnTo>
                <a:lnTo>
                  <a:pt x="555" y="192"/>
                </a:lnTo>
                <a:lnTo>
                  <a:pt x="555" y="192"/>
                </a:lnTo>
                <a:lnTo>
                  <a:pt x="555" y="192"/>
                </a:lnTo>
                <a:lnTo>
                  <a:pt x="556" y="192"/>
                </a:lnTo>
                <a:lnTo>
                  <a:pt x="556" y="192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8"/>
                </a:lnTo>
                <a:lnTo>
                  <a:pt x="556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3" y="175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8"/>
                </a:lnTo>
                <a:lnTo>
                  <a:pt x="551" y="168"/>
                </a:lnTo>
                <a:lnTo>
                  <a:pt x="551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49" y="167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4" y="162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0"/>
                </a:lnTo>
                <a:lnTo>
                  <a:pt x="543" y="160"/>
                </a:lnTo>
                <a:lnTo>
                  <a:pt x="543" y="160"/>
                </a:lnTo>
                <a:lnTo>
                  <a:pt x="543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close/>
                <a:moveTo>
                  <a:pt x="489" y="182"/>
                </a:move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8"/>
                </a:lnTo>
                <a:lnTo>
                  <a:pt x="489" y="178"/>
                </a:lnTo>
                <a:lnTo>
                  <a:pt x="489" y="178"/>
                </a:lnTo>
                <a:lnTo>
                  <a:pt x="489" y="178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69"/>
                </a:lnTo>
                <a:lnTo>
                  <a:pt x="491" y="169"/>
                </a:lnTo>
                <a:lnTo>
                  <a:pt x="491" y="169"/>
                </a:lnTo>
                <a:lnTo>
                  <a:pt x="493" y="169"/>
                </a:lnTo>
                <a:lnTo>
                  <a:pt x="493" y="169"/>
                </a:lnTo>
                <a:lnTo>
                  <a:pt x="493" y="169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7"/>
                </a:lnTo>
                <a:lnTo>
                  <a:pt x="493" y="167"/>
                </a:lnTo>
                <a:lnTo>
                  <a:pt x="493" y="167"/>
                </a:lnTo>
                <a:lnTo>
                  <a:pt x="494" y="167"/>
                </a:lnTo>
                <a:lnTo>
                  <a:pt x="494" y="167"/>
                </a:lnTo>
                <a:lnTo>
                  <a:pt x="494" y="167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6" y="163"/>
                </a:lnTo>
                <a:lnTo>
                  <a:pt x="496" y="163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0"/>
                </a:lnTo>
                <a:lnTo>
                  <a:pt x="497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59"/>
                </a:lnTo>
                <a:lnTo>
                  <a:pt x="498" y="159"/>
                </a:lnTo>
                <a:lnTo>
                  <a:pt x="498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8"/>
                </a:lnTo>
                <a:lnTo>
                  <a:pt x="499" y="158"/>
                </a:lnTo>
                <a:lnTo>
                  <a:pt x="499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7"/>
                </a:lnTo>
                <a:lnTo>
                  <a:pt x="500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6"/>
                </a:lnTo>
                <a:lnTo>
                  <a:pt x="502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5" y="154"/>
                </a:lnTo>
                <a:lnTo>
                  <a:pt x="505" y="154"/>
                </a:lnTo>
                <a:lnTo>
                  <a:pt x="505" y="153"/>
                </a:lnTo>
                <a:lnTo>
                  <a:pt x="505" y="153"/>
                </a:lnTo>
                <a:lnTo>
                  <a:pt x="505" y="153"/>
                </a:lnTo>
                <a:lnTo>
                  <a:pt x="505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1"/>
                </a:lnTo>
                <a:lnTo>
                  <a:pt x="508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0"/>
                </a:lnTo>
                <a:lnTo>
                  <a:pt x="511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4" y="150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7" y="149"/>
                </a:lnTo>
                <a:lnTo>
                  <a:pt x="517" y="149"/>
                </a:lnTo>
                <a:lnTo>
                  <a:pt x="517" y="149"/>
                </a:lnTo>
                <a:lnTo>
                  <a:pt x="517" y="148"/>
                </a:lnTo>
                <a:lnTo>
                  <a:pt x="517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20" y="148"/>
                </a:lnTo>
                <a:lnTo>
                  <a:pt x="520" y="148"/>
                </a:lnTo>
                <a:lnTo>
                  <a:pt x="520" y="148"/>
                </a:lnTo>
                <a:lnTo>
                  <a:pt x="520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4" y="148"/>
                </a:lnTo>
                <a:lnTo>
                  <a:pt x="524" y="148"/>
                </a:lnTo>
                <a:lnTo>
                  <a:pt x="524" y="148"/>
                </a:lnTo>
                <a:lnTo>
                  <a:pt x="524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8" y="148"/>
                </a:lnTo>
                <a:lnTo>
                  <a:pt x="528" y="148"/>
                </a:lnTo>
                <a:lnTo>
                  <a:pt x="528" y="148"/>
                </a:lnTo>
                <a:lnTo>
                  <a:pt x="528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3" y="148"/>
                </a:lnTo>
                <a:lnTo>
                  <a:pt x="533" y="148"/>
                </a:lnTo>
                <a:lnTo>
                  <a:pt x="533" y="148"/>
                </a:lnTo>
                <a:lnTo>
                  <a:pt x="533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9" y="149"/>
                </a:lnTo>
                <a:lnTo>
                  <a:pt x="539" y="149"/>
                </a:lnTo>
                <a:lnTo>
                  <a:pt x="539" y="150"/>
                </a:lnTo>
                <a:lnTo>
                  <a:pt x="539" y="150"/>
                </a:lnTo>
                <a:lnTo>
                  <a:pt x="539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3"/>
                </a:lnTo>
                <a:lnTo>
                  <a:pt x="546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8" y="153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6"/>
                </a:lnTo>
                <a:lnTo>
                  <a:pt x="549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2"/>
                </a:lnTo>
                <a:lnTo>
                  <a:pt x="556" y="162"/>
                </a:lnTo>
                <a:lnTo>
                  <a:pt x="556" y="162"/>
                </a:lnTo>
                <a:lnTo>
                  <a:pt x="557" y="162"/>
                </a:lnTo>
                <a:lnTo>
                  <a:pt x="557" y="162"/>
                </a:lnTo>
                <a:lnTo>
                  <a:pt x="557" y="162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8" y="163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6"/>
                </a:lnTo>
                <a:lnTo>
                  <a:pt x="558" y="166"/>
                </a:lnTo>
                <a:lnTo>
                  <a:pt x="558" y="166"/>
                </a:lnTo>
                <a:lnTo>
                  <a:pt x="559" y="166"/>
                </a:lnTo>
                <a:lnTo>
                  <a:pt x="559" y="166"/>
                </a:lnTo>
                <a:lnTo>
                  <a:pt x="559" y="166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70"/>
                </a:lnTo>
                <a:lnTo>
                  <a:pt x="560" y="170"/>
                </a:lnTo>
                <a:lnTo>
                  <a:pt x="561" y="170"/>
                </a:lnTo>
                <a:lnTo>
                  <a:pt x="561" y="170"/>
                </a:lnTo>
                <a:lnTo>
                  <a:pt x="561" y="170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2" y="173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7"/>
                </a:lnTo>
                <a:lnTo>
                  <a:pt x="562" y="177"/>
                </a:lnTo>
                <a:lnTo>
                  <a:pt x="562" y="177"/>
                </a:lnTo>
                <a:lnTo>
                  <a:pt x="564" y="177"/>
                </a:lnTo>
                <a:lnTo>
                  <a:pt x="564" y="177"/>
                </a:lnTo>
                <a:lnTo>
                  <a:pt x="564" y="178"/>
                </a:lnTo>
                <a:lnTo>
                  <a:pt x="564" y="178"/>
                </a:lnTo>
                <a:lnTo>
                  <a:pt x="564" y="178"/>
                </a:lnTo>
                <a:lnTo>
                  <a:pt x="564" y="178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3"/>
                </a:lnTo>
                <a:lnTo>
                  <a:pt x="564" y="183"/>
                </a:lnTo>
                <a:lnTo>
                  <a:pt x="564" y="183"/>
                </a:lnTo>
                <a:lnTo>
                  <a:pt x="564" y="183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6"/>
                </a:lnTo>
                <a:lnTo>
                  <a:pt x="564" y="186"/>
                </a:lnTo>
                <a:lnTo>
                  <a:pt x="564" y="186"/>
                </a:lnTo>
                <a:lnTo>
                  <a:pt x="564" y="186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2"/>
                </a:lnTo>
                <a:lnTo>
                  <a:pt x="564" y="192"/>
                </a:lnTo>
                <a:lnTo>
                  <a:pt x="564" y="192"/>
                </a:lnTo>
                <a:lnTo>
                  <a:pt x="564" y="192"/>
                </a:lnTo>
                <a:lnTo>
                  <a:pt x="564" y="193"/>
                </a:lnTo>
                <a:lnTo>
                  <a:pt x="564" y="193"/>
                </a:lnTo>
                <a:lnTo>
                  <a:pt x="562" y="193"/>
                </a:lnTo>
                <a:lnTo>
                  <a:pt x="562" y="193"/>
                </a:lnTo>
                <a:lnTo>
                  <a:pt x="562" y="193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200"/>
                </a:lnTo>
                <a:lnTo>
                  <a:pt x="561" y="200"/>
                </a:lnTo>
                <a:lnTo>
                  <a:pt x="561" y="200"/>
                </a:lnTo>
                <a:lnTo>
                  <a:pt x="560" y="200"/>
                </a:lnTo>
                <a:lnTo>
                  <a:pt x="560" y="200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2"/>
                </a:lnTo>
                <a:lnTo>
                  <a:pt x="560" y="202"/>
                </a:lnTo>
                <a:lnTo>
                  <a:pt x="560" y="202"/>
                </a:lnTo>
                <a:lnTo>
                  <a:pt x="560" y="202"/>
                </a:lnTo>
                <a:lnTo>
                  <a:pt x="559" y="202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4"/>
                </a:lnTo>
                <a:lnTo>
                  <a:pt x="559" y="204"/>
                </a:lnTo>
                <a:lnTo>
                  <a:pt x="559" y="204"/>
                </a:lnTo>
                <a:lnTo>
                  <a:pt x="558" y="204"/>
                </a:lnTo>
                <a:lnTo>
                  <a:pt x="558" y="204"/>
                </a:lnTo>
                <a:lnTo>
                  <a:pt x="558" y="204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7"/>
                </a:lnTo>
                <a:lnTo>
                  <a:pt x="557" y="207"/>
                </a:lnTo>
                <a:lnTo>
                  <a:pt x="557" y="207"/>
                </a:lnTo>
                <a:lnTo>
                  <a:pt x="556" y="207"/>
                </a:lnTo>
                <a:lnTo>
                  <a:pt x="556" y="207"/>
                </a:lnTo>
                <a:lnTo>
                  <a:pt x="556" y="207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5" y="209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0" y="213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49" y="214"/>
                </a:lnTo>
                <a:lnTo>
                  <a:pt x="549" y="214"/>
                </a:lnTo>
                <a:lnTo>
                  <a:pt x="549" y="215"/>
                </a:lnTo>
                <a:lnTo>
                  <a:pt x="549" y="215"/>
                </a:lnTo>
                <a:lnTo>
                  <a:pt x="549" y="215"/>
                </a:lnTo>
                <a:lnTo>
                  <a:pt x="549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6" y="216"/>
                </a:lnTo>
                <a:lnTo>
                  <a:pt x="546" y="216"/>
                </a:lnTo>
                <a:lnTo>
                  <a:pt x="546" y="218"/>
                </a:lnTo>
                <a:lnTo>
                  <a:pt x="546" y="218"/>
                </a:lnTo>
                <a:lnTo>
                  <a:pt x="546" y="218"/>
                </a:lnTo>
                <a:lnTo>
                  <a:pt x="546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39" y="220"/>
                </a:lnTo>
                <a:lnTo>
                  <a:pt x="539" y="220"/>
                </a:lnTo>
                <a:lnTo>
                  <a:pt x="539" y="220"/>
                </a:lnTo>
                <a:lnTo>
                  <a:pt x="539" y="221"/>
                </a:lnTo>
                <a:lnTo>
                  <a:pt x="539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3" y="222"/>
                </a:lnTo>
                <a:lnTo>
                  <a:pt x="533" y="222"/>
                </a:lnTo>
                <a:lnTo>
                  <a:pt x="533" y="222"/>
                </a:lnTo>
                <a:lnTo>
                  <a:pt x="533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8" y="222"/>
                </a:lnTo>
                <a:lnTo>
                  <a:pt x="528" y="222"/>
                </a:lnTo>
                <a:lnTo>
                  <a:pt x="528" y="222"/>
                </a:lnTo>
                <a:lnTo>
                  <a:pt x="528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4" y="222"/>
                </a:lnTo>
                <a:lnTo>
                  <a:pt x="524" y="222"/>
                </a:lnTo>
                <a:lnTo>
                  <a:pt x="524" y="222"/>
                </a:lnTo>
                <a:lnTo>
                  <a:pt x="524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0" y="222"/>
                </a:lnTo>
                <a:lnTo>
                  <a:pt x="520" y="222"/>
                </a:lnTo>
                <a:lnTo>
                  <a:pt x="520" y="222"/>
                </a:lnTo>
                <a:lnTo>
                  <a:pt x="520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7" y="222"/>
                </a:lnTo>
                <a:lnTo>
                  <a:pt x="517" y="222"/>
                </a:lnTo>
                <a:lnTo>
                  <a:pt x="517" y="221"/>
                </a:lnTo>
                <a:lnTo>
                  <a:pt x="517" y="221"/>
                </a:lnTo>
                <a:lnTo>
                  <a:pt x="517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1" y="220"/>
                </a:lnTo>
                <a:lnTo>
                  <a:pt x="511" y="220"/>
                </a:lnTo>
                <a:lnTo>
                  <a:pt x="511" y="219"/>
                </a:lnTo>
                <a:lnTo>
                  <a:pt x="511" y="219"/>
                </a:lnTo>
                <a:lnTo>
                  <a:pt x="511" y="219"/>
                </a:lnTo>
                <a:lnTo>
                  <a:pt x="511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8" y="219"/>
                </a:lnTo>
                <a:lnTo>
                  <a:pt x="508" y="219"/>
                </a:lnTo>
                <a:lnTo>
                  <a:pt x="508" y="218"/>
                </a:lnTo>
                <a:lnTo>
                  <a:pt x="508" y="218"/>
                </a:lnTo>
                <a:lnTo>
                  <a:pt x="508" y="218"/>
                </a:lnTo>
                <a:lnTo>
                  <a:pt x="508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6" y="218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5"/>
                </a:lnTo>
                <a:lnTo>
                  <a:pt x="505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2" y="214"/>
                </a:lnTo>
                <a:lnTo>
                  <a:pt x="502" y="214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0" y="213"/>
                </a:lnTo>
                <a:lnTo>
                  <a:pt x="500" y="213"/>
                </a:lnTo>
                <a:lnTo>
                  <a:pt x="500" y="212"/>
                </a:lnTo>
                <a:lnTo>
                  <a:pt x="500" y="212"/>
                </a:lnTo>
                <a:lnTo>
                  <a:pt x="500" y="212"/>
                </a:lnTo>
                <a:lnTo>
                  <a:pt x="500" y="212"/>
                </a:lnTo>
                <a:lnTo>
                  <a:pt x="499" y="212"/>
                </a:lnTo>
                <a:lnTo>
                  <a:pt x="499" y="212"/>
                </a:lnTo>
                <a:lnTo>
                  <a:pt x="499" y="212"/>
                </a:lnTo>
                <a:lnTo>
                  <a:pt x="499" y="211"/>
                </a:lnTo>
                <a:lnTo>
                  <a:pt x="499" y="211"/>
                </a:lnTo>
                <a:lnTo>
                  <a:pt x="499" y="211"/>
                </a:lnTo>
                <a:lnTo>
                  <a:pt x="499" y="211"/>
                </a:lnTo>
                <a:lnTo>
                  <a:pt x="498" y="211"/>
                </a:lnTo>
                <a:lnTo>
                  <a:pt x="498" y="211"/>
                </a:lnTo>
                <a:lnTo>
                  <a:pt x="498" y="211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7" y="210"/>
                </a:lnTo>
                <a:lnTo>
                  <a:pt x="497" y="210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6"/>
                </a:lnTo>
                <a:lnTo>
                  <a:pt x="496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5"/>
                </a:lnTo>
                <a:lnTo>
                  <a:pt x="495" y="205"/>
                </a:lnTo>
                <a:lnTo>
                  <a:pt x="495" y="205"/>
                </a:lnTo>
                <a:lnTo>
                  <a:pt x="495" y="205"/>
                </a:lnTo>
                <a:lnTo>
                  <a:pt x="494" y="205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3"/>
                </a:lnTo>
                <a:lnTo>
                  <a:pt x="494" y="203"/>
                </a:lnTo>
                <a:lnTo>
                  <a:pt x="494" y="203"/>
                </a:lnTo>
                <a:lnTo>
                  <a:pt x="493" y="203"/>
                </a:lnTo>
                <a:lnTo>
                  <a:pt x="493" y="203"/>
                </a:lnTo>
                <a:lnTo>
                  <a:pt x="493" y="203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1"/>
                </a:lnTo>
                <a:lnTo>
                  <a:pt x="493" y="201"/>
                </a:lnTo>
                <a:lnTo>
                  <a:pt x="493" y="201"/>
                </a:lnTo>
                <a:lnTo>
                  <a:pt x="491" y="201"/>
                </a:lnTo>
                <a:lnTo>
                  <a:pt x="491" y="201"/>
                </a:lnTo>
                <a:lnTo>
                  <a:pt x="491" y="201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2"/>
                </a:lnTo>
                <a:lnTo>
                  <a:pt x="489" y="192"/>
                </a:lnTo>
                <a:lnTo>
                  <a:pt x="489" y="192"/>
                </a:lnTo>
                <a:lnTo>
                  <a:pt x="489" y="192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8"/>
                </a:lnTo>
                <a:lnTo>
                  <a:pt x="478" y="188"/>
                </a:lnTo>
                <a:lnTo>
                  <a:pt x="478" y="182"/>
                </a:lnTo>
                <a:lnTo>
                  <a:pt x="489" y="182"/>
                </a:lnTo>
                <a:lnTo>
                  <a:pt x="489" y="182"/>
                </a:lnTo>
                <a:close/>
                <a:moveTo>
                  <a:pt x="446" y="182"/>
                </a:moveTo>
                <a:lnTo>
                  <a:pt x="446" y="188"/>
                </a:lnTo>
                <a:lnTo>
                  <a:pt x="431" y="188"/>
                </a:lnTo>
                <a:lnTo>
                  <a:pt x="431" y="182"/>
                </a:lnTo>
                <a:lnTo>
                  <a:pt x="446" y="182"/>
                </a:lnTo>
                <a:lnTo>
                  <a:pt x="446" y="182"/>
                </a:lnTo>
                <a:close/>
                <a:moveTo>
                  <a:pt x="399" y="182"/>
                </a:moveTo>
                <a:lnTo>
                  <a:pt x="399" y="188"/>
                </a:lnTo>
                <a:lnTo>
                  <a:pt x="385" y="188"/>
                </a:lnTo>
                <a:lnTo>
                  <a:pt x="385" y="182"/>
                </a:lnTo>
                <a:lnTo>
                  <a:pt x="399" y="182"/>
                </a:lnTo>
                <a:lnTo>
                  <a:pt x="399" y="182"/>
                </a:lnTo>
                <a:close/>
                <a:moveTo>
                  <a:pt x="353" y="182"/>
                </a:moveTo>
                <a:lnTo>
                  <a:pt x="353" y="188"/>
                </a:lnTo>
                <a:lnTo>
                  <a:pt x="337" y="188"/>
                </a:lnTo>
                <a:lnTo>
                  <a:pt x="337" y="182"/>
                </a:lnTo>
                <a:lnTo>
                  <a:pt x="353" y="182"/>
                </a:lnTo>
                <a:lnTo>
                  <a:pt x="353" y="182"/>
                </a:lnTo>
                <a:close/>
                <a:moveTo>
                  <a:pt x="306" y="182"/>
                </a:moveTo>
                <a:lnTo>
                  <a:pt x="306" y="188"/>
                </a:lnTo>
                <a:lnTo>
                  <a:pt x="290" y="188"/>
                </a:lnTo>
                <a:lnTo>
                  <a:pt x="290" y="182"/>
                </a:lnTo>
                <a:lnTo>
                  <a:pt x="306" y="182"/>
                </a:lnTo>
                <a:lnTo>
                  <a:pt x="306" y="182"/>
                </a:lnTo>
                <a:close/>
                <a:moveTo>
                  <a:pt x="258" y="182"/>
                </a:moveTo>
                <a:lnTo>
                  <a:pt x="258" y="188"/>
                </a:lnTo>
                <a:lnTo>
                  <a:pt x="243" y="188"/>
                </a:lnTo>
                <a:lnTo>
                  <a:pt x="243" y="182"/>
                </a:lnTo>
                <a:lnTo>
                  <a:pt x="258" y="182"/>
                </a:lnTo>
                <a:lnTo>
                  <a:pt x="258" y="182"/>
                </a:lnTo>
                <a:close/>
                <a:moveTo>
                  <a:pt x="211" y="182"/>
                </a:moveTo>
                <a:lnTo>
                  <a:pt x="211" y="188"/>
                </a:lnTo>
                <a:lnTo>
                  <a:pt x="195" y="188"/>
                </a:lnTo>
                <a:lnTo>
                  <a:pt x="195" y="182"/>
                </a:lnTo>
                <a:lnTo>
                  <a:pt x="211" y="182"/>
                </a:lnTo>
                <a:lnTo>
                  <a:pt x="211" y="182"/>
                </a:lnTo>
                <a:close/>
                <a:moveTo>
                  <a:pt x="164" y="182"/>
                </a:moveTo>
                <a:lnTo>
                  <a:pt x="164" y="188"/>
                </a:lnTo>
                <a:lnTo>
                  <a:pt x="148" y="188"/>
                </a:lnTo>
                <a:lnTo>
                  <a:pt x="148" y="182"/>
                </a:lnTo>
                <a:lnTo>
                  <a:pt x="164" y="182"/>
                </a:lnTo>
                <a:lnTo>
                  <a:pt x="164" y="182"/>
                </a:lnTo>
                <a:close/>
                <a:moveTo>
                  <a:pt x="117" y="182"/>
                </a:moveTo>
                <a:lnTo>
                  <a:pt x="117" y="188"/>
                </a:lnTo>
                <a:lnTo>
                  <a:pt x="101" y="188"/>
                </a:lnTo>
                <a:lnTo>
                  <a:pt x="101" y="182"/>
                </a:lnTo>
                <a:lnTo>
                  <a:pt x="117" y="182"/>
                </a:lnTo>
                <a:lnTo>
                  <a:pt x="117" y="182"/>
                </a:lnTo>
                <a:close/>
                <a:moveTo>
                  <a:pt x="70" y="182"/>
                </a:moveTo>
                <a:lnTo>
                  <a:pt x="70" y="188"/>
                </a:lnTo>
                <a:lnTo>
                  <a:pt x="55" y="188"/>
                </a:lnTo>
                <a:lnTo>
                  <a:pt x="55" y="182"/>
                </a:lnTo>
                <a:lnTo>
                  <a:pt x="70" y="182"/>
                </a:lnTo>
                <a:lnTo>
                  <a:pt x="70" y="182"/>
                </a:lnTo>
                <a:close/>
                <a:moveTo>
                  <a:pt x="23" y="182"/>
                </a:moveTo>
                <a:lnTo>
                  <a:pt x="23" y="188"/>
                </a:lnTo>
                <a:lnTo>
                  <a:pt x="7" y="188"/>
                </a:lnTo>
                <a:lnTo>
                  <a:pt x="7" y="182"/>
                </a:lnTo>
                <a:lnTo>
                  <a:pt x="23" y="182"/>
                </a:lnTo>
                <a:lnTo>
                  <a:pt x="23" y="182"/>
                </a:lnTo>
                <a:close/>
                <a:moveTo>
                  <a:pt x="7" y="158"/>
                </a:moveTo>
                <a:lnTo>
                  <a:pt x="0" y="158"/>
                </a:lnTo>
                <a:lnTo>
                  <a:pt x="0" y="142"/>
                </a:lnTo>
                <a:lnTo>
                  <a:pt x="7" y="142"/>
                </a:lnTo>
                <a:lnTo>
                  <a:pt x="7" y="158"/>
                </a:lnTo>
                <a:lnTo>
                  <a:pt x="7" y="158"/>
                </a:lnTo>
                <a:close/>
                <a:moveTo>
                  <a:pt x="7" y="111"/>
                </a:moveTo>
                <a:lnTo>
                  <a:pt x="0" y="111"/>
                </a:lnTo>
                <a:lnTo>
                  <a:pt x="0" y="95"/>
                </a:lnTo>
                <a:lnTo>
                  <a:pt x="7" y="95"/>
                </a:lnTo>
                <a:lnTo>
                  <a:pt x="7" y="111"/>
                </a:lnTo>
                <a:lnTo>
                  <a:pt x="7" y="111"/>
                </a:lnTo>
                <a:close/>
                <a:moveTo>
                  <a:pt x="7" y="63"/>
                </a:moveTo>
                <a:lnTo>
                  <a:pt x="0" y="63"/>
                </a:lnTo>
                <a:lnTo>
                  <a:pt x="0" y="47"/>
                </a:lnTo>
                <a:lnTo>
                  <a:pt x="7" y="47"/>
                </a:lnTo>
                <a:lnTo>
                  <a:pt x="7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80">
            <a:extLst>
              <a:ext uri="{FF2B5EF4-FFF2-40B4-BE49-F238E27FC236}">
                <a16:creationId xmlns:a16="http://schemas.microsoft.com/office/drawing/2014/main" id="{D51C4E6A-B61F-787D-E297-E4E4D42F7400}"/>
              </a:ext>
            </a:extLst>
          </p:cNvPr>
          <p:cNvSpPr>
            <a:spLocks noEditPoints="1"/>
          </p:cNvSpPr>
          <p:nvPr/>
        </p:nvSpPr>
        <p:spPr bwMode="auto">
          <a:xfrm>
            <a:off x="3480246" y="4173538"/>
            <a:ext cx="815975" cy="120650"/>
          </a:xfrm>
          <a:custGeom>
            <a:avLst/>
            <a:gdLst>
              <a:gd name="T0" fmla="*/ 471 w 514"/>
              <a:gd name="T1" fmla="*/ 9 h 76"/>
              <a:gd name="T2" fmla="*/ 465 w 514"/>
              <a:gd name="T3" fmla="*/ 10 h 76"/>
              <a:gd name="T4" fmla="*/ 461 w 514"/>
              <a:gd name="T5" fmla="*/ 12 h 76"/>
              <a:gd name="T6" fmla="*/ 456 w 514"/>
              <a:gd name="T7" fmla="*/ 17 h 76"/>
              <a:gd name="T8" fmla="*/ 452 w 514"/>
              <a:gd name="T9" fmla="*/ 21 h 76"/>
              <a:gd name="T10" fmla="*/ 449 w 514"/>
              <a:gd name="T11" fmla="*/ 26 h 76"/>
              <a:gd name="T12" fmla="*/ 447 w 514"/>
              <a:gd name="T13" fmla="*/ 32 h 76"/>
              <a:gd name="T14" fmla="*/ 446 w 514"/>
              <a:gd name="T15" fmla="*/ 38 h 76"/>
              <a:gd name="T16" fmla="*/ 447 w 514"/>
              <a:gd name="T17" fmla="*/ 44 h 76"/>
              <a:gd name="T18" fmla="*/ 449 w 514"/>
              <a:gd name="T19" fmla="*/ 50 h 76"/>
              <a:gd name="T20" fmla="*/ 452 w 514"/>
              <a:gd name="T21" fmla="*/ 55 h 76"/>
              <a:gd name="T22" fmla="*/ 456 w 514"/>
              <a:gd name="T23" fmla="*/ 60 h 76"/>
              <a:gd name="T24" fmla="*/ 461 w 514"/>
              <a:gd name="T25" fmla="*/ 63 h 76"/>
              <a:gd name="T26" fmla="*/ 466 w 514"/>
              <a:gd name="T27" fmla="*/ 65 h 76"/>
              <a:gd name="T28" fmla="*/ 472 w 514"/>
              <a:gd name="T29" fmla="*/ 68 h 76"/>
              <a:gd name="T30" fmla="*/ 478 w 514"/>
              <a:gd name="T31" fmla="*/ 68 h 76"/>
              <a:gd name="T32" fmla="*/ 484 w 514"/>
              <a:gd name="T33" fmla="*/ 66 h 76"/>
              <a:gd name="T34" fmla="*/ 490 w 514"/>
              <a:gd name="T35" fmla="*/ 64 h 76"/>
              <a:gd name="T36" fmla="*/ 494 w 514"/>
              <a:gd name="T37" fmla="*/ 61 h 76"/>
              <a:gd name="T38" fmla="*/ 499 w 514"/>
              <a:gd name="T39" fmla="*/ 57 h 76"/>
              <a:gd name="T40" fmla="*/ 502 w 514"/>
              <a:gd name="T41" fmla="*/ 52 h 76"/>
              <a:gd name="T42" fmla="*/ 505 w 514"/>
              <a:gd name="T43" fmla="*/ 47 h 76"/>
              <a:gd name="T44" fmla="*/ 506 w 514"/>
              <a:gd name="T45" fmla="*/ 41 h 76"/>
              <a:gd name="T46" fmla="*/ 506 w 514"/>
              <a:gd name="T47" fmla="*/ 35 h 76"/>
              <a:gd name="T48" fmla="*/ 505 w 514"/>
              <a:gd name="T49" fmla="*/ 28 h 76"/>
              <a:gd name="T50" fmla="*/ 502 w 514"/>
              <a:gd name="T51" fmla="*/ 24 h 76"/>
              <a:gd name="T52" fmla="*/ 499 w 514"/>
              <a:gd name="T53" fmla="*/ 18 h 76"/>
              <a:gd name="T54" fmla="*/ 494 w 514"/>
              <a:gd name="T55" fmla="*/ 15 h 76"/>
              <a:gd name="T56" fmla="*/ 489 w 514"/>
              <a:gd name="T57" fmla="*/ 11 h 76"/>
              <a:gd name="T58" fmla="*/ 484 w 514"/>
              <a:gd name="T59" fmla="*/ 9 h 76"/>
              <a:gd name="T60" fmla="*/ 478 w 514"/>
              <a:gd name="T61" fmla="*/ 8 h 76"/>
              <a:gd name="T62" fmla="*/ 439 w 514"/>
              <a:gd name="T63" fmla="*/ 28 h 76"/>
              <a:gd name="T64" fmla="*/ 443 w 514"/>
              <a:gd name="T65" fmla="*/ 21 h 76"/>
              <a:gd name="T66" fmla="*/ 446 w 514"/>
              <a:gd name="T67" fmla="*/ 15 h 76"/>
              <a:gd name="T68" fmla="*/ 452 w 514"/>
              <a:gd name="T69" fmla="*/ 10 h 76"/>
              <a:gd name="T70" fmla="*/ 457 w 514"/>
              <a:gd name="T71" fmla="*/ 6 h 76"/>
              <a:gd name="T72" fmla="*/ 464 w 514"/>
              <a:gd name="T73" fmla="*/ 2 h 76"/>
              <a:gd name="T74" fmla="*/ 472 w 514"/>
              <a:gd name="T75" fmla="*/ 0 h 76"/>
              <a:gd name="T76" fmla="*/ 480 w 514"/>
              <a:gd name="T77" fmla="*/ 0 h 76"/>
              <a:gd name="T78" fmla="*/ 488 w 514"/>
              <a:gd name="T79" fmla="*/ 2 h 76"/>
              <a:gd name="T80" fmla="*/ 494 w 514"/>
              <a:gd name="T81" fmla="*/ 5 h 76"/>
              <a:gd name="T82" fmla="*/ 500 w 514"/>
              <a:gd name="T83" fmla="*/ 9 h 76"/>
              <a:gd name="T84" fmla="*/ 506 w 514"/>
              <a:gd name="T85" fmla="*/ 15 h 76"/>
              <a:gd name="T86" fmla="*/ 509 w 514"/>
              <a:gd name="T87" fmla="*/ 20 h 76"/>
              <a:gd name="T88" fmla="*/ 512 w 514"/>
              <a:gd name="T89" fmla="*/ 27 h 76"/>
              <a:gd name="T90" fmla="*/ 514 w 514"/>
              <a:gd name="T91" fmla="*/ 35 h 76"/>
              <a:gd name="T92" fmla="*/ 514 w 514"/>
              <a:gd name="T93" fmla="*/ 43 h 76"/>
              <a:gd name="T94" fmla="*/ 511 w 514"/>
              <a:gd name="T95" fmla="*/ 51 h 76"/>
              <a:gd name="T96" fmla="*/ 508 w 514"/>
              <a:gd name="T97" fmla="*/ 57 h 76"/>
              <a:gd name="T98" fmla="*/ 503 w 514"/>
              <a:gd name="T99" fmla="*/ 63 h 76"/>
              <a:gd name="T100" fmla="*/ 498 w 514"/>
              <a:gd name="T101" fmla="*/ 69 h 76"/>
              <a:gd name="T102" fmla="*/ 492 w 514"/>
              <a:gd name="T103" fmla="*/ 72 h 76"/>
              <a:gd name="T104" fmla="*/ 484 w 514"/>
              <a:gd name="T105" fmla="*/ 74 h 76"/>
              <a:gd name="T106" fmla="*/ 476 w 514"/>
              <a:gd name="T107" fmla="*/ 76 h 76"/>
              <a:gd name="T108" fmla="*/ 469 w 514"/>
              <a:gd name="T109" fmla="*/ 74 h 76"/>
              <a:gd name="T110" fmla="*/ 462 w 514"/>
              <a:gd name="T111" fmla="*/ 72 h 76"/>
              <a:gd name="T112" fmla="*/ 455 w 514"/>
              <a:gd name="T113" fmla="*/ 69 h 76"/>
              <a:gd name="T114" fmla="*/ 449 w 514"/>
              <a:gd name="T115" fmla="*/ 64 h 76"/>
              <a:gd name="T116" fmla="*/ 445 w 514"/>
              <a:gd name="T117" fmla="*/ 59 h 76"/>
              <a:gd name="T118" fmla="*/ 441 w 514"/>
              <a:gd name="T119" fmla="*/ 52 h 76"/>
              <a:gd name="T120" fmla="*/ 439 w 514"/>
              <a:gd name="T121" fmla="*/ 44 h 76"/>
              <a:gd name="T122" fmla="*/ 299 w 514"/>
              <a:gd name="T123" fmla="*/ 34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14" h="76">
                <a:moveTo>
                  <a:pt x="16" y="34"/>
                </a:moveTo>
                <a:lnTo>
                  <a:pt x="16" y="42"/>
                </a:lnTo>
                <a:lnTo>
                  <a:pt x="0" y="42"/>
                </a:lnTo>
                <a:lnTo>
                  <a:pt x="0" y="34"/>
                </a:lnTo>
                <a:lnTo>
                  <a:pt x="16" y="34"/>
                </a:lnTo>
                <a:lnTo>
                  <a:pt x="16" y="34"/>
                </a:lnTo>
                <a:close/>
                <a:moveTo>
                  <a:pt x="476" y="8"/>
                </a:moveTo>
                <a:lnTo>
                  <a:pt x="476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4" y="10"/>
                </a:lnTo>
                <a:lnTo>
                  <a:pt x="464" y="10"/>
                </a:lnTo>
                <a:lnTo>
                  <a:pt x="464" y="10"/>
                </a:lnTo>
                <a:lnTo>
                  <a:pt x="464" y="11"/>
                </a:lnTo>
                <a:lnTo>
                  <a:pt x="464" y="11"/>
                </a:lnTo>
                <a:lnTo>
                  <a:pt x="464" y="11"/>
                </a:lnTo>
                <a:lnTo>
                  <a:pt x="464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2" y="11"/>
                </a:lnTo>
                <a:lnTo>
                  <a:pt x="462" y="11"/>
                </a:lnTo>
                <a:lnTo>
                  <a:pt x="462" y="11"/>
                </a:lnTo>
                <a:lnTo>
                  <a:pt x="462" y="12"/>
                </a:lnTo>
                <a:lnTo>
                  <a:pt x="462" y="12"/>
                </a:lnTo>
                <a:lnTo>
                  <a:pt x="462" y="12"/>
                </a:lnTo>
                <a:lnTo>
                  <a:pt x="462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59" y="12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5"/>
                </a:lnTo>
                <a:lnTo>
                  <a:pt x="458" y="15"/>
                </a:lnTo>
                <a:lnTo>
                  <a:pt x="458" y="15"/>
                </a:lnTo>
                <a:lnTo>
                  <a:pt x="458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6"/>
                </a:lnTo>
                <a:lnTo>
                  <a:pt x="457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9"/>
                </a:lnTo>
                <a:lnTo>
                  <a:pt x="454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20"/>
                </a:lnTo>
                <a:lnTo>
                  <a:pt x="453" y="20"/>
                </a:lnTo>
                <a:lnTo>
                  <a:pt x="453" y="20"/>
                </a:lnTo>
                <a:lnTo>
                  <a:pt x="453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49" y="24"/>
                </a:lnTo>
                <a:lnTo>
                  <a:pt x="449" y="24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8" y="26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9"/>
                </a:lnTo>
                <a:lnTo>
                  <a:pt x="448" y="29"/>
                </a:lnTo>
                <a:lnTo>
                  <a:pt x="448" y="29"/>
                </a:lnTo>
                <a:lnTo>
                  <a:pt x="448" y="29"/>
                </a:lnTo>
                <a:lnTo>
                  <a:pt x="447" y="29"/>
                </a:lnTo>
                <a:lnTo>
                  <a:pt x="447" y="29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6"/>
                </a:lnTo>
                <a:lnTo>
                  <a:pt x="447" y="46"/>
                </a:lnTo>
                <a:lnTo>
                  <a:pt x="447" y="46"/>
                </a:lnTo>
                <a:lnTo>
                  <a:pt x="448" y="46"/>
                </a:lnTo>
                <a:lnTo>
                  <a:pt x="448" y="46"/>
                </a:lnTo>
                <a:lnTo>
                  <a:pt x="448" y="46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2"/>
                </a:lnTo>
                <a:lnTo>
                  <a:pt x="449" y="52"/>
                </a:lnTo>
                <a:lnTo>
                  <a:pt x="449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3" y="55"/>
                </a:lnTo>
                <a:lnTo>
                  <a:pt x="453" y="55"/>
                </a:lnTo>
                <a:lnTo>
                  <a:pt x="453" y="55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4" y="56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5" y="57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7" y="60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8" y="61"/>
                </a:lnTo>
                <a:lnTo>
                  <a:pt x="458" y="61"/>
                </a:lnTo>
                <a:lnTo>
                  <a:pt x="458" y="61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3"/>
                </a:lnTo>
                <a:lnTo>
                  <a:pt x="459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2" y="63"/>
                </a:lnTo>
                <a:lnTo>
                  <a:pt x="462" y="63"/>
                </a:lnTo>
                <a:lnTo>
                  <a:pt x="462" y="63"/>
                </a:lnTo>
                <a:lnTo>
                  <a:pt x="462" y="64"/>
                </a:lnTo>
                <a:lnTo>
                  <a:pt x="462" y="64"/>
                </a:lnTo>
                <a:lnTo>
                  <a:pt x="462" y="64"/>
                </a:lnTo>
                <a:lnTo>
                  <a:pt x="462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4" y="64"/>
                </a:lnTo>
                <a:lnTo>
                  <a:pt x="464" y="64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1" y="66"/>
                </a:lnTo>
                <a:lnTo>
                  <a:pt x="471" y="66"/>
                </a:lnTo>
                <a:lnTo>
                  <a:pt x="471" y="66"/>
                </a:lnTo>
                <a:lnTo>
                  <a:pt x="471" y="68"/>
                </a:lnTo>
                <a:lnTo>
                  <a:pt x="471" y="68"/>
                </a:lnTo>
                <a:lnTo>
                  <a:pt x="471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9" y="65"/>
                </a:lnTo>
                <a:lnTo>
                  <a:pt x="489" y="65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1" y="64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4" y="62"/>
                </a:lnTo>
                <a:lnTo>
                  <a:pt x="494" y="62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0"/>
                </a:lnTo>
                <a:lnTo>
                  <a:pt x="496" y="60"/>
                </a:lnTo>
                <a:lnTo>
                  <a:pt x="496" y="60"/>
                </a:lnTo>
                <a:lnTo>
                  <a:pt x="496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59"/>
                </a:lnTo>
                <a:lnTo>
                  <a:pt x="497" y="59"/>
                </a:lnTo>
                <a:lnTo>
                  <a:pt x="497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7"/>
                </a:lnTo>
                <a:lnTo>
                  <a:pt x="498" y="57"/>
                </a:lnTo>
                <a:lnTo>
                  <a:pt x="498" y="57"/>
                </a:lnTo>
                <a:lnTo>
                  <a:pt x="498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500" y="56"/>
                </a:lnTo>
                <a:lnTo>
                  <a:pt x="500" y="56"/>
                </a:lnTo>
                <a:lnTo>
                  <a:pt x="500" y="56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3"/>
                </a:lnTo>
                <a:lnTo>
                  <a:pt x="501" y="53"/>
                </a:lnTo>
                <a:lnTo>
                  <a:pt x="501" y="53"/>
                </a:lnTo>
                <a:lnTo>
                  <a:pt x="501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1"/>
                </a:lnTo>
                <a:lnTo>
                  <a:pt x="502" y="51"/>
                </a:lnTo>
                <a:lnTo>
                  <a:pt x="502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5" y="48"/>
                </a:lnTo>
                <a:lnTo>
                  <a:pt x="505" y="48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5" y="32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7"/>
                </a:lnTo>
                <a:lnTo>
                  <a:pt x="505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5"/>
                </a:lnTo>
                <a:lnTo>
                  <a:pt x="503" y="25"/>
                </a:lnTo>
                <a:lnTo>
                  <a:pt x="503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3"/>
                </a:lnTo>
                <a:lnTo>
                  <a:pt x="502" y="23"/>
                </a:lnTo>
                <a:lnTo>
                  <a:pt x="502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0" y="21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19"/>
                </a:lnTo>
                <a:lnTo>
                  <a:pt x="500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8"/>
                </a:lnTo>
                <a:lnTo>
                  <a:pt x="499" y="18"/>
                </a:lnTo>
                <a:lnTo>
                  <a:pt x="499" y="18"/>
                </a:lnTo>
                <a:lnTo>
                  <a:pt x="499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5"/>
                </a:lnTo>
                <a:lnTo>
                  <a:pt x="496" y="15"/>
                </a:lnTo>
                <a:lnTo>
                  <a:pt x="496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2" y="14"/>
                </a:lnTo>
                <a:lnTo>
                  <a:pt x="492" y="14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5" y="10"/>
                </a:lnTo>
                <a:lnTo>
                  <a:pt x="485" y="10"/>
                </a:lnTo>
                <a:lnTo>
                  <a:pt x="485" y="10"/>
                </a:lnTo>
                <a:lnTo>
                  <a:pt x="485" y="9"/>
                </a:lnTo>
                <a:lnTo>
                  <a:pt x="485" y="9"/>
                </a:lnTo>
                <a:lnTo>
                  <a:pt x="485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1" y="9"/>
                </a:lnTo>
                <a:lnTo>
                  <a:pt x="481" y="9"/>
                </a:lnTo>
                <a:lnTo>
                  <a:pt x="481" y="9"/>
                </a:lnTo>
                <a:lnTo>
                  <a:pt x="481" y="9"/>
                </a:lnTo>
                <a:lnTo>
                  <a:pt x="481" y="8"/>
                </a:lnTo>
                <a:lnTo>
                  <a:pt x="481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close/>
                <a:moveTo>
                  <a:pt x="439" y="34"/>
                </a:moveTo>
                <a:lnTo>
                  <a:pt x="439" y="34"/>
                </a:lnTo>
                <a:lnTo>
                  <a:pt x="439" y="34"/>
                </a:lnTo>
                <a:lnTo>
                  <a:pt x="439" y="34"/>
                </a:lnTo>
                <a:lnTo>
                  <a:pt x="439" y="33"/>
                </a:lnTo>
                <a:lnTo>
                  <a:pt x="439" y="33"/>
                </a:lnTo>
                <a:lnTo>
                  <a:pt x="439" y="33"/>
                </a:lnTo>
                <a:lnTo>
                  <a:pt x="439" y="33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8"/>
                </a:lnTo>
                <a:lnTo>
                  <a:pt x="439" y="28"/>
                </a:lnTo>
                <a:lnTo>
                  <a:pt x="440" y="28"/>
                </a:lnTo>
                <a:lnTo>
                  <a:pt x="440" y="28"/>
                </a:lnTo>
                <a:lnTo>
                  <a:pt x="440" y="28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5"/>
                </a:lnTo>
                <a:lnTo>
                  <a:pt x="440" y="25"/>
                </a:lnTo>
                <a:lnTo>
                  <a:pt x="440" y="25"/>
                </a:lnTo>
                <a:lnTo>
                  <a:pt x="441" y="25"/>
                </a:lnTo>
                <a:lnTo>
                  <a:pt x="441" y="25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8"/>
                </a:lnTo>
                <a:lnTo>
                  <a:pt x="444" y="18"/>
                </a:lnTo>
                <a:lnTo>
                  <a:pt x="444" y="18"/>
                </a:lnTo>
                <a:lnTo>
                  <a:pt x="444" y="18"/>
                </a:lnTo>
                <a:lnTo>
                  <a:pt x="445" y="18"/>
                </a:lnTo>
                <a:lnTo>
                  <a:pt x="445" y="18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5"/>
                </a:lnTo>
                <a:lnTo>
                  <a:pt x="446" y="15"/>
                </a:lnTo>
                <a:lnTo>
                  <a:pt x="446" y="15"/>
                </a:lnTo>
                <a:lnTo>
                  <a:pt x="447" y="15"/>
                </a:lnTo>
                <a:lnTo>
                  <a:pt x="447" y="15"/>
                </a:lnTo>
                <a:lnTo>
                  <a:pt x="447" y="15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8" y="14"/>
                </a:lnTo>
                <a:lnTo>
                  <a:pt x="448" y="14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9" y="12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50" y="11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2" y="10"/>
                </a:lnTo>
                <a:lnTo>
                  <a:pt x="452" y="10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3" y="9"/>
                </a:lnTo>
                <a:lnTo>
                  <a:pt x="453" y="9"/>
                </a:lnTo>
                <a:lnTo>
                  <a:pt x="453" y="9"/>
                </a:lnTo>
                <a:lnTo>
                  <a:pt x="453" y="8"/>
                </a:lnTo>
                <a:lnTo>
                  <a:pt x="453" y="8"/>
                </a:lnTo>
                <a:lnTo>
                  <a:pt x="453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7"/>
                </a:lnTo>
                <a:lnTo>
                  <a:pt x="454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6" y="7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7" y="6"/>
                </a:lnTo>
                <a:lnTo>
                  <a:pt x="457" y="6"/>
                </a:lnTo>
                <a:lnTo>
                  <a:pt x="457" y="6"/>
                </a:lnTo>
                <a:lnTo>
                  <a:pt x="457" y="6"/>
                </a:lnTo>
                <a:lnTo>
                  <a:pt x="457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9" y="5"/>
                </a:lnTo>
                <a:lnTo>
                  <a:pt x="459" y="5"/>
                </a:lnTo>
                <a:lnTo>
                  <a:pt x="459" y="5"/>
                </a:lnTo>
                <a:lnTo>
                  <a:pt x="459" y="5"/>
                </a:lnTo>
                <a:lnTo>
                  <a:pt x="459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5" y="2"/>
                </a:lnTo>
                <a:lnTo>
                  <a:pt x="465" y="2"/>
                </a:lnTo>
                <a:lnTo>
                  <a:pt x="465" y="2"/>
                </a:lnTo>
                <a:lnTo>
                  <a:pt x="465" y="2"/>
                </a:lnTo>
                <a:lnTo>
                  <a:pt x="465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70" y="1"/>
                </a:lnTo>
                <a:lnTo>
                  <a:pt x="470" y="1"/>
                </a:lnTo>
                <a:lnTo>
                  <a:pt x="470" y="1"/>
                </a:lnTo>
                <a:lnTo>
                  <a:pt x="470" y="1"/>
                </a:lnTo>
                <a:lnTo>
                  <a:pt x="471" y="1"/>
                </a:lnTo>
                <a:lnTo>
                  <a:pt x="471" y="1"/>
                </a:lnTo>
                <a:lnTo>
                  <a:pt x="471" y="0"/>
                </a:lnTo>
                <a:lnTo>
                  <a:pt x="471" y="0"/>
                </a:lnTo>
                <a:lnTo>
                  <a:pt x="471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4" y="0"/>
                </a:lnTo>
                <a:lnTo>
                  <a:pt x="474" y="0"/>
                </a:lnTo>
                <a:lnTo>
                  <a:pt x="474" y="0"/>
                </a:lnTo>
                <a:lnTo>
                  <a:pt x="474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8" y="0"/>
                </a:lnTo>
                <a:lnTo>
                  <a:pt x="478" y="0"/>
                </a:lnTo>
                <a:lnTo>
                  <a:pt x="478" y="0"/>
                </a:lnTo>
                <a:lnTo>
                  <a:pt x="478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2" y="0"/>
                </a:lnTo>
                <a:lnTo>
                  <a:pt x="482" y="1"/>
                </a:lnTo>
                <a:lnTo>
                  <a:pt x="482" y="1"/>
                </a:lnTo>
                <a:lnTo>
                  <a:pt x="482" y="1"/>
                </a:lnTo>
                <a:lnTo>
                  <a:pt x="482" y="1"/>
                </a:lnTo>
                <a:lnTo>
                  <a:pt x="483" y="1"/>
                </a:lnTo>
                <a:lnTo>
                  <a:pt x="483" y="1"/>
                </a:lnTo>
                <a:lnTo>
                  <a:pt x="483" y="1"/>
                </a:lnTo>
                <a:lnTo>
                  <a:pt x="483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7" y="1"/>
                </a:lnTo>
                <a:lnTo>
                  <a:pt x="487" y="1"/>
                </a:lnTo>
                <a:lnTo>
                  <a:pt x="487" y="1"/>
                </a:lnTo>
                <a:lnTo>
                  <a:pt x="487" y="1"/>
                </a:lnTo>
                <a:lnTo>
                  <a:pt x="487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90" y="2"/>
                </a:lnTo>
                <a:lnTo>
                  <a:pt x="490" y="2"/>
                </a:lnTo>
                <a:lnTo>
                  <a:pt x="490" y="2"/>
                </a:lnTo>
                <a:lnTo>
                  <a:pt x="490" y="3"/>
                </a:lnTo>
                <a:lnTo>
                  <a:pt x="490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7" y="6"/>
                </a:lnTo>
                <a:lnTo>
                  <a:pt x="497" y="6"/>
                </a:lnTo>
                <a:lnTo>
                  <a:pt x="497" y="7"/>
                </a:lnTo>
                <a:lnTo>
                  <a:pt x="497" y="7"/>
                </a:lnTo>
                <a:lnTo>
                  <a:pt x="497" y="7"/>
                </a:lnTo>
                <a:lnTo>
                  <a:pt x="497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500" y="8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1" y="9"/>
                </a:lnTo>
                <a:lnTo>
                  <a:pt x="501" y="9"/>
                </a:lnTo>
                <a:lnTo>
                  <a:pt x="501" y="10"/>
                </a:lnTo>
                <a:lnTo>
                  <a:pt x="501" y="10"/>
                </a:lnTo>
                <a:lnTo>
                  <a:pt x="501" y="10"/>
                </a:lnTo>
                <a:lnTo>
                  <a:pt x="501" y="10"/>
                </a:lnTo>
                <a:lnTo>
                  <a:pt x="502" y="10"/>
                </a:lnTo>
                <a:lnTo>
                  <a:pt x="502" y="10"/>
                </a:lnTo>
                <a:lnTo>
                  <a:pt x="502" y="10"/>
                </a:lnTo>
                <a:lnTo>
                  <a:pt x="502" y="11"/>
                </a:lnTo>
                <a:lnTo>
                  <a:pt x="502" y="11"/>
                </a:lnTo>
                <a:lnTo>
                  <a:pt x="502" y="11"/>
                </a:lnTo>
                <a:lnTo>
                  <a:pt x="502" y="11"/>
                </a:lnTo>
                <a:lnTo>
                  <a:pt x="503" y="11"/>
                </a:lnTo>
                <a:lnTo>
                  <a:pt x="503" y="11"/>
                </a:lnTo>
                <a:lnTo>
                  <a:pt x="503" y="11"/>
                </a:lnTo>
                <a:lnTo>
                  <a:pt x="503" y="12"/>
                </a:lnTo>
                <a:lnTo>
                  <a:pt x="503" y="12"/>
                </a:lnTo>
                <a:lnTo>
                  <a:pt x="503" y="12"/>
                </a:lnTo>
                <a:lnTo>
                  <a:pt x="503" y="12"/>
                </a:lnTo>
                <a:lnTo>
                  <a:pt x="505" y="12"/>
                </a:lnTo>
                <a:lnTo>
                  <a:pt x="505" y="12"/>
                </a:lnTo>
                <a:lnTo>
                  <a:pt x="505" y="12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6" y="14"/>
                </a:lnTo>
                <a:lnTo>
                  <a:pt x="506" y="14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7"/>
                </a:lnTo>
                <a:lnTo>
                  <a:pt x="507" y="17"/>
                </a:lnTo>
                <a:lnTo>
                  <a:pt x="507" y="17"/>
                </a:lnTo>
                <a:lnTo>
                  <a:pt x="508" y="17"/>
                </a:lnTo>
                <a:lnTo>
                  <a:pt x="508" y="17"/>
                </a:lnTo>
                <a:lnTo>
                  <a:pt x="508" y="17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20"/>
                </a:lnTo>
                <a:lnTo>
                  <a:pt x="509" y="20"/>
                </a:lnTo>
                <a:lnTo>
                  <a:pt x="509" y="20"/>
                </a:lnTo>
                <a:lnTo>
                  <a:pt x="509" y="20"/>
                </a:lnTo>
                <a:lnTo>
                  <a:pt x="510" y="20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6"/>
                </a:lnTo>
                <a:lnTo>
                  <a:pt x="511" y="26"/>
                </a:lnTo>
                <a:lnTo>
                  <a:pt x="512" y="26"/>
                </a:lnTo>
                <a:lnTo>
                  <a:pt x="512" y="26"/>
                </a:lnTo>
                <a:lnTo>
                  <a:pt x="512" y="26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3"/>
                </a:lnTo>
                <a:lnTo>
                  <a:pt x="514" y="33"/>
                </a:lnTo>
                <a:lnTo>
                  <a:pt x="514" y="33"/>
                </a:lnTo>
                <a:lnTo>
                  <a:pt x="514" y="33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7"/>
                </a:lnTo>
                <a:lnTo>
                  <a:pt x="514" y="37"/>
                </a:lnTo>
                <a:lnTo>
                  <a:pt x="514" y="37"/>
                </a:lnTo>
                <a:lnTo>
                  <a:pt x="514" y="37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41"/>
                </a:lnTo>
                <a:lnTo>
                  <a:pt x="514" y="41"/>
                </a:lnTo>
                <a:lnTo>
                  <a:pt x="514" y="41"/>
                </a:lnTo>
                <a:lnTo>
                  <a:pt x="514" y="41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5"/>
                </a:lnTo>
                <a:lnTo>
                  <a:pt x="514" y="45"/>
                </a:lnTo>
                <a:lnTo>
                  <a:pt x="514" y="45"/>
                </a:lnTo>
                <a:lnTo>
                  <a:pt x="514" y="45"/>
                </a:lnTo>
                <a:lnTo>
                  <a:pt x="512" y="45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50"/>
                </a:lnTo>
                <a:lnTo>
                  <a:pt x="512" y="50"/>
                </a:lnTo>
                <a:lnTo>
                  <a:pt x="512" y="50"/>
                </a:lnTo>
                <a:lnTo>
                  <a:pt x="511" y="50"/>
                </a:lnTo>
                <a:lnTo>
                  <a:pt x="511" y="50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5"/>
                </a:lnTo>
                <a:lnTo>
                  <a:pt x="510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9"/>
                </a:lnTo>
                <a:lnTo>
                  <a:pt x="508" y="59"/>
                </a:lnTo>
                <a:lnTo>
                  <a:pt x="508" y="59"/>
                </a:lnTo>
                <a:lnTo>
                  <a:pt x="508" y="59"/>
                </a:lnTo>
                <a:lnTo>
                  <a:pt x="507" y="59"/>
                </a:lnTo>
                <a:lnTo>
                  <a:pt x="507" y="59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2"/>
                </a:lnTo>
                <a:lnTo>
                  <a:pt x="506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3"/>
                </a:lnTo>
                <a:lnTo>
                  <a:pt x="505" y="63"/>
                </a:lnTo>
                <a:lnTo>
                  <a:pt x="505" y="63"/>
                </a:lnTo>
                <a:lnTo>
                  <a:pt x="505" y="63"/>
                </a:lnTo>
                <a:lnTo>
                  <a:pt x="503" y="63"/>
                </a:lnTo>
                <a:lnTo>
                  <a:pt x="503" y="63"/>
                </a:lnTo>
                <a:lnTo>
                  <a:pt x="503" y="63"/>
                </a:lnTo>
                <a:lnTo>
                  <a:pt x="503" y="64"/>
                </a:lnTo>
                <a:lnTo>
                  <a:pt x="503" y="64"/>
                </a:lnTo>
                <a:lnTo>
                  <a:pt x="503" y="64"/>
                </a:lnTo>
                <a:lnTo>
                  <a:pt x="503" y="64"/>
                </a:lnTo>
                <a:lnTo>
                  <a:pt x="502" y="64"/>
                </a:lnTo>
                <a:lnTo>
                  <a:pt x="502" y="64"/>
                </a:lnTo>
                <a:lnTo>
                  <a:pt x="502" y="64"/>
                </a:lnTo>
                <a:lnTo>
                  <a:pt x="502" y="65"/>
                </a:lnTo>
                <a:lnTo>
                  <a:pt x="502" y="65"/>
                </a:lnTo>
                <a:lnTo>
                  <a:pt x="502" y="65"/>
                </a:lnTo>
                <a:lnTo>
                  <a:pt x="502" y="65"/>
                </a:lnTo>
                <a:lnTo>
                  <a:pt x="501" y="65"/>
                </a:lnTo>
                <a:lnTo>
                  <a:pt x="501" y="65"/>
                </a:lnTo>
                <a:lnTo>
                  <a:pt x="501" y="65"/>
                </a:lnTo>
                <a:lnTo>
                  <a:pt x="501" y="66"/>
                </a:lnTo>
                <a:lnTo>
                  <a:pt x="501" y="66"/>
                </a:lnTo>
                <a:lnTo>
                  <a:pt x="501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8"/>
                </a:lnTo>
                <a:lnTo>
                  <a:pt x="500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7" y="69"/>
                </a:lnTo>
                <a:lnTo>
                  <a:pt x="497" y="69"/>
                </a:lnTo>
                <a:lnTo>
                  <a:pt x="497" y="69"/>
                </a:lnTo>
                <a:lnTo>
                  <a:pt x="497" y="70"/>
                </a:lnTo>
                <a:lnTo>
                  <a:pt x="497" y="70"/>
                </a:lnTo>
                <a:lnTo>
                  <a:pt x="497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0" y="72"/>
                </a:lnTo>
                <a:lnTo>
                  <a:pt x="490" y="73"/>
                </a:lnTo>
                <a:lnTo>
                  <a:pt x="490" y="73"/>
                </a:lnTo>
                <a:lnTo>
                  <a:pt x="490" y="73"/>
                </a:lnTo>
                <a:lnTo>
                  <a:pt x="490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3" y="74"/>
                </a:lnTo>
                <a:lnTo>
                  <a:pt x="483" y="74"/>
                </a:lnTo>
                <a:lnTo>
                  <a:pt x="483" y="74"/>
                </a:lnTo>
                <a:lnTo>
                  <a:pt x="483" y="74"/>
                </a:lnTo>
                <a:lnTo>
                  <a:pt x="482" y="74"/>
                </a:lnTo>
                <a:lnTo>
                  <a:pt x="482" y="74"/>
                </a:lnTo>
                <a:lnTo>
                  <a:pt x="482" y="76"/>
                </a:lnTo>
                <a:lnTo>
                  <a:pt x="482" y="76"/>
                </a:lnTo>
                <a:lnTo>
                  <a:pt x="482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8" y="76"/>
                </a:lnTo>
                <a:lnTo>
                  <a:pt x="478" y="76"/>
                </a:lnTo>
                <a:lnTo>
                  <a:pt x="478" y="76"/>
                </a:lnTo>
                <a:lnTo>
                  <a:pt x="478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4" y="76"/>
                </a:lnTo>
                <a:lnTo>
                  <a:pt x="474" y="76"/>
                </a:lnTo>
                <a:lnTo>
                  <a:pt x="474" y="76"/>
                </a:lnTo>
                <a:lnTo>
                  <a:pt x="474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0" y="74"/>
                </a:lnTo>
                <a:lnTo>
                  <a:pt x="470" y="74"/>
                </a:lnTo>
                <a:lnTo>
                  <a:pt x="470" y="74"/>
                </a:lnTo>
                <a:lnTo>
                  <a:pt x="470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5" y="74"/>
                </a:lnTo>
                <a:lnTo>
                  <a:pt x="465" y="74"/>
                </a:lnTo>
                <a:lnTo>
                  <a:pt x="465" y="74"/>
                </a:lnTo>
                <a:lnTo>
                  <a:pt x="465" y="73"/>
                </a:lnTo>
                <a:lnTo>
                  <a:pt x="465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2" y="73"/>
                </a:lnTo>
                <a:lnTo>
                  <a:pt x="462" y="72"/>
                </a:lnTo>
                <a:lnTo>
                  <a:pt x="462" y="72"/>
                </a:lnTo>
                <a:lnTo>
                  <a:pt x="462" y="72"/>
                </a:lnTo>
                <a:lnTo>
                  <a:pt x="462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59" y="72"/>
                </a:lnTo>
                <a:lnTo>
                  <a:pt x="459" y="72"/>
                </a:lnTo>
                <a:lnTo>
                  <a:pt x="459" y="71"/>
                </a:lnTo>
                <a:lnTo>
                  <a:pt x="459" y="71"/>
                </a:lnTo>
                <a:lnTo>
                  <a:pt x="459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7" y="71"/>
                </a:lnTo>
                <a:lnTo>
                  <a:pt x="457" y="71"/>
                </a:lnTo>
                <a:lnTo>
                  <a:pt x="457" y="70"/>
                </a:lnTo>
                <a:lnTo>
                  <a:pt x="457" y="70"/>
                </a:lnTo>
                <a:lnTo>
                  <a:pt x="457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4" y="69"/>
                </a:lnTo>
                <a:lnTo>
                  <a:pt x="454" y="69"/>
                </a:lnTo>
                <a:lnTo>
                  <a:pt x="454" y="69"/>
                </a:lnTo>
                <a:lnTo>
                  <a:pt x="454" y="68"/>
                </a:lnTo>
                <a:lnTo>
                  <a:pt x="454" y="68"/>
                </a:lnTo>
                <a:lnTo>
                  <a:pt x="454" y="68"/>
                </a:lnTo>
                <a:lnTo>
                  <a:pt x="454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6"/>
                </a:lnTo>
                <a:lnTo>
                  <a:pt x="453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1"/>
                </a:lnTo>
                <a:lnTo>
                  <a:pt x="447" y="61"/>
                </a:lnTo>
                <a:lnTo>
                  <a:pt x="447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0"/>
                </a:lnTo>
                <a:lnTo>
                  <a:pt x="446" y="60"/>
                </a:lnTo>
                <a:lnTo>
                  <a:pt x="446" y="60"/>
                </a:lnTo>
                <a:lnTo>
                  <a:pt x="446" y="60"/>
                </a:lnTo>
                <a:lnTo>
                  <a:pt x="445" y="60"/>
                </a:lnTo>
                <a:lnTo>
                  <a:pt x="445" y="60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1"/>
                </a:lnTo>
                <a:lnTo>
                  <a:pt x="441" y="51"/>
                </a:lnTo>
                <a:lnTo>
                  <a:pt x="440" y="51"/>
                </a:lnTo>
                <a:lnTo>
                  <a:pt x="440" y="51"/>
                </a:lnTo>
                <a:lnTo>
                  <a:pt x="440" y="51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7"/>
                </a:lnTo>
                <a:lnTo>
                  <a:pt x="440" y="47"/>
                </a:lnTo>
                <a:lnTo>
                  <a:pt x="440" y="47"/>
                </a:lnTo>
                <a:lnTo>
                  <a:pt x="439" y="47"/>
                </a:lnTo>
                <a:lnTo>
                  <a:pt x="439" y="47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2"/>
                </a:lnTo>
                <a:lnTo>
                  <a:pt x="439" y="42"/>
                </a:lnTo>
                <a:lnTo>
                  <a:pt x="439" y="42"/>
                </a:lnTo>
                <a:lnTo>
                  <a:pt x="425" y="42"/>
                </a:lnTo>
                <a:lnTo>
                  <a:pt x="425" y="34"/>
                </a:lnTo>
                <a:lnTo>
                  <a:pt x="439" y="34"/>
                </a:lnTo>
                <a:lnTo>
                  <a:pt x="439" y="34"/>
                </a:lnTo>
                <a:close/>
                <a:moveTo>
                  <a:pt x="393" y="34"/>
                </a:moveTo>
                <a:lnTo>
                  <a:pt x="393" y="42"/>
                </a:lnTo>
                <a:lnTo>
                  <a:pt x="377" y="42"/>
                </a:lnTo>
                <a:lnTo>
                  <a:pt x="377" y="34"/>
                </a:lnTo>
                <a:lnTo>
                  <a:pt x="393" y="34"/>
                </a:lnTo>
                <a:lnTo>
                  <a:pt x="393" y="34"/>
                </a:lnTo>
                <a:close/>
                <a:moveTo>
                  <a:pt x="346" y="34"/>
                </a:moveTo>
                <a:lnTo>
                  <a:pt x="346" y="42"/>
                </a:lnTo>
                <a:lnTo>
                  <a:pt x="330" y="42"/>
                </a:lnTo>
                <a:lnTo>
                  <a:pt x="330" y="34"/>
                </a:lnTo>
                <a:lnTo>
                  <a:pt x="346" y="34"/>
                </a:lnTo>
                <a:lnTo>
                  <a:pt x="346" y="34"/>
                </a:lnTo>
                <a:close/>
                <a:moveTo>
                  <a:pt x="299" y="34"/>
                </a:moveTo>
                <a:lnTo>
                  <a:pt x="299" y="42"/>
                </a:lnTo>
                <a:lnTo>
                  <a:pt x="283" y="42"/>
                </a:lnTo>
                <a:lnTo>
                  <a:pt x="283" y="34"/>
                </a:lnTo>
                <a:lnTo>
                  <a:pt x="299" y="34"/>
                </a:lnTo>
                <a:lnTo>
                  <a:pt x="299" y="34"/>
                </a:lnTo>
                <a:close/>
                <a:moveTo>
                  <a:pt x="251" y="34"/>
                </a:moveTo>
                <a:lnTo>
                  <a:pt x="251" y="42"/>
                </a:lnTo>
                <a:lnTo>
                  <a:pt x="235" y="42"/>
                </a:lnTo>
                <a:lnTo>
                  <a:pt x="235" y="34"/>
                </a:lnTo>
                <a:lnTo>
                  <a:pt x="251" y="34"/>
                </a:lnTo>
                <a:lnTo>
                  <a:pt x="251" y="34"/>
                </a:lnTo>
                <a:close/>
                <a:moveTo>
                  <a:pt x="204" y="34"/>
                </a:moveTo>
                <a:lnTo>
                  <a:pt x="204" y="42"/>
                </a:lnTo>
                <a:lnTo>
                  <a:pt x="189" y="42"/>
                </a:lnTo>
                <a:lnTo>
                  <a:pt x="189" y="34"/>
                </a:lnTo>
                <a:lnTo>
                  <a:pt x="204" y="34"/>
                </a:lnTo>
                <a:lnTo>
                  <a:pt x="204" y="34"/>
                </a:lnTo>
                <a:close/>
                <a:moveTo>
                  <a:pt x="158" y="34"/>
                </a:moveTo>
                <a:lnTo>
                  <a:pt x="158" y="42"/>
                </a:lnTo>
                <a:lnTo>
                  <a:pt x="142" y="42"/>
                </a:lnTo>
                <a:lnTo>
                  <a:pt x="142" y="34"/>
                </a:lnTo>
                <a:lnTo>
                  <a:pt x="158" y="34"/>
                </a:lnTo>
                <a:lnTo>
                  <a:pt x="158" y="34"/>
                </a:lnTo>
                <a:close/>
                <a:moveTo>
                  <a:pt x="110" y="34"/>
                </a:moveTo>
                <a:lnTo>
                  <a:pt x="110" y="42"/>
                </a:lnTo>
                <a:lnTo>
                  <a:pt x="95" y="42"/>
                </a:lnTo>
                <a:lnTo>
                  <a:pt x="95" y="34"/>
                </a:lnTo>
                <a:lnTo>
                  <a:pt x="110" y="34"/>
                </a:lnTo>
                <a:lnTo>
                  <a:pt x="110" y="34"/>
                </a:lnTo>
                <a:close/>
                <a:moveTo>
                  <a:pt x="63" y="34"/>
                </a:moveTo>
                <a:lnTo>
                  <a:pt x="63" y="42"/>
                </a:lnTo>
                <a:lnTo>
                  <a:pt x="47" y="42"/>
                </a:lnTo>
                <a:lnTo>
                  <a:pt x="47" y="34"/>
                </a:lnTo>
                <a:lnTo>
                  <a:pt x="63" y="34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81">
            <a:extLst>
              <a:ext uri="{FF2B5EF4-FFF2-40B4-BE49-F238E27FC236}">
                <a16:creationId xmlns:a16="http://schemas.microsoft.com/office/drawing/2014/main" id="{CC435DD7-1B8B-D927-56D6-543BDA3A57ED}"/>
              </a:ext>
            </a:extLst>
          </p:cNvPr>
          <p:cNvSpPr>
            <a:spLocks noEditPoints="1"/>
          </p:cNvSpPr>
          <p:nvPr/>
        </p:nvSpPr>
        <p:spPr bwMode="auto">
          <a:xfrm>
            <a:off x="3886646" y="5302250"/>
            <a:ext cx="1063625" cy="496887"/>
          </a:xfrm>
          <a:custGeom>
            <a:avLst/>
            <a:gdLst>
              <a:gd name="T0" fmla="*/ 603 w 670"/>
              <a:gd name="T1" fmla="*/ 43 h 313"/>
              <a:gd name="T2" fmla="*/ 604 w 670"/>
              <a:gd name="T3" fmla="*/ 48 h 313"/>
              <a:gd name="T4" fmla="*/ 608 w 670"/>
              <a:gd name="T5" fmla="*/ 54 h 313"/>
              <a:gd name="T6" fmla="*/ 611 w 670"/>
              <a:gd name="T7" fmla="*/ 58 h 313"/>
              <a:gd name="T8" fmla="*/ 616 w 670"/>
              <a:gd name="T9" fmla="*/ 63 h 313"/>
              <a:gd name="T10" fmla="*/ 621 w 670"/>
              <a:gd name="T11" fmla="*/ 65 h 313"/>
              <a:gd name="T12" fmla="*/ 627 w 670"/>
              <a:gd name="T13" fmla="*/ 66 h 313"/>
              <a:gd name="T14" fmla="*/ 634 w 670"/>
              <a:gd name="T15" fmla="*/ 67 h 313"/>
              <a:gd name="T16" fmla="*/ 640 w 670"/>
              <a:gd name="T17" fmla="*/ 66 h 313"/>
              <a:gd name="T18" fmla="*/ 646 w 670"/>
              <a:gd name="T19" fmla="*/ 64 h 313"/>
              <a:gd name="T20" fmla="*/ 650 w 670"/>
              <a:gd name="T21" fmla="*/ 61 h 313"/>
              <a:gd name="T22" fmla="*/ 655 w 670"/>
              <a:gd name="T23" fmla="*/ 56 h 313"/>
              <a:gd name="T24" fmla="*/ 658 w 670"/>
              <a:gd name="T25" fmla="*/ 52 h 313"/>
              <a:gd name="T26" fmla="*/ 661 w 670"/>
              <a:gd name="T27" fmla="*/ 45 h 313"/>
              <a:gd name="T28" fmla="*/ 662 w 670"/>
              <a:gd name="T29" fmla="*/ 39 h 313"/>
              <a:gd name="T30" fmla="*/ 662 w 670"/>
              <a:gd name="T31" fmla="*/ 32 h 313"/>
              <a:gd name="T32" fmla="*/ 659 w 670"/>
              <a:gd name="T33" fmla="*/ 27 h 313"/>
              <a:gd name="T34" fmla="*/ 657 w 670"/>
              <a:gd name="T35" fmla="*/ 21 h 313"/>
              <a:gd name="T36" fmla="*/ 653 w 670"/>
              <a:gd name="T37" fmla="*/ 17 h 313"/>
              <a:gd name="T38" fmla="*/ 648 w 670"/>
              <a:gd name="T39" fmla="*/ 12 h 313"/>
              <a:gd name="T40" fmla="*/ 643 w 670"/>
              <a:gd name="T41" fmla="*/ 10 h 313"/>
              <a:gd name="T42" fmla="*/ 637 w 670"/>
              <a:gd name="T43" fmla="*/ 8 h 313"/>
              <a:gd name="T44" fmla="*/ 630 w 670"/>
              <a:gd name="T45" fmla="*/ 8 h 313"/>
              <a:gd name="T46" fmla="*/ 625 w 670"/>
              <a:gd name="T47" fmla="*/ 9 h 313"/>
              <a:gd name="T48" fmla="*/ 619 w 670"/>
              <a:gd name="T49" fmla="*/ 11 h 313"/>
              <a:gd name="T50" fmla="*/ 613 w 670"/>
              <a:gd name="T51" fmla="*/ 14 h 313"/>
              <a:gd name="T52" fmla="*/ 609 w 670"/>
              <a:gd name="T53" fmla="*/ 19 h 313"/>
              <a:gd name="T54" fmla="*/ 605 w 670"/>
              <a:gd name="T55" fmla="*/ 23 h 313"/>
              <a:gd name="T56" fmla="*/ 603 w 670"/>
              <a:gd name="T57" fmla="*/ 29 h 313"/>
              <a:gd name="T58" fmla="*/ 602 w 670"/>
              <a:gd name="T59" fmla="*/ 36 h 313"/>
              <a:gd name="T60" fmla="*/ 627 w 670"/>
              <a:gd name="T61" fmla="*/ 75 h 313"/>
              <a:gd name="T62" fmla="*/ 619 w 670"/>
              <a:gd name="T63" fmla="*/ 73 h 313"/>
              <a:gd name="T64" fmla="*/ 612 w 670"/>
              <a:gd name="T65" fmla="*/ 70 h 313"/>
              <a:gd name="T66" fmla="*/ 607 w 670"/>
              <a:gd name="T67" fmla="*/ 65 h 313"/>
              <a:gd name="T68" fmla="*/ 601 w 670"/>
              <a:gd name="T69" fmla="*/ 59 h 313"/>
              <a:gd name="T70" fmla="*/ 598 w 670"/>
              <a:gd name="T71" fmla="*/ 53 h 313"/>
              <a:gd name="T72" fmla="*/ 595 w 670"/>
              <a:gd name="T73" fmla="*/ 45 h 313"/>
              <a:gd name="T74" fmla="*/ 594 w 670"/>
              <a:gd name="T75" fmla="*/ 37 h 313"/>
              <a:gd name="T76" fmla="*/ 595 w 670"/>
              <a:gd name="T77" fmla="*/ 29 h 313"/>
              <a:gd name="T78" fmla="*/ 598 w 670"/>
              <a:gd name="T79" fmla="*/ 21 h 313"/>
              <a:gd name="T80" fmla="*/ 602 w 670"/>
              <a:gd name="T81" fmla="*/ 14 h 313"/>
              <a:gd name="T82" fmla="*/ 608 w 670"/>
              <a:gd name="T83" fmla="*/ 9 h 313"/>
              <a:gd name="T84" fmla="*/ 613 w 670"/>
              <a:gd name="T85" fmla="*/ 4 h 313"/>
              <a:gd name="T86" fmla="*/ 620 w 670"/>
              <a:gd name="T87" fmla="*/ 2 h 313"/>
              <a:gd name="T88" fmla="*/ 628 w 670"/>
              <a:gd name="T89" fmla="*/ 0 h 313"/>
              <a:gd name="T90" fmla="*/ 637 w 670"/>
              <a:gd name="T91" fmla="*/ 0 h 313"/>
              <a:gd name="T92" fmla="*/ 644 w 670"/>
              <a:gd name="T93" fmla="*/ 2 h 313"/>
              <a:gd name="T94" fmla="*/ 652 w 670"/>
              <a:gd name="T95" fmla="*/ 5 h 313"/>
              <a:gd name="T96" fmla="*/ 657 w 670"/>
              <a:gd name="T97" fmla="*/ 10 h 313"/>
              <a:gd name="T98" fmla="*/ 663 w 670"/>
              <a:gd name="T99" fmla="*/ 15 h 313"/>
              <a:gd name="T100" fmla="*/ 666 w 670"/>
              <a:gd name="T101" fmla="*/ 22 h 313"/>
              <a:gd name="T102" fmla="*/ 668 w 670"/>
              <a:gd name="T103" fmla="*/ 30 h 313"/>
              <a:gd name="T104" fmla="*/ 670 w 670"/>
              <a:gd name="T105" fmla="*/ 38 h 313"/>
              <a:gd name="T106" fmla="*/ 668 w 670"/>
              <a:gd name="T107" fmla="*/ 46 h 313"/>
              <a:gd name="T108" fmla="*/ 666 w 670"/>
              <a:gd name="T109" fmla="*/ 53 h 313"/>
              <a:gd name="T110" fmla="*/ 662 w 670"/>
              <a:gd name="T111" fmla="*/ 59 h 313"/>
              <a:gd name="T112" fmla="*/ 657 w 670"/>
              <a:gd name="T113" fmla="*/ 65 h 313"/>
              <a:gd name="T114" fmla="*/ 650 w 670"/>
              <a:gd name="T115" fmla="*/ 70 h 313"/>
              <a:gd name="T116" fmla="*/ 644 w 670"/>
              <a:gd name="T117" fmla="*/ 73 h 313"/>
              <a:gd name="T118" fmla="*/ 636 w 670"/>
              <a:gd name="T119" fmla="*/ 75 h 313"/>
              <a:gd name="T120" fmla="*/ 628 w 670"/>
              <a:gd name="T121" fmla="*/ 188 h 313"/>
              <a:gd name="T122" fmla="*/ 486 w 670"/>
              <a:gd name="T123" fmla="*/ 313 h 313"/>
              <a:gd name="T124" fmla="*/ 251 w 670"/>
              <a:gd name="T125" fmla="*/ 305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70" h="313">
                <a:moveTo>
                  <a:pt x="15" y="305"/>
                </a:moveTo>
                <a:lnTo>
                  <a:pt x="15" y="313"/>
                </a:lnTo>
                <a:lnTo>
                  <a:pt x="0" y="313"/>
                </a:lnTo>
                <a:lnTo>
                  <a:pt x="0" y="305"/>
                </a:lnTo>
                <a:lnTo>
                  <a:pt x="15" y="305"/>
                </a:lnTo>
                <a:lnTo>
                  <a:pt x="15" y="305"/>
                </a:lnTo>
                <a:close/>
                <a:moveTo>
                  <a:pt x="602" y="37"/>
                </a:move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5" y="49"/>
                </a:lnTo>
                <a:lnTo>
                  <a:pt x="605" y="49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7" y="52"/>
                </a:lnTo>
                <a:lnTo>
                  <a:pt x="607" y="52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4"/>
                </a:lnTo>
                <a:lnTo>
                  <a:pt x="607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9" y="55"/>
                </a:lnTo>
                <a:lnTo>
                  <a:pt x="609" y="55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4" y="61"/>
                </a:lnTo>
                <a:lnTo>
                  <a:pt x="614" y="61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3"/>
                </a:lnTo>
                <a:lnTo>
                  <a:pt x="616" y="63"/>
                </a:lnTo>
                <a:lnTo>
                  <a:pt x="616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8" y="63"/>
                </a:lnTo>
                <a:lnTo>
                  <a:pt x="618" y="63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20" y="64"/>
                </a:lnTo>
                <a:lnTo>
                  <a:pt x="620" y="64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8" y="66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1" y="66"/>
                </a:lnTo>
                <a:lnTo>
                  <a:pt x="641" y="66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8" y="63"/>
                </a:lnTo>
                <a:lnTo>
                  <a:pt x="648" y="63"/>
                </a:lnTo>
                <a:lnTo>
                  <a:pt x="648" y="63"/>
                </a:lnTo>
                <a:lnTo>
                  <a:pt x="648" y="62"/>
                </a:lnTo>
                <a:lnTo>
                  <a:pt x="648" y="62"/>
                </a:lnTo>
                <a:lnTo>
                  <a:pt x="648" y="62"/>
                </a:lnTo>
                <a:lnTo>
                  <a:pt x="648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2" y="61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3" y="59"/>
                </a:lnTo>
                <a:lnTo>
                  <a:pt x="653" y="59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4" y="58"/>
                </a:lnTo>
                <a:lnTo>
                  <a:pt x="654" y="58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5" y="57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4"/>
                </a:lnTo>
                <a:lnTo>
                  <a:pt x="656" y="54"/>
                </a:lnTo>
                <a:lnTo>
                  <a:pt x="656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7"/>
                </a:lnTo>
                <a:lnTo>
                  <a:pt x="659" y="47"/>
                </a:lnTo>
                <a:lnTo>
                  <a:pt x="659" y="47"/>
                </a:lnTo>
                <a:lnTo>
                  <a:pt x="659" y="47"/>
                </a:lnTo>
                <a:lnTo>
                  <a:pt x="661" y="47"/>
                </a:lnTo>
                <a:lnTo>
                  <a:pt x="661" y="47"/>
                </a:lnTo>
                <a:lnTo>
                  <a:pt x="661" y="47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3"/>
                </a:lnTo>
                <a:lnTo>
                  <a:pt x="661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1" y="32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8"/>
                </a:lnTo>
                <a:lnTo>
                  <a:pt x="661" y="28"/>
                </a:lnTo>
                <a:lnTo>
                  <a:pt x="661" y="28"/>
                </a:lnTo>
                <a:lnTo>
                  <a:pt x="661" y="28"/>
                </a:lnTo>
                <a:lnTo>
                  <a:pt x="659" y="28"/>
                </a:lnTo>
                <a:lnTo>
                  <a:pt x="659" y="28"/>
                </a:lnTo>
                <a:lnTo>
                  <a:pt x="659" y="28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6" y="21"/>
                </a:lnTo>
                <a:lnTo>
                  <a:pt x="656" y="21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8"/>
                </a:lnTo>
                <a:lnTo>
                  <a:pt x="655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7"/>
                </a:lnTo>
                <a:lnTo>
                  <a:pt x="654" y="17"/>
                </a:lnTo>
                <a:lnTo>
                  <a:pt x="654" y="17"/>
                </a:lnTo>
                <a:lnTo>
                  <a:pt x="654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5"/>
                </a:lnTo>
                <a:lnTo>
                  <a:pt x="653" y="15"/>
                </a:lnTo>
                <a:lnTo>
                  <a:pt x="653" y="15"/>
                </a:lnTo>
                <a:lnTo>
                  <a:pt x="653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4"/>
                </a:lnTo>
                <a:lnTo>
                  <a:pt x="652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8" y="13"/>
                </a:lnTo>
                <a:lnTo>
                  <a:pt x="648" y="13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1" y="10"/>
                </a:lnTo>
                <a:lnTo>
                  <a:pt x="641" y="10"/>
                </a:lnTo>
                <a:lnTo>
                  <a:pt x="641" y="10"/>
                </a:lnTo>
                <a:lnTo>
                  <a:pt x="641" y="9"/>
                </a:lnTo>
                <a:lnTo>
                  <a:pt x="641" y="9"/>
                </a:lnTo>
                <a:lnTo>
                  <a:pt x="641" y="9"/>
                </a:lnTo>
                <a:lnTo>
                  <a:pt x="641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2" y="9"/>
                </a:lnTo>
                <a:lnTo>
                  <a:pt x="622" y="9"/>
                </a:lnTo>
                <a:lnTo>
                  <a:pt x="622" y="9"/>
                </a:lnTo>
                <a:lnTo>
                  <a:pt x="622" y="10"/>
                </a:lnTo>
                <a:lnTo>
                  <a:pt x="622" y="10"/>
                </a:lnTo>
                <a:lnTo>
                  <a:pt x="622" y="10"/>
                </a:lnTo>
                <a:lnTo>
                  <a:pt x="622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3"/>
                </a:lnTo>
                <a:lnTo>
                  <a:pt x="616" y="13"/>
                </a:lnTo>
                <a:lnTo>
                  <a:pt x="616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2" y="14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1" y="15"/>
                </a:lnTo>
                <a:lnTo>
                  <a:pt x="611" y="15"/>
                </a:lnTo>
                <a:lnTo>
                  <a:pt x="611" y="15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0" y="17"/>
                </a:lnTo>
                <a:lnTo>
                  <a:pt x="610" y="17"/>
                </a:lnTo>
                <a:lnTo>
                  <a:pt x="610" y="17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09" y="18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1"/>
                </a:lnTo>
                <a:lnTo>
                  <a:pt x="608" y="21"/>
                </a:lnTo>
                <a:lnTo>
                  <a:pt x="608" y="21"/>
                </a:lnTo>
                <a:lnTo>
                  <a:pt x="608" y="21"/>
                </a:lnTo>
                <a:lnTo>
                  <a:pt x="607" y="21"/>
                </a:lnTo>
                <a:lnTo>
                  <a:pt x="607" y="21"/>
                </a:lnTo>
                <a:lnTo>
                  <a:pt x="607" y="21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3" y="28"/>
                </a:lnTo>
                <a:lnTo>
                  <a:pt x="603" y="28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2" y="32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close/>
                <a:moveTo>
                  <a:pt x="632" y="75"/>
                </a:moveTo>
                <a:lnTo>
                  <a:pt x="631" y="75"/>
                </a:lnTo>
                <a:lnTo>
                  <a:pt x="631" y="75"/>
                </a:lnTo>
                <a:lnTo>
                  <a:pt x="631" y="75"/>
                </a:lnTo>
                <a:lnTo>
                  <a:pt x="631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7" y="75"/>
                </a:lnTo>
                <a:lnTo>
                  <a:pt x="627" y="75"/>
                </a:lnTo>
                <a:lnTo>
                  <a:pt x="627" y="75"/>
                </a:lnTo>
                <a:lnTo>
                  <a:pt x="627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1" y="74"/>
                </a:lnTo>
                <a:lnTo>
                  <a:pt x="621" y="73"/>
                </a:lnTo>
                <a:lnTo>
                  <a:pt x="621" y="73"/>
                </a:lnTo>
                <a:lnTo>
                  <a:pt x="621" y="73"/>
                </a:lnTo>
                <a:lnTo>
                  <a:pt x="621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6" y="72"/>
                </a:lnTo>
                <a:lnTo>
                  <a:pt x="616" y="72"/>
                </a:lnTo>
                <a:lnTo>
                  <a:pt x="616" y="72"/>
                </a:lnTo>
                <a:lnTo>
                  <a:pt x="616" y="71"/>
                </a:lnTo>
                <a:lnTo>
                  <a:pt x="616" y="71"/>
                </a:lnTo>
                <a:lnTo>
                  <a:pt x="616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3" y="71"/>
                </a:lnTo>
                <a:lnTo>
                  <a:pt x="613" y="71"/>
                </a:lnTo>
                <a:lnTo>
                  <a:pt x="613" y="70"/>
                </a:lnTo>
                <a:lnTo>
                  <a:pt x="613" y="70"/>
                </a:lnTo>
                <a:lnTo>
                  <a:pt x="613" y="70"/>
                </a:lnTo>
                <a:lnTo>
                  <a:pt x="613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0" y="68"/>
                </a:lnTo>
                <a:lnTo>
                  <a:pt x="610" y="68"/>
                </a:lnTo>
                <a:lnTo>
                  <a:pt x="610" y="68"/>
                </a:lnTo>
                <a:lnTo>
                  <a:pt x="610" y="67"/>
                </a:lnTo>
                <a:lnTo>
                  <a:pt x="610" y="67"/>
                </a:lnTo>
                <a:lnTo>
                  <a:pt x="610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1"/>
                </a:lnTo>
                <a:lnTo>
                  <a:pt x="603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59"/>
                </a:lnTo>
                <a:lnTo>
                  <a:pt x="602" y="59"/>
                </a:lnTo>
                <a:lnTo>
                  <a:pt x="602" y="59"/>
                </a:lnTo>
                <a:lnTo>
                  <a:pt x="601" y="59"/>
                </a:lnTo>
                <a:lnTo>
                  <a:pt x="601" y="59"/>
                </a:lnTo>
                <a:lnTo>
                  <a:pt x="601" y="59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6"/>
                </a:lnTo>
                <a:lnTo>
                  <a:pt x="600" y="56"/>
                </a:lnTo>
                <a:lnTo>
                  <a:pt x="600" y="56"/>
                </a:lnTo>
                <a:lnTo>
                  <a:pt x="599" y="56"/>
                </a:lnTo>
                <a:lnTo>
                  <a:pt x="599" y="56"/>
                </a:lnTo>
                <a:lnTo>
                  <a:pt x="599" y="56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4"/>
                </a:lnTo>
                <a:lnTo>
                  <a:pt x="599" y="54"/>
                </a:lnTo>
                <a:lnTo>
                  <a:pt x="599" y="54"/>
                </a:lnTo>
                <a:lnTo>
                  <a:pt x="598" y="54"/>
                </a:lnTo>
                <a:lnTo>
                  <a:pt x="598" y="54"/>
                </a:lnTo>
                <a:lnTo>
                  <a:pt x="598" y="54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2"/>
                </a:lnTo>
                <a:lnTo>
                  <a:pt x="598" y="52"/>
                </a:lnTo>
                <a:lnTo>
                  <a:pt x="598" y="52"/>
                </a:lnTo>
                <a:lnTo>
                  <a:pt x="598" y="52"/>
                </a:lnTo>
                <a:lnTo>
                  <a:pt x="596" y="52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8"/>
                </a:lnTo>
                <a:lnTo>
                  <a:pt x="596" y="48"/>
                </a:lnTo>
                <a:lnTo>
                  <a:pt x="596" y="48"/>
                </a:lnTo>
                <a:lnTo>
                  <a:pt x="595" y="48"/>
                </a:lnTo>
                <a:lnTo>
                  <a:pt x="595" y="48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3"/>
                </a:lnTo>
                <a:lnTo>
                  <a:pt x="594" y="43"/>
                </a:lnTo>
                <a:lnTo>
                  <a:pt x="594" y="43"/>
                </a:lnTo>
                <a:lnTo>
                  <a:pt x="594" y="43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8"/>
                </a:lnTo>
                <a:lnTo>
                  <a:pt x="594" y="38"/>
                </a:lnTo>
                <a:lnTo>
                  <a:pt x="594" y="38"/>
                </a:lnTo>
                <a:lnTo>
                  <a:pt x="594" y="38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5"/>
                </a:lnTo>
                <a:lnTo>
                  <a:pt x="594" y="35"/>
                </a:lnTo>
                <a:lnTo>
                  <a:pt x="594" y="35"/>
                </a:lnTo>
                <a:lnTo>
                  <a:pt x="594" y="35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2"/>
                </a:lnTo>
                <a:lnTo>
                  <a:pt x="594" y="32"/>
                </a:lnTo>
                <a:lnTo>
                  <a:pt x="594" y="32"/>
                </a:lnTo>
                <a:lnTo>
                  <a:pt x="594" y="32"/>
                </a:lnTo>
                <a:lnTo>
                  <a:pt x="595" y="32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29"/>
                </a:lnTo>
                <a:lnTo>
                  <a:pt x="595" y="29"/>
                </a:lnTo>
                <a:lnTo>
                  <a:pt x="595" y="29"/>
                </a:lnTo>
                <a:lnTo>
                  <a:pt x="595" y="29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7"/>
                </a:lnTo>
                <a:lnTo>
                  <a:pt x="595" y="27"/>
                </a:lnTo>
                <a:lnTo>
                  <a:pt x="596" y="27"/>
                </a:lnTo>
                <a:lnTo>
                  <a:pt x="596" y="27"/>
                </a:lnTo>
                <a:lnTo>
                  <a:pt x="596" y="27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3"/>
                </a:lnTo>
                <a:lnTo>
                  <a:pt x="596" y="23"/>
                </a:lnTo>
                <a:lnTo>
                  <a:pt x="598" y="23"/>
                </a:lnTo>
                <a:lnTo>
                  <a:pt x="598" y="23"/>
                </a:lnTo>
                <a:lnTo>
                  <a:pt x="598" y="23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1"/>
                </a:lnTo>
                <a:lnTo>
                  <a:pt x="598" y="21"/>
                </a:lnTo>
                <a:lnTo>
                  <a:pt x="598" y="21"/>
                </a:lnTo>
                <a:lnTo>
                  <a:pt x="599" y="21"/>
                </a:lnTo>
                <a:lnTo>
                  <a:pt x="599" y="21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19"/>
                </a:lnTo>
                <a:lnTo>
                  <a:pt x="599" y="19"/>
                </a:lnTo>
                <a:lnTo>
                  <a:pt x="599" y="19"/>
                </a:lnTo>
                <a:lnTo>
                  <a:pt x="600" y="19"/>
                </a:lnTo>
                <a:lnTo>
                  <a:pt x="600" y="19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5"/>
                </a:lnTo>
                <a:lnTo>
                  <a:pt x="601" y="15"/>
                </a:lnTo>
                <a:lnTo>
                  <a:pt x="601" y="15"/>
                </a:lnTo>
                <a:lnTo>
                  <a:pt x="601" y="15"/>
                </a:lnTo>
                <a:lnTo>
                  <a:pt x="602" y="15"/>
                </a:lnTo>
                <a:lnTo>
                  <a:pt x="602" y="15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3" y="14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10" y="8"/>
                </a:lnTo>
                <a:lnTo>
                  <a:pt x="610" y="8"/>
                </a:lnTo>
                <a:lnTo>
                  <a:pt x="610" y="6"/>
                </a:lnTo>
                <a:lnTo>
                  <a:pt x="610" y="6"/>
                </a:lnTo>
                <a:lnTo>
                  <a:pt x="610" y="6"/>
                </a:lnTo>
                <a:lnTo>
                  <a:pt x="610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3" y="5"/>
                </a:lnTo>
                <a:lnTo>
                  <a:pt x="613" y="5"/>
                </a:lnTo>
                <a:lnTo>
                  <a:pt x="613" y="4"/>
                </a:lnTo>
                <a:lnTo>
                  <a:pt x="613" y="4"/>
                </a:lnTo>
                <a:lnTo>
                  <a:pt x="613" y="4"/>
                </a:lnTo>
                <a:lnTo>
                  <a:pt x="613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6" y="4"/>
                </a:lnTo>
                <a:lnTo>
                  <a:pt x="616" y="4"/>
                </a:lnTo>
                <a:lnTo>
                  <a:pt x="616" y="3"/>
                </a:lnTo>
                <a:lnTo>
                  <a:pt x="616" y="3"/>
                </a:lnTo>
                <a:lnTo>
                  <a:pt x="616" y="3"/>
                </a:lnTo>
                <a:lnTo>
                  <a:pt x="616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8" y="3"/>
                </a:lnTo>
                <a:lnTo>
                  <a:pt x="618" y="3"/>
                </a:lnTo>
                <a:lnTo>
                  <a:pt x="618" y="2"/>
                </a:lnTo>
                <a:lnTo>
                  <a:pt x="618" y="2"/>
                </a:lnTo>
                <a:lnTo>
                  <a:pt x="618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1" y="2"/>
                </a:lnTo>
                <a:lnTo>
                  <a:pt x="621" y="1"/>
                </a:lnTo>
                <a:lnTo>
                  <a:pt x="621" y="1"/>
                </a:lnTo>
                <a:lnTo>
                  <a:pt x="621" y="1"/>
                </a:lnTo>
                <a:lnTo>
                  <a:pt x="621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6" y="1"/>
                </a:lnTo>
                <a:lnTo>
                  <a:pt x="626" y="1"/>
                </a:lnTo>
                <a:lnTo>
                  <a:pt x="626" y="0"/>
                </a:lnTo>
                <a:lnTo>
                  <a:pt x="626" y="0"/>
                </a:lnTo>
                <a:lnTo>
                  <a:pt x="626" y="0"/>
                </a:lnTo>
                <a:lnTo>
                  <a:pt x="627" y="0"/>
                </a:lnTo>
                <a:lnTo>
                  <a:pt x="627" y="0"/>
                </a:lnTo>
                <a:lnTo>
                  <a:pt x="627" y="0"/>
                </a:lnTo>
                <a:lnTo>
                  <a:pt x="627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1" y="0"/>
                </a:lnTo>
                <a:lnTo>
                  <a:pt x="631" y="0"/>
                </a:lnTo>
                <a:lnTo>
                  <a:pt x="631" y="0"/>
                </a:lnTo>
                <a:lnTo>
                  <a:pt x="631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5" y="0"/>
                </a:lnTo>
                <a:lnTo>
                  <a:pt x="635" y="0"/>
                </a:lnTo>
                <a:lnTo>
                  <a:pt x="635" y="0"/>
                </a:lnTo>
                <a:lnTo>
                  <a:pt x="635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8" y="0"/>
                </a:lnTo>
                <a:lnTo>
                  <a:pt x="638" y="0"/>
                </a:lnTo>
                <a:lnTo>
                  <a:pt x="638" y="0"/>
                </a:lnTo>
                <a:lnTo>
                  <a:pt x="638" y="1"/>
                </a:lnTo>
                <a:lnTo>
                  <a:pt x="638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3" y="1"/>
                </a:lnTo>
                <a:lnTo>
                  <a:pt x="643" y="1"/>
                </a:lnTo>
                <a:lnTo>
                  <a:pt x="643" y="1"/>
                </a:lnTo>
                <a:lnTo>
                  <a:pt x="643" y="1"/>
                </a:lnTo>
                <a:lnTo>
                  <a:pt x="643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6" y="2"/>
                </a:lnTo>
                <a:lnTo>
                  <a:pt x="646" y="2"/>
                </a:lnTo>
                <a:lnTo>
                  <a:pt x="646" y="2"/>
                </a:lnTo>
                <a:lnTo>
                  <a:pt x="646" y="2"/>
                </a:lnTo>
                <a:lnTo>
                  <a:pt x="646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8" y="3"/>
                </a:lnTo>
                <a:lnTo>
                  <a:pt x="648" y="3"/>
                </a:lnTo>
                <a:lnTo>
                  <a:pt x="648" y="3"/>
                </a:lnTo>
                <a:lnTo>
                  <a:pt x="648" y="3"/>
                </a:lnTo>
                <a:lnTo>
                  <a:pt x="648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50" y="4"/>
                </a:lnTo>
                <a:lnTo>
                  <a:pt x="650" y="4"/>
                </a:lnTo>
                <a:lnTo>
                  <a:pt x="650" y="4"/>
                </a:lnTo>
                <a:lnTo>
                  <a:pt x="650" y="4"/>
                </a:lnTo>
                <a:lnTo>
                  <a:pt x="650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3" y="5"/>
                </a:lnTo>
                <a:lnTo>
                  <a:pt x="653" y="5"/>
                </a:lnTo>
                <a:lnTo>
                  <a:pt x="653" y="6"/>
                </a:lnTo>
                <a:lnTo>
                  <a:pt x="653" y="6"/>
                </a:lnTo>
                <a:lnTo>
                  <a:pt x="653" y="6"/>
                </a:lnTo>
                <a:lnTo>
                  <a:pt x="653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7" y="9"/>
                </a:lnTo>
                <a:lnTo>
                  <a:pt x="657" y="9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8" y="10"/>
                </a:lnTo>
                <a:lnTo>
                  <a:pt x="658" y="10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9" y="11"/>
                </a:lnTo>
                <a:lnTo>
                  <a:pt x="659" y="11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61" y="12"/>
                </a:lnTo>
                <a:lnTo>
                  <a:pt x="661" y="12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7"/>
                </a:lnTo>
                <a:lnTo>
                  <a:pt x="663" y="17"/>
                </a:lnTo>
                <a:lnTo>
                  <a:pt x="663" y="17"/>
                </a:lnTo>
                <a:lnTo>
                  <a:pt x="663" y="17"/>
                </a:lnTo>
                <a:lnTo>
                  <a:pt x="664" y="17"/>
                </a:lnTo>
                <a:lnTo>
                  <a:pt x="664" y="17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3"/>
                </a:lnTo>
                <a:lnTo>
                  <a:pt x="666" y="23"/>
                </a:lnTo>
                <a:lnTo>
                  <a:pt x="667" y="23"/>
                </a:lnTo>
                <a:lnTo>
                  <a:pt x="667" y="23"/>
                </a:lnTo>
                <a:lnTo>
                  <a:pt x="667" y="23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9"/>
                </a:lnTo>
                <a:lnTo>
                  <a:pt x="668" y="29"/>
                </a:lnTo>
                <a:lnTo>
                  <a:pt x="668" y="29"/>
                </a:lnTo>
                <a:lnTo>
                  <a:pt x="668" y="29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1"/>
                </a:lnTo>
                <a:lnTo>
                  <a:pt x="668" y="31"/>
                </a:lnTo>
                <a:lnTo>
                  <a:pt x="670" y="31"/>
                </a:lnTo>
                <a:lnTo>
                  <a:pt x="670" y="31"/>
                </a:lnTo>
                <a:lnTo>
                  <a:pt x="670" y="31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5"/>
                </a:lnTo>
                <a:lnTo>
                  <a:pt x="670" y="35"/>
                </a:lnTo>
                <a:lnTo>
                  <a:pt x="670" y="35"/>
                </a:lnTo>
                <a:lnTo>
                  <a:pt x="670" y="35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8"/>
                </a:lnTo>
                <a:lnTo>
                  <a:pt x="670" y="38"/>
                </a:lnTo>
                <a:lnTo>
                  <a:pt x="670" y="38"/>
                </a:lnTo>
                <a:lnTo>
                  <a:pt x="670" y="38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3"/>
                </a:lnTo>
                <a:lnTo>
                  <a:pt x="670" y="43"/>
                </a:lnTo>
                <a:lnTo>
                  <a:pt x="670" y="43"/>
                </a:lnTo>
                <a:lnTo>
                  <a:pt x="670" y="43"/>
                </a:lnTo>
                <a:lnTo>
                  <a:pt x="670" y="44"/>
                </a:lnTo>
                <a:lnTo>
                  <a:pt x="670" y="44"/>
                </a:lnTo>
                <a:lnTo>
                  <a:pt x="670" y="44"/>
                </a:lnTo>
                <a:lnTo>
                  <a:pt x="668" y="44"/>
                </a:lnTo>
                <a:lnTo>
                  <a:pt x="668" y="44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8"/>
                </a:lnTo>
                <a:lnTo>
                  <a:pt x="668" y="48"/>
                </a:lnTo>
                <a:lnTo>
                  <a:pt x="668" y="48"/>
                </a:lnTo>
                <a:lnTo>
                  <a:pt x="668" y="48"/>
                </a:lnTo>
                <a:lnTo>
                  <a:pt x="667" y="48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2"/>
                </a:lnTo>
                <a:lnTo>
                  <a:pt x="667" y="52"/>
                </a:lnTo>
                <a:lnTo>
                  <a:pt x="666" y="52"/>
                </a:lnTo>
                <a:lnTo>
                  <a:pt x="666" y="52"/>
                </a:lnTo>
                <a:lnTo>
                  <a:pt x="666" y="52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4"/>
                </a:lnTo>
                <a:lnTo>
                  <a:pt x="666" y="54"/>
                </a:lnTo>
                <a:lnTo>
                  <a:pt x="666" y="54"/>
                </a:lnTo>
                <a:lnTo>
                  <a:pt x="666" y="54"/>
                </a:lnTo>
                <a:lnTo>
                  <a:pt x="665" y="54"/>
                </a:lnTo>
                <a:lnTo>
                  <a:pt x="665" y="54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6"/>
                </a:lnTo>
                <a:lnTo>
                  <a:pt x="665" y="56"/>
                </a:lnTo>
                <a:lnTo>
                  <a:pt x="665" y="56"/>
                </a:lnTo>
                <a:lnTo>
                  <a:pt x="665" y="56"/>
                </a:lnTo>
                <a:lnTo>
                  <a:pt x="664" y="56"/>
                </a:lnTo>
                <a:lnTo>
                  <a:pt x="664" y="56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9"/>
                </a:lnTo>
                <a:lnTo>
                  <a:pt x="663" y="59"/>
                </a:lnTo>
                <a:lnTo>
                  <a:pt x="663" y="59"/>
                </a:lnTo>
                <a:lnTo>
                  <a:pt x="663" y="59"/>
                </a:lnTo>
                <a:lnTo>
                  <a:pt x="662" y="59"/>
                </a:lnTo>
                <a:lnTo>
                  <a:pt x="662" y="59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1" y="61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5" y="66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4" y="67"/>
                </a:lnTo>
                <a:lnTo>
                  <a:pt x="654" y="67"/>
                </a:lnTo>
                <a:lnTo>
                  <a:pt x="654" y="68"/>
                </a:lnTo>
                <a:lnTo>
                  <a:pt x="654" y="68"/>
                </a:lnTo>
                <a:lnTo>
                  <a:pt x="654" y="68"/>
                </a:lnTo>
                <a:lnTo>
                  <a:pt x="654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0" y="70"/>
                </a:lnTo>
                <a:lnTo>
                  <a:pt x="650" y="70"/>
                </a:lnTo>
                <a:lnTo>
                  <a:pt x="650" y="70"/>
                </a:lnTo>
                <a:lnTo>
                  <a:pt x="650" y="71"/>
                </a:lnTo>
                <a:lnTo>
                  <a:pt x="650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8" y="71"/>
                </a:lnTo>
                <a:lnTo>
                  <a:pt x="648" y="71"/>
                </a:lnTo>
                <a:lnTo>
                  <a:pt x="648" y="72"/>
                </a:lnTo>
                <a:lnTo>
                  <a:pt x="648" y="72"/>
                </a:lnTo>
                <a:lnTo>
                  <a:pt x="648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7" y="74"/>
                </a:lnTo>
                <a:lnTo>
                  <a:pt x="637" y="75"/>
                </a:lnTo>
                <a:lnTo>
                  <a:pt x="637" y="75"/>
                </a:lnTo>
                <a:lnTo>
                  <a:pt x="637" y="75"/>
                </a:lnTo>
                <a:lnTo>
                  <a:pt x="637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5" y="75"/>
                </a:lnTo>
                <a:lnTo>
                  <a:pt x="635" y="75"/>
                </a:lnTo>
                <a:lnTo>
                  <a:pt x="635" y="75"/>
                </a:lnTo>
                <a:lnTo>
                  <a:pt x="635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close/>
                <a:moveTo>
                  <a:pt x="628" y="77"/>
                </a:moveTo>
                <a:lnTo>
                  <a:pt x="636" y="77"/>
                </a:lnTo>
                <a:lnTo>
                  <a:pt x="636" y="93"/>
                </a:lnTo>
                <a:lnTo>
                  <a:pt x="628" y="93"/>
                </a:lnTo>
                <a:lnTo>
                  <a:pt x="628" y="77"/>
                </a:lnTo>
                <a:lnTo>
                  <a:pt x="628" y="77"/>
                </a:lnTo>
                <a:close/>
                <a:moveTo>
                  <a:pt x="628" y="125"/>
                </a:moveTo>
                <a:lnTo>
                  <a:pt x="636" y="125"/>
                </a:lnTo>
                <a:lnTo>
                  <a:pt x="636" y="140"/>
                </a:lnTo>
                <a:lnTo>
                  <a:pt x="628" y="140"/>
                </a:lnTo>
                <a:lnTo>
                  <a:pt x="628" y="125"/>
                </a:lnTo>
                <a:lnTo>
                  <a:pt x="628" y="125"/>
                </a:lnTo>
                <a:close/>
                <a:moveTo>
                  <a:pt x="628" y="172"/>
                </a:moveTo>
                <a:lnTo>
                  <a:pt x="636" y="172"/>
                </a:lnTo>
                <a:lnTo>
                  <a:pt x="636" y="188"/>
                </a:lnTo>
                <a:lnTo>
                  <a:pt x="628" y="188"/>
                </a:lnTo>
                <a:lnTo>
                  <a:pt x="628" y="172"/>
                </a:lnTo>
                <a:lnTo>
                  <a:pt x="628" y="172"/>
                </a:lnTo>
                <a:close/>
                <a:moveTo>
                  <a:pt x="628" y="219"/>
                </a:moveTo>
                <a:lnTo>
                  <a:pt x="636" y="219"/>
                </a:lnTo>
                <a:lnTo>
                  <a:pt x="636" y="235"/>
                </a:lnTo>
                <a:lnTo>
                  <a:pt x="628" y="235"/>
                </a:lnTo>
                <a:lnTo>
                  <a:pt x="628" y="219"/>
                </a:lnTo>
                <a:lnTo>
                  <a:pt x="628" y="219"/>
                </a:lnTo>
                <a:close/>
                <a:moveTo>
                  <a:pt x="628" y="266"/>
                </a:moveTo>
                <a:lnTo>
                  <a:pt x="636" y="266"/>
                </a:lnTo>
                <a:lnTo>
                  <a:pt x="636" y="281"/>
                </a:lnTo>
                <a:lnTo>
                  <a:pt x="628" y="281"/>
                </a:lnTo>
                <a:lnTo>
                  <a:pt x="628" y="266"/>
                </a:lnTo>
                <a:lnTo>
                  <a:pt x="628" y="266"/>
                </a:lnTo>
                <a:close/>
                <a:moveTo>
                  <a:pt x="628" y="305"/>
                </a:moveTo>
                <a:lnTo>
                  <a:pt x="628" y="313"/>
                </a:lnTo>
                <a:lnTo>
                  <a:pt x="612" y="313"/>
                </a:lnTo>
                <a:lnTo>
                  <a:pt x="612" y="305"/>
                </a:lnTo>
                <a:lnTo>
                  <a:pt x="628" y="305"/>
                </a:lnTo>
                <a:lnTo>
                  <a:pt x="628" y="305"/>
                </a:lnTo>
                <a:close/>
                <a:moveTo>
                  <a:pt x="581" y="305"/>
                </a:moveTo>
                <a:lnTo>
                  <a:pt x="581" y="313"/>
                </a:lnTo>
                <a:lnTo>
                  <a:pt x="565" y="313"/>
                </a:lnTo>
                <a:lnTo>
                  <a:pt x="565" y="305"/>
                </a:lnTo>
                <a:lnTo>
                  <a:pt x="581" y="305"/>
                </a:lnTo>
                <a:lnTo>
                  <a:pt x="581" y="305"/>
                </a:lnTo>
                <a:close/>
                <a:moveTo>
                  <a:pt x="533" y="305"/>
                </a:moveTo>
                <a:lnTo>
                  <a:pt x="533" y="313"/>
                </a:lnTo>
                <a:lnTo>
                  <a:pt x="518" y="313"/>
                </a:lnTo>
                <a:lnTo>
                  <a:pt x="518" y="305"/>
                </a:lnTo>
                <a:lnTo>
                  <a:pt x="533" y="305"/>
                </a:lnTo>
                <a:lnTo>
                  <a:pt x="533" y="305"/>
                </a:lnTo>
                <a:close/>
                <a:moveTo>
                  <a:pt x="486" y="305"/>
                </a:moveTo>
                <a:lnTo>
                  <a:pt x="486" y="313"/>
                </a:lnTo>
                <a:lnTo>
                  <a:pt x="470" y="313"/>
                </a:lnTo>
                <a:lnTo>
                  <a:pt x="470" y="305"/>
                </a:lnTo>
                <a:lnTo>
                  <a:pt x="486" y="305"/>
                </a:lnTo>
                <a:lnTo>
                  <a:pt x="486" y="305"/>
                </a:lnTo>
                <a:close/>
                <a:moveTo>
                  <a:pt x="440" y="305"/>
                </a:moveTo>
                <a:lnTo>
                  <a:pt x="440" y="313"/>
                </a:lnTo>
                <a:lnTo>
                  <a:pt x="424" y="313"/>
                </a:lnTo>
                <a:lnTo>
                  <a:pt x="424" y="305"/>
                </a:lnTo>
                <a:lnTo>
                  <a:pt x="440" y="305"/>
                </a:lnTo>
                <a:lnTo>
                  <a:pt x="440" y="305"/>
                </a:lnTo>
                <a:close/>
                <a:moveTo>
                  <a:pt x="393" y="305"/>
                </a:moveTo>
                <a:lnTo>
                  <a:pt x="393" y="313"/>
                </a:lnTo>
                <a:lnTo>
                  <a:pt x="377" y="313"/>
                </a:lnTo>
                <a:lnTo>
                  <a:pt x="377" y="305"/>
                </a:lnTo>
                <a:lnTo>
                  <a:pt x="393" y="305"/>
                </a:lnTo>
                <a:lnTo>
                  <a:pt x="393" y="305"/>
                </a:lnTo>
                <a:close/>
                <a:moveTo>
                  <a:pt x="345" y="305"/>
                </a:moveTo>
                <a:lnTo>
                  <a:pt x="345" y="313"/>
                </a:lnTo>
                <a:lnTo>
                  <a:pt x="330" y="313"/>
                </a:lnTo>
                <a:lnTo>
                  <a:pt x="330" y="305"/>
                </a:lnTo>
                <a:lnTo>
                  <a:pt x="345" y="305"/>
                </a:lnTo>
                <a:lnTo>
                  <a:pt x="345" y="305"/>
                </a:lnTo>
                <a:close/>
                <a:moveTo>
                  <a:pt x="298" y="305"/>
                </a:moveTo>
                <a:lnTo>
                  <a:pt x="298" y="313"/>
                </a:lnTo>
                <a:lnTo>
                  <a:pt x="282" y="313"/>
                </a:lnTo>
                <a:lnTo>
                  <a:pt x="282" y="305"/>
                </a:lnTo>
                <a:lnTo>
                  <a:pt x="298" y="305"/>
                </a:lnTo>
                <a:lnTo>
                  <a:pt x="298" y="305"/>
                </a:lnTo>
                <a:close/>
                <a:moveTo>
                  <a:pt x="251" y="305"/>
                </a:moveTo>
                <a:lnTo>
                  <a:pt x="251" y="313"/>
                </a:lnTo>
                <a:lnTo>
                  <a:pt x="235" y="313"/>
                </a:lnTo>
                <a:lnTo>
                  <a:pt x="235" y="305"/>
                </a:lnTo>
                <a:lnTo>
                  <a:pt x="251" y="305"/>
                </a:lnTo>
                <a:lnTo>
                  <a:pt x="251" y="305"/>
                </a:lnTo>
                <a:close/>
                <a:moveTo>
                  <a:pt x="203" y="305"/>
                </a:moveTo>
                <a:lnTo>
                  <a:pt x="203" y="313"/>
                </a:lnTo>
                <a:lnTo>
                  <a:pt x="188" y="313"/>
                </a:lnTo>
                <a:lnTo>
                  <a:pt x="188" y="305"/>
                </a:lnTo>
                <a:lnTo>
                  <a:pt x="203" y="305"/>
                </a:lnTo>
                <a:lnTo>
                  <a:pt x="203" y="305"/>
                </a:lnTo>
                <a:close/>
                <a:moveTo>
                  <a:pt x="156" y="305"/>
                </a:moveTo>
                <a:lnTo>
                  <a:pt x="156" y="313"/>
                </a:lnTo>
                <a:lnTo>
                  <a:pt x="140" y="313"/>
                </a:lnTo>
                <a:lnTo>
                  <a:pt x="140" y="305"/>
                </a:lnTo>
                <a:lnTo>
                  <a:pt x="156" y="305"/>
                </a:lnTo>
                <a:lnTo>
                  <a:pt x="156" y="305"/>
                </a:lnTo>
                <a:close/>
                <a:moveTo>
                  <a:pt x="110" y="305"/>
                </a:moveTo>
                <a:lnTo>
                  <a:pt x="110" y="313"/>
                </a:lnTo>
                <a:lnTo>
                  <a:pt x="94" y="313"/>
                </a:lnTo>
                <a:lnTo>
                  <a:pt x="94" y="305"/>
                </a:lnTo>
                <a:lnTo>
                  <a:pt x="110" y="305"/>
                </a:lnTo>
                <a:lnTo>
                  <a:pt x="110" y="305"/>
                </a:lnTo>
                <a:close/>
                <a:moveTo>
                  <a:pt x="63" y="305"/>
                </a:moveTo>
                <a:lnTo>
                  <a:pt x="63" y="313"/>
                </a:lnTo>
                <a:lnTo>
                  <a:pt x="47" y="313"/>
                </a:lnTo>
                <a:lnTo>
                  <a:pt x="47" y="305"/>
                </a:lnTo>
                <a:lnTo>
                  <a:pt x="63" y="305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82">
            <a:extLst>
              <a:ext uri="{FF2B5EF4-FFF2-40B4-BE49-F238E27FC236}">
                <a16:creationId xmlns:a16="http://schemas.microsoft.com/office/drawing/2014/main" id="{3E037752-CEAD-DF24-FD96-46FAF3A0F550}"/>
              </a:ext>
            </a:extLst>
          </p:cNvPr>
          <p:cNvSpPr>
            <a:spLocks noEditPoints="1"/>
          </p:cNvSpPr>
          <p:nvPr/>
        </p:nvSpPr>
        <p:spPr bwMode="auto">
          <a:xfrm>
            <a:off x="7555358" y="5302250"/>
            <a:ext cx="738188" cy="522287"/>
          </a:xfrm>
          <a:custGeom>
            <a:avLst/>
            <a:gdLst>
              <a:gd name="T0" fmla="*/ 8 w 465"/>
              <a:gd name="T1" fmla="*/ 43 h 329"/>
              <a:gd name="T2" fmla="*/ 10 w 465"/>
              <a:gd name="T3" fmla="*/ 48 h 329"/>
              <a:gd name="T4" fmla="*/ 12 w 465"/>
              <a:gd name="T5" fmla="*/ 54 h 329"/>
              <a:gd name="T6" fmla="*/ 17 w 465"/>
              <a:gd name="T7" fmla="*/ 58 h 329"/>
              <a:gd name="T8" fmla="*/ 21 w 465"/>
              <a:gd name="T9" fmla="*/ 63 h 329"/>
              <a:gd name="T10" fmla="*/ 27 w 465"/>
              <a:gd name="T11" fmla="*/ 65 h 329"/>
              <a:gd name="T12" fmla="*/ 33 w 465"/>
              <a:gd name="T13" fmla="*/ 66 h 329"/>
              <a:gd name="T14" fmla="*/ 39 w 465"/>
              <a:gd name="T15" fmla="*/ 67 h 329"/>
              <a:gd name="T16" fmla="*/ 45 w 465"/>
              <a:gd name="T17" fmla="*/ 66 h 329"/>
              <a:gd name="T18" fmla="*/ 51 w 465"/>
              <a:gd name="T19" fmla="*/ 64 h 329"/>
              <a:gd name="T20" fmla="*/ 56 w 465"/>
              <a:gd name="T21" fmla="*/ 61 h 329"/>
              <a:gd name="T22" fmla="*/ 61 w 465"/>
              <a:gd name="T23" fmla="*/ 56 h 329"/>
              <a:gd name="T24" fmla="*/ 64 w 465"/>
              <a:gd name="T25" fmla="*/ 52 h 329"/>
              <a:gd name="T26" fmla="*/ 66 w 465"/>
              <a:gd name="T27" fmla="*/ 45 h 329"/>
              <a:gd name="T28" fmla="*/ 66 w 465"/>
              <a:gd name="T29" fmla="*/ 39 h 329"/>
              <a:gd name="T30" fmla="*/ 66 w 465"/>
              <a:gd name="T31" fmla="*/ 32 h 329"/>
              <a:gd name="T32" fmla="*/ 65 w 465"/>
              <a:gd name="T33" fmla="*/ 27 h 329"/>
              <a:gd name="T34" fmla="*/ 62 w 465"/>
              <a:gd name="T35" fmla="*/ 21 h 329"/>
              <a:gd name="T36" fmla="*/ 59 w 465"/>
              <a:gd name="T37" fmla="*/ 17 h 329"/>
              <a:gd name="T38" fmla="*/ 54 w 465"/>
              <a:gd name="T39" fmla="*/ 12 h 329"/>
              <a:gd name="T40" fmla="*/ 48 w 465"/>
              <a:gd name="T41" fmla="*/ 10 h 329"/>
              <a:gd name="T42" fmla="*/ 43 w 465"/>
              <a:gd name="T43" fmla="*/ 8 h 329"/>
              <a:gd name="T44" fmla="*/ 36 w 465"/>
              <a:gd name="T45" fmla="*/ 8 h 329"/>
              <a:gd name="T46" fmla="*/ 29 w 465"/>
              <a:gd name="T47" fmla="*/ 9 h 329"/>
              <a:gd name="T48" fmla="*/ 24 w 465"/>
              <a:gd name="T49" fmla="*/ 11 h 329"/>
              <a:gd name="T50" fmla="*/ 19 w 465"/>
              <a:gd name="T51" fmla="*/ 14 h 329"/>
              <a:gd name="T52" fmla="*/ 15 w 465"/>
              <a:gd name="T53" fmla="*/ 19 h 329"/>
              <a:gd name="T54" fmla="*/ 11 w 465"/>
              <a:gd name="T55" fmla="*/ 23 h 329"/>
              <a:gd name="T56" fmla="*/ 9 w 465"/>
              <a:gd name="T57" fmla="*/ 29 h 329"/>
              <a:gd name="T58" fmla="*/ 8 w 465"/>
              <a:gd name="T59" fmla="*/ 36 h 329"/>
              <a:gd name="T60" fmla="*/ 33 w 465"/>
              <a:gd name="T61" fmla="*/ 75 h 329"/>
              <a:gd name="T62" fmla="*/ 25 w 465"/>
              <a:gd name="T63" fmla="*/ 73 h 329"/>
              <a:gd name="T64" fmla="*/ 18 w 465"/>
              <a:gd name="T65" fmla="*/ 70 h 329"/>
              <a:gd name="T66" fmla="*/ 11 w 465"/>
              <a:gd name="T67" fmla="*/ 65 h 329"/>
              <a:gd name="T68" fmla="*/ 7 w 465"/>
              <a:gd name="T69" fmla="*/ 59 h 329"/>
              <a:gd name="T70" fmla="*/ 2 w 465"/>
              <a:gd name="T71" fmla="*/ 53 h 329"/>
              <a:gd name="T72" fmla="*/ 0 w 465"/>
              <a:gd name="T73" fmla="*/ 45 h 329"/>
              <a:gd name="T74" fmla="*/ 0 w 465"/>
              <a:gd name="T75" fmla="*/ 37 h 329"/>
              <a:gd name="T76" fmla="*/ 1 w 465"/>
              <a:gd name="T77" fmla="*/ 29 h 329"/>
              <a:gd name="T78" fmla="*/ 3 w 465"/>
              <a:gd name="T79" fmla="*/ 21 h 329"/>
              <a:gd name="T80" fmla="*/ 7 w 465"/>
              <a:gd name="T81" fmla="*/ 14 h 329"/>
              <a:gd name="T82" fmla="*/ 12 w 465"/>
              <a:gd name="T83" fmla="*/ 9 h 329"/>
              <a:gd name="T84" fmla="*/ 19 w 465"/>
              <a:gd name="T85" fmla="*/ 4 h 329"/>
              <a:gd name="T86" fmla="*/ 26 w 465"/>
              <a:gd name="T87" fmla="*/ 2 h 329"/>
              <a:gd name="T88" fmla="*/ 34 w 465"/>
              <a:gd name="T89" fmla="*/ 0 h 329"/>
              <a:gd name="T90" fmla="*/ 42 w 465"/>
              <a:gd name="T91" fmla="*/ 0 h 329"/>
              <a:gd name="T92" fmla="*/ 50 w 465"/>
              <a:gd name="T93" fmla="*/ 2 h 329"/>
              <a:gd name="T94" fmla="*/ 56 w 465"/>
              <a:gd name="T95" fmla="*/ 5 h 329"/>
              <a:gd name="T96" fmla="*/ 63 w 465"/>
              <a:gd name="T97" fmla="*/ 10 h 329"/>
              <a:gd name="T98" fmla="*/ 68 w 465"/>
              <a:gd name="T99" fmla="*/ 15 h 329"/>
              <a:gd name="T100" fmla="*/ 72 w 465"/>
              <a:gd name="T101" fmla="*/ 22 h 329"/>
              <a:gd name="T102" fmla="*/ 74 w 465"/>
              <a:gd name="T103" fmla="*/ 30 h 329"/>
              <a:gd name="T104" fmla="*/ 74 w 465"/>
              <a:gd name="T105" fmla="*/ 38 h 329"/>
              <a:gd name="T106" fmla="*/ 74 w 465"/>
              <a:gd name="T107" fmla="*/ 46 h 329"/>
              <a:gd name="T108" fmla="*/ 71 w 465"/>
              <a:gd name="T109" fmla="*/ 53 h 329"/>
              <a:gd name="T110" fmla="*/ 68 w 465"/>
              <a:gd name="T111" fmla="*/ 59 h 329"/>
              <a:gd name="T112" fmla="*/ 62 w 465"/>
              <a:gd name="T113" fmla="*/ 65 h 329"/>
              <a:gd name="T114" fmla="*/ 56 w 465"/>
              <a:gd name="T115" fmla="*/ 70 h 329"/>
              <a:gd name="T116" fmla="*/ 50 w 465"/>
              <a:gd name="T117" fmla="*/ 73 h 329"/>
              <a:gd name="T118" fmla="*/ 42 w 465"/>
              <a:gd name="T119" fmla="*/ 75 h 329"/>
              <a:gd name="T120" fmla="*/ 34 w 465"/>
              <a:gd name="T121" fmla="*/ 188 h 329"/>
              <a:gd name="T122" fmla="*/ 135 w 465"/>
              <a:gd name="T123" fmla="*/ 329 h 329"/>
              <a:gd name="T124" fmla="*/ 403 w 465"/>
              <a:gd name="T125" fmla="*/ 321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5" h="329">
                <a:moveTo>
                  <a:pt x="449" y="329"/>
                </a:moveTo>
                <a:lnTo>
                  <a:pt x="449" y="321"/>
                </a:lnTo>
                <a:lnTo>
                  <a:pt x="465" y="321"/>
                </a:lnTo>
                <a:lnTo>
                  <a:pt x="465" y="329"/>
                </a:lnTo>
                <a:lnTo>
                  <a:pt x="449" y="329"/>
                </a:lnTo>
                <a:lnTo>
                  <a:pt x="449" y="329"/>
                </a:lnTo>
                <a:close/>
                <a:moveTo>
                  <a:pt x="8" y="37"/>
                </a:move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8"/>
                </a:lnTo>
                <a:lnTo>
                  <a:pt x="9" y="48"/>
                </a:lnTo>
                <a:lnTo>
                  <a:pt x="9" y="48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1" y="50"/>
                </a:lnTo>
                <a:lnTo>
                  <a:pt x="11" y="50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3"/>
                </a:lnTo>
                <a:lnTo>
                  <a:pt x="11" y="53"/>
                </a:lnTo>
                <a:lnTo>
                  <a:pt x="11" y="53"/>
                </a:lnTo>
                <a:lnTo>
                  <a:pt x="11" y="53"/>
                </a:lnTo>
                <a:lnTo>
                  <a:pt x="12" y="53"/>
                </a:lnTo>
                <a:lnTo>
                  <a:pt x="12" y="53"/>
                </a:lnTo>
                <a:lnTo>
                  <a:pt x="12" y="53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6"/>
                </a:lnTo>
                <a:lnTo>
                  <a:pt x="14" y="56"/>
                </a:lnTo>
                <a:lnTo>
                  <a:pt x="14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9"/>
                </a:lnTo>
                <a:lnTo>
                  <a:pt x="17" y="59"/>
                </a:lnTo>
                <a:lnTo>
                  <a:pt x="17" y="59"/>
                </a:lnTo>
                <a:lnTo>
                  <a:pt x="17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61"/>
                </a:lnTo>
                <a:lnTo>
                  <a:pt x="18" y="61"/>
                </a:lnTo>
                <a:lnTo>
                  <a:pt x="18" y="61"/>
                </a:lnTo>
                <a:lnTo>
                  <a:pt x="18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2"/>
                </a:lnTo>
                <a:lnTo>
                  <a:pt x="19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1" y="62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6"/>
                </a:lnTo>
                <a:lnTo>
                  <a:pt x="28" y="66"/>
                </a:lnTo>
                <a:lnTo>
                  <a:pt x="28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7"/>
                </a:lnTo>
                <a:lnTo>
                  <a:pt x="33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2" y="67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50" y="65"/>
                </a:lnTo>
                <a:lnTo>
                  <a:pt x="50" y="65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2" y="64"/>
                </a:lnTo>
                <a:lnTo>
                  <a:pt x="52" y="64"/>
                </a:lnTo>
                <a:lnTo>
                  <a:pt x="52" y="64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59"/>
                </a:lnTo>
                <a:lnTo>
                  <a:pt x="56" y="59"/>
                </a:lnTo>
                <a:lnTo>
                  <a:pt x="56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8"/>
                </a:lnTo>
                <a:lnTo>
                  <a:pt x="57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7"/>
                </a:lnTo>
                <a:lnTo>
                  <a:pt x="59" y="57"/>
                </a:lnTo>
                <a:lnTo>
                  <a:pt x="59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6"/>
                </a:lnTo>
                <a:lnTo>
                  <a:pt x="60" y="56"/>
                </a:lnTo>
                <a:lnTo>
                  <a:pt x="60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3"/>
                </a:lnTo>
                <a:lnTo>
                  <a:pt x="62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4" y="52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3"/>
                </a:lnTo>
                <a:lnTo>
                  <a:pt x="64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2" y="22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0" y="19"/>
                </a:lnTo>
                <a:lnTo>
                  <a:pt x="60" y="19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59" y="18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6" y="15"/>
                </a:lnTo>
                <a:lnTo>
                  <a:pt x="56" y="15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5" y="14"/>
                </a:lnTo>
                <a:lnTo>
                  <a:pt x="55" y="14"/>
                </a:lnTo>
                <a:lnTo>
                  <a:pt x="55" y="14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2"/>
                </a:lnTo>
                <a:lnTo>
                  <a:pt x="54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2" y="12"/>
                </a:lnTo>
                <a:lnTo>
                  <a:pt x="52" y="12"/>
                </a:lnTo>
                <a:lnTo>
                  <a:pt x="52" y="12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0" y="11"/>
                </a:lnTo>
                <a:lnTo>
                  <a:pt x="50" y="11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3" y="9"/>
                </a:lnTo>
                <a:lnTo>
                  <a:pt x="43" y="9"/>
                </a:lnTo>
                <a:lnTo>
                  <a:pt x="43" y="9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2" y="8"/>
                </a:lnTo>
                <a:lnTo>
                  <a:pt x="32" y="8"/>
                </a:lnTo>
                <a:lnTo>
                  <a:pt x="32" y="9"/>
                </a:lnTo>
                <a:lnTo>
                  <a:pt x="32" y="9"/>
                </a:lnTo>
                <a:lnTo>
                  <a:pt x="32" y="9"/>
                </a:lnTo>
                <a:lnTo>
                  <a:pt x="32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5" y="10"/>
                </a:lnTo>
                <a:lnTo>
                  <a:pt x="25" y="10"/>
                </a:lnTo>
                <a:lnTo>
                  <a:pt x="25" y="10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3" y="11"/>
                </a:lnTo>
                <a:lnTo>
                  <a:pt x="23" y="11"/>
                </a:lnTo>
                <a:lnTo>
                  <a:pt x="23" y="11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0" y="12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19" y="13"/>
                </a:lnTo>
                <a:lnTo>
                  <a:pt x="19" y="13"/>
                </a:lnTo>
                <a:lnTo>
                  <a:pt x="19" y="13"/>
                </a:lnTo>
                <a:lnTo>
                  <a:pt x="19" y="13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7"/>
                </a:lnTo>
                <a:lnTo>
                  <a:pt x="17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8"/>
                </a:lnTo>
                <a:lnTo>
                  <a:pt x="16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4" y="19"/>
                </a:lnTo>
                <a:lnTo>
                  <a:pt x="14" y="19"/>
                </a:lnTo>
                <a:lnTo>
                  <a:pt x="14" y="19"/>
                </a:lnTo>
                <a:lnTo>
                  <a:pt x="14" y="19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2" y="20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2"/>
                </a:lnTo>
                <a:lnTo>
                  <a:pt x="12" y="22"/>
                </a:lnTo>
                <a:lnTo>
                  <a:pt x="12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7"/>
                </a:lnTo>
                <a:lnTo>
                  <a:pt x="10" y="27"/>
                </a:lnTo>
                <a:lnTo>
                  <a:pt x="9" y="27"/>
                </a:lnTo>
                <a:lnTo>
                  <a:pt x="9" y="27"/>
                </a:lnTo>
                <a:lnTo>
                  <a:pt x="9" y="27"/>
                </a:lnTo>
                <a:lnTo>
                  <a:pt x="9" y="27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close/>
                <a:moveTo>
                  <a:pt x="37" y="75"/>
                </a:moveTo>
                <a:lnTo>
                  <a:pt x="37" y="75"/>
                </a:lnTo>
                <a:lnTo>
                  <a:pt x="37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4" y="75"/>
                </a:lnTo>
                <a:lnTo>
                  <a:pt x="34" y="75"/>
                </a:lnTo>
                <a:lnTo>
                  <a:pt x="34" y="75"/>
                </a:lnTo>
                <a:lnTo>
                  <a:pt x="34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2" y="75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7" y="74"/>
                </a:lnTo>
                <a:lnTo>
                  <a:pt x="27" y="74"/>
                </a:lnTo>
                <a:lnTo>
                  <a:pt x="27" y="74"/>
                </a:lnTo>
                <a:lnTo>
                  <a:pt x="27" y="73"/>
                </a:lnTo>
                <a:lnTo>
                  <a:pt x="27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4" y="73"/>
                </a:lnTo>
                <a:lnTo>
                  <a:pt x="24" y="73"/>
                </a:lnTo>
                <a:lnTo>
                  <a:pt x="24" y="73"/>
                </a:lnTo>
                <a:lnTo>
                  <a:pt x="24" y="72"/>
                </a:lnTo>
                <a:lnTo>
                  <a:pt x="24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19" y="71"/>
                </a:lnTo>
                <a:lnTo>
                  <a:pt x="19" y="71"/>
                </a:lnTo>
                <a:lnTo>
                  <a:pt x="19" y="71"/>
                </a:lnTo>
                <a:lnTo>
                  <a:pt x="19" y="71"/>
                </a:lnTo>
                <a:lnTo>
                  <a:pt x="19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7" y="70"/>
                </a:lnTo>
                <a:lnTo>
                  <a:pt x="17" y="70"/>
                </a:lnTo>
                <a:lnTo>
                  <a:pt x="17" y="70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4" y="67"/>
                </a:lnTo>
                <a:lnTo>
                  <a:pt x="14" y="67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2" y="66"/>
                </a:lnTo>
                <a:lnTo>
                  <a:pt x="12" y="66"/>
                </a:lnTo>
                <a:lnTo>
                  <a:pt x="12" y="66"/>
                </a:lnTo>
                <a:lnTo>
                  <a:pt x="12" y="65"/>
                </a:lnTo>
                <a:lnTo>
                  <a:pt x="12" y="65"/>
                </a:lnTo>
                <a:lnTo>
                  <a:pt x="12" y="65"/>
                </a:lnTo>
                <a:lnTo>
                  <a:pt x="12" y="65"/>
                </a:lnTo>
                <a:lnTo>
                  <a:pt x="11" y="65"/>
                </a:lnTo>
                <a:lnTo>
                  <a:pt x="11" y="65"/>
                </a:lnTo>
                <a:lnTo>
                  <a:pt x="11" y="65"/>
                </a:lnTo>
                <a:lnTo>
                  <a:pt x="11" y="64"/>
                </a:lnTo>
                <a:lnTo>
                  <a:pt x="11" y="64"/>
                </a:lnTo>
                <a:lnTo>
                  <a:pt x="11" y="64"/>
                </a:lnTo>
                <a:lnTo>
                  <a:pt x="10" y="64"/>
                </a:lnTo>
                <a:lnTo>
                  <a:pt x="10" y="64"/>
                </a:lnTo>
                <a:lnTo>
                  <a:pt x="10" y="64"/>
                </a:lnTo>
                <a:lnTo>
                  <a:pt x="10" y="64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9" y="63"/>
                </a:lnTo>
                <a:lnTo>
                  <a:pt x="9" y="63"/>
                </a:lnTo>
                <a:lnTo>
                  <a:pt x="9" y="63"/>
                </a:lnTo>
                <a:lnTo>
                  <a:pt x="9" y="62"/>
                </a:lnTo>
                <a:lnTo>
                  <a:pt x="9" y="62"/>
                </a:lnTo>
                <a:lnTo>
                  <a:pt x="9" y="62"/>
                </a:lnTo>
                <a:lnTo>
                  <a:pt x="9" y="62"/>
                </a:lnTo>
                <a:lnTo>
                  <a:pt x="8" y="62"/>
                </a:lnTo>
                <a:lnTo>
                  <a:pt x="8" y="62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7" y="61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8"/>
                </a:lnTo>
                <a:lnTo>
                  <a:pt x="7" y="58"/>
                </a:lnTo>
                <a:lnTo>
                  <a:pt x="6" y="58"/>
                </a:lnTo>
                <a:lnTo>
                  <a:pt x="6" y="58"/>
                </a:lnTo>
                <a:lnTo>
                  <a:pt x="6" y="58"/>
                </a:lnTo>
                <a:lnTo>
                  <a:pt x="6" y="58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5" y="57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5"/>
                </a:lnTo>
                <a:lnTo>
                  <a:pt x="5" y="55"/>
                </a:lnTo>
                <a:lnTo>
                  <a:pt x="5" y="55"/>
                </a:lnTo>
                <a:lnTo>
                  <a:pt x="3" y="55"/>
                </a:lnTo>
                <a:lnTo>
                  <a:pt x="3" y="55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3"/>
                </a:lnTo>
                <a:lnTo>
                  <a:pt x="3" y="53"/>
                </a:lnTo>
                <a:lnTo>
                  <a:pt x="3" y="53"/>
                </a:lnTo>
                <a:lnTo>
                  <a:pt x="2" y="53"/>
                </a:lnTo>
                <a:lnTo>
                  <a:pt x="2" y="53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1" y="49"/>
                </a:lnTo>
                <a:lnTo>
                  <a:pt x="1" y="49"/>
                </a:lnTo>
                <a:lnTo>
                  <a:pt x="1" y="49"/>
                </a:lnTo>
                <a:lnTo>
                  <a:pt x="1" y="49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0" y="46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3"/>
                </a:lnTo>
                <a:lnTo>
                  <a:pt x="0" y="43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0" y="35"/>
                </a:lnTo>
                <a:lnTo>
                  <a:pt x="0" y="35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6"/>
                </a:lnTo>
                <a:lnTo>
                  <a:pt x="1" y="26"/>
                </a:lnTo>
                <a:lnTo>
                  <a:pt x="1" y="26"/>
                </a:lnTo>
                <a:lnTo>
                  <a:pt x="1" y="26"/>
                </a:lnTo>
                <a:lnTo>
                  <a:pt x="2" y="26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2"/>
                </a:lnTo>
                <a:lnTo>
                  <a:pt x="2" y="22"/>
                </a:lnTo>
                <a:lnTo>
                  <a:pt x="2" y="22"/>
                </a:lnTo>
                <a:lnTo>
                  <a:pt x="3" y="22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0"/>
                </a:lnTo>
                <a:lnTo>
                  <a:pt x="3" y="20"/>
                </a:lnTo>
                <a:lnTo>
                  <a:pt x="3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8"/>
                </a:lnTo>
                <a:lnTo>
                  <a:pt x="5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7" y="17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4"/>
                </a:lnTo>
                <a:lnTo>
                  <a:pt x="7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3"/>
                </a:lnTo>
                <a:lnTo>
                  <a:pt x="8" y="13"/>
                </a:lnTo>
                <a:lnTo>
                  <a:pt x="8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2"/>
                </a:lnTo>
                <a:lnTo>
                  <a:pt x="9" y="12"/>
                </a:lnTo>
                <a:lnTo>
                  <a:pt x="9" y="12"/>
                </a:lnTo>
                <a:lnTo>
                  <a:pt x="9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1" y="11"/>
                </a:lnTo>
                <a:lnTo>
                  <a:pt x="11" y="11"/>
                </a:lnTo>
                <a:lnTo>
                  <a:pt x="11" y="10"/>
                </a:lnTo>
                <a:lnTo>
                  <a:pt x="11" y="10"/>
                </a:lnTo>
                <a:lnTo>
                  <a:pt x="11" y="10"/>
                </a:lnTo>
                <a:lnTo>
                  <a:pt x="11" y="10"/>
                </a:lnTo>
                <a:lnTo>
                  <a:pt x="12" y="10"/>
                </a:lnTo>
                <a:lnTo>
                  <a:pt x="12" y="10"/>
                </a:lnTo>
                <a:lnTo>
                  <a:pt x="12" y="10"/>
                </a:lnTo>
                <a:lnTo>
                  <a:pt x="12" y="9"/>
                </a:lnTo>
                <a:lnTo>
                  <a:pt x="12" y="9"/>
                </a:lnTo>
                <a:lnTo>
                  <a:pt x="12" y="9"/>
                </a:lnTo>
                <a:lnTo>
                  <a:pt x="12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8"/>
                </a:lnTo>
                <a:lnTo>
                  <a:pt x="14" y="8"/>
                </a:lnTo>
                <a:lnTo>
                  <a:pt x="14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7" y="6"/>
                </a:lnTo>
                <a:lnTo>
                  <a:pt x="17" y="6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6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4" y="0"/>
                </a:lnTo>
                <a:lnTo>
                  <a:pt x="44" y="1"/>
                </a:lnTo>
                <a:lnTo>
                  <a:pt x="44" y="1"/>
                </a:lnTo>
                <a:lnTo>
                  <a:pt x="44" y="1"/>
                </a:lnTo>
                <a:lnTo>
                  <a:pt x="44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8" y="1"/>
                </a:lnTo>
                <a:lnTo>
                  <a:pt x="48" y="1"/>
                </a:lnTo>
                <a:lnTo>
                  <a:pt x="48" y="2"/>
                </a:lnTo>
                <a:lnTo>
                  <a:pt x="48" y="2"/>
                </a:lnTo>
                <a:lnTo>
                  <a:pt x="48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2" y="3"/>
                </a:lnTo>
                <a:lnTo>
                  <a:pt x="52" y="3"/>
                </a:lnTo>
                <a:lnTo>
                  <a:pt x="52" y="3"/>
                </a:lnTo>
                <a:lnTo>
                  <a:pt x="52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4" y="3"/>
                </a:lnTo>
                <a:lnTo>
                  <a:pt x="54" y="3"/>
                </a:lnTo>
                <a:lnTo>
                  <a:pt x="54" y="4"/>
                </a:lnTo>
                <a:lnTo>
                  <a:pt x="54" y="4"/>
                </a:lnTo>
                <a:lnTo>
                  <a:pt x="54" y="4"/>
                </a:lnTo>
                <a:lnTo>
                  <a:pt x="54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6" y="4"/>
                </a:lnTo>
                <a:lnTo>
                  <a:pt x="56" y="4"/>
                </a:lnTo>
                <a:lnTo>
                  <a:pt x="56" y="5"/>
                </a:lnTo>
                <a:lnTo>
                  <a:pt x="56" y="5"/>
                </a:lnTo>
                <a:lnTo>
                  <a:pt x="56" y="5"/>
                </a:lnTo>
                <a:lnTo>
                  <a:pt x="56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60" y="6"/>
                </a:lnTo>
                <a:lnTo>
                  <a:pt x="60" y="6"/>
                </a:lnTo>
                <a:lnTo>
                  <a:pt x="60" y="8"/>
                </a:lnTo>
                <a:lnTo>
                  <a:pt x="60" y="8"/>
                </a:lnTo>
                <a:lnTo>
                  <a:pt x="60" y="8"/>
                </a:lnTo>
                <a:lnTo>
                  <a:pt x="60" y="8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1" y="9"/>
                </a:lnTo>
                <a:lnTo>
                  <a:pt x="61" y="9"/>
                </a:lnTo>
                <a:lnTo>
                  <a:pt x="61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3"/>
                </a:lnTo>
                <a:lnTo>
                  <a:pt x="65" y="13"/>
                </a:lnTo>
                <a:lnTo>
                  <a:pt x="66" y="13"/>
                </a:lnTo>
                <a:lnTo>
                  <a:pt x="66" y="13"/>
                </a:lnTo>
                <a:lnTo>
                  <a:pt x="66" y="13"/>
                </a:lnTo>
                <a:lnTo>
                  <a:pt x="66" y="13"/>
                </a:lnTo>
                <a:lnTo>
                  <a:pt x="66" y="14"/>
                </a:lnTo>
                <a:lnTo>
                  <a:pt x="66" y="14"/>
                </a:lnTo>
                <a:lnTo>
                  <a:pt x="66" y="14"/>
                </a:lnTo>
                <a:lnTo>
                  <a:pt x="66" y="14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9" y="15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8"/>
                </a:lnTo>
                <a:lnTo>
                  <a:pt x="69" y="18"/>
                </a:lnTo>
                <a:lnTo>
                  <a:pt x="70" y="18"/>
                </a:lnTo>
                <a:lnTo>
                  <a:pt x="70" y="18"/>
                </a:lnTo>
                <a:lnTo>
                  <a:pt x="70" y="18"/>
                </a:lnTo>
                <a:lnTo>
                  <a:pt x="70" y="18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4"/>
                </a:lnTo>
                <a:lnTo>
                  <a:pt x="72" y="24"/>
                </a:lnTo>
                <a:lnTo>
                  <a:pt x="72" y="24"/>
                </a:lnTo>
                <a:lnTo>
                  <a:pt x="73" y="24"/>
                </a:lnTo>
                <a:lnTo>
                  <a:pt x="73" y="24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4" y="28"/>
                </a:lnTo>
                <a:lnTo>
                  <a:pt x="74" y="29"/>
                </a:lnTo>
                <a:lnTo>
                  <a:pt x="74" y="29"/>
                </a:lnTo>
                <a:lnTo>
                  <a:pt x="74" y="29"/>
                </a:lnTo>
                <a:lnTo>
                  <a:pt x="74" y="29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5"/>
                </a:lnTo>
                <a:lnTo>
                  <a:pt x="74" y="35"/>
                </a:lnTo>
                <a:lnTo>
                  <a:pt x="74" y="35"/>
                </a:lnTo>
                <a:lnTo>
                  <a:pt x="74" y="35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8"/>
                </a:lnTo>
                <a:lnTo>
                  <a:pt x="74" y="38"/>
                </a:lnTo>
                <a:lnTo>
                  <a:pt x="74" y="38"/>
                </a:lnTo>
                <a:lnTo>
                  <a:pt x="74" y="38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3"/>
                </a:lnTo>
                <a:lnTo>
                  <a:pt x="74" y="43"/>
                </a:lnTo>
                <a:lnTo>
                  <a:pt x="74" y="43"/>
                </a:lnTo>
                <a:lnTo>
                  <a:pt x="74" y="43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50"/>
                </a:lnTo>
                <a:lnTo>
                  <a:pt x="73" y="50"/>
                </a:lnTo>
                <a:lnTo>
                  <a:pt x="72" y="50"/>
                </a:lnTo>
                <a:lnTo>
                  <a:pt x="72" y="50"/>
                </a:lnTo>
                <a:lnTo>
                  <a:pt x="72" y="50"/>
                </a:lnTo>
                <a:lnTo>
                  <a:pt x="72" y="50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1" y="53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0" y="55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69" y="57"/>
                </a:lnTo>
                <a:lnTo>
                  <a:pt x="69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61"/>
                </a:lnTo>
                <a:lnTo>
                  <a:pt x="68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2"/>
                </a:lnTo>
                <a:lnTo>
                  <a:pt x="66" y="62"/>
                </a:lnTo>
                <a:lnTo>
                  <a:pt x="66" y="62"/>
                </a:lnTo>
                <a:lnTo>
                  <a:pt x="65" y="62"/>
                </a:lnTo>
                <a:lnTo>
                  <a:pt x="65" y="62"/>
                </a:lnTo>
                <a:lnTo>
                  <a:pt x="65" y="62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4" y="63"/>
                </a:lnTo>
                <a:lnTo>
                  <a:pt x="64" y="63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3" y="64"/>
                </a:lnTo>
                <a:lnTo>
                  <a:pt x="63" y="64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2" y="65"/>
                </a:lnTo>
                <a:lnTo>
                  <a:pt x="62" y="65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1" y="66"/>
                </a:lnTo>
                <a:lnTo>
                  <a:pt x="61" y="66"/>
                </a:lnTo>
                <a:lnTo>
                  <a:pt x="61" y="66"/>
                </a:lnTo>
                <a:lnTo>
                  <a:pt x="61" y="66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7" y="68"/>
                </a:lnTo>
                <a:lnTo>
                  <a:pt x="57" y="68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1" y="72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7" y="74"/>
                </a:lnTo>
                <a:lnTo>
                  <a:pt x="47" y="74"/>
                </a:lnTo>
                <a:lnTo>
                  <a:pt x="47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3" y="75"/>
                </a:lnTo>
                <a:lnTo>
                  <a:pt x="43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1" y="75"/>
                </a:lnTo>
                <a:lnTo>
                  <a:pt x="41" y="75"/>
                </a:lnTo>
                <a:lnTo>
                  <a:pt x="41" y="75"/>
                </a:lnTo>
                <a:lnTo>
                  <a:pt x="41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7" y="75"/>
                </a:lnTo>
                <a:lnTo>
                  <a:pt x="37" y="75"/>
                </a:lnTo>
                <a:lnTo>
                  <a:pt x="37" y="75"/>
                </a:lnTo>
                <a:close/>
                <a:moveTo>
                  <a:pt x="34" y="77"/>
                </a:moveTo>
                <a:lnTo>
                  <a:pt x="42" y="77"/>
                </a:lnTo>
                <a:lnTo>
                  <a:pt x="42" y="93"/>
                </a:lnTo>
                <a:lnTo>
                  <a:pt x="34" y="93"/>
                </a:lnTo>
                <a:lnTo>
                  <a:pt x="34" y="77"/>
                </a:lnTo>
                <a:lnTo>
                  <a:pt x="34" y="77"/>
                </a:lnTo>
                <a:close/>
                <a:moveTo>
                  <a:pt x="34" y="125"/>
                </a:moveTo>
                <a:lnTo>
                  <a:pt x="42" y="125"/>
                </a:lnTo>
                <a:lnTo>
                  <a:pt x="42" y="140"/>
                </a:lnTo>
                <a:lnTo>
                  <a:pt x="34" y="140"/>
                </a:lnTo>
                <a:lnTo>
                  <a:pt x="34" y="125"/>
                </a:lnTo>
                <a:lnTo>
                  <a:pt x="34" y="125"/>
                </a:lnTo>
                <a:close/>
                <a:moveTo>
                  <a:pt x="34" y="172"/>
                </a:moveTo>
                <a:lnTo>
                  <a:pt x="42" y="172"/>
                </a:lnTo>
                <a:lnTo>
                  <a:pt x="42" y="188"/>
                </a:lnTo>
                <a:lnTo>
                  <a:pt x="34" y="188"/>
                </a:lnTo>
                <a:lnTo>
                  <a:pt x="34" y="172"/>
                </a:lnTo>
                <a:lnTo>
                  <a:pt x="34" y="172"/>
                </a:lnTo>
                <a:close/>
                <a:moveTo>
                  <a:pt x="34" y="219"/>
                </a:moveTo>
                <a:lnTo>
                  <a:pt x="42" y="219"/>
                </a:lnTo>
                <a:lnTo>
                  <a:pt x="42" y="235"/>
                </a:lnTo>
                <a:lnTo>
                  <a:pt x="34" y="235"/>
                </a:lnTo>
                <a:lnTo>
                  <a:pt x="34" y="219"/>
                </a:lnTo>
                <a:lnTo>
                  <a:pt x="34" y="219"/>
                </a:lnTo>
                <a:close/>
                <a:moveTo>
                  <a:pt x="34" y="266"/>
                </a:moveTo>
                <a:lnTo>
                  <a:pt x="42" y="266"/>
                </a:lnTo>
                <a:lnTo>
                  <a:pt x="42" y="281"/>
                </a:lnTo>
                <a:lnTo>
                  <a:pt x="34" y="281"/>
                </a:lnTo>
                <a:lnTo>
                  <a:pt x="34" y="266"/>
                </a:lnTo>
                <a:lnTo>
                  <a:pt x="34" y="266"/>
                </a:lnTo>
                <a:close/>
                <a:moveTo>
                  <a:pt x="34" y="313"/>
                </a:moveTo>
                <a:lnTo>
                  <a:pt x="42" y="313"/>
                </a:lnTo>
                <a:lnTo>
                  <a:pt x="42" y="321"/>
                </a:lnTo>
                <a:lnTo>
                  <a:pt x="42" y="321"/>
                </a:lnTo>
                <a:lnTo>
                  <a:pt x="42" y="329"/>
                </a:lnTo>
                <a:lnTo>
                  <a:pt x="37" y="329"/>
                </a:lnTo>
                <a:lnTo>
                  <a:pt x="34" y="329"/>
                </a:lnTo>
                <a:lnTo>
                  <a:pt x="34" y="325"/>
                </a:lnTo>
                <a:lnTo>
                  <a:pt x="34" y="313"/>
                </a:lnTo>
                <a:lnTo>
                  <a:pt x="34" y="313"/>
                </a:lnTo>
                <a:close/>
                <a:moveTo>
                  <a:pt x="73" y="329"/>
                </a:moveTo>
                <a:lnTo>
                  <a:pt x="73" y="321"/>
                </a:lnTo>
                <a:lnTo>
                  <a:pt x="89" y="321"/>
                </a:lnTo>
                <a:lnTo>
                  <a:pt x="89" y="329"/>
                </a:lnTo>
                <a:lnTo>
                  <a:pt x="73" y="329"/>
                </a:lnTo>
                <a:lnTo>
                  <a:pt x="73" y="329"/>
                </a:lnTo>
                <a:close/>
                <a:moveTo>
                  <a:pt x="119" y="329"/>
                </a:moveTo>
                <a:lnTo>
                  <a:pt x="119" y="321"/>
                </a:lnTo>
                <a:lnTo>
                  <a:pt x="135" y="321"/>
                </a:lnTo>
                <a:lnTo>
                  <a:pt x="135" y="329"/>
                </a:lnTo>
                <a:lnTo>
                  <a:pt x="119" y="329"/>
                </a:lnTo>
                <a:lnTo>
                  <a:pt x="119" y="329"/>
                </a:lnTo>
                <a:close/>
                <a:moveTo>
                  <a:pt x="167" y="329"/>
                </a:moveTo>
                <a:lnTo>
                  <a:pt x="167" y="321"/>
                </a:lnTo>
                <a:lnTo>
                  <a:pt x="182" y="321"/>
                </a:lnTo>
                <a:lnTo>
                  <a:pt x="182" y="329"/>
                </a:lnTo>
                <a:lnTo>
                  <a:pt x="167" y="329"/>
                </a:lnTo>
                <a:lnTo>
                  <a:pt x="167" y="329"/>
                </a:lnTo>
                <a:close/>
                <a:moveTo>
                  <a:pt x="214" y="329"/>
                </a:moveTo>
                <a:lnTo>
                  <a:pt x="214" y="321"/>
                </a:lnTo>
                <a:lnTo>
                  <a:pt x="230" y="321"/>
                </a:lnTo>
                <a:lnTo>
                  <a:pt x="230" y="329"/>
                </a:lnTo>
                <a:lnTo>
                  <a:pt x="214" y="329"/>
                </a:lnTo>
                <a:lnTo>
                  <a:pt x="214" y="329"/>
                </a:lnTo>
                <a:close/>
                <a:moveTo>
                  <a:pt x="261" y="329"/>
                </a:moveTo>
                <a:lnTo>
                  <a:pt x="261" y="321"/>
                </a:lnTo>
                <a:lnTo>
                  <a:pt x="277" y="321"/>
                </a:lnTo>
                <a:lnTo>
                  <a:pt x="277" y="329"/>
                </a:lnTo>
                <a:lnTo>
                  <a:pt x="261" y="329"/>
                </a:lnTo>
                <a:lnTo>
                  <a:pt x="261" y="329"/>
                </a:lnTo>
                <a:close/>
                <a:moveTo>
                  <a:pt x="308" y="329"/>
                </a:moveTo>
                <a:lnTo>
                  <a:pt x="308" y="321"/>
                </a:lnTo>
                <a:lnTo>
                  <a:pt x="324" y="321"/>
                </a:lnTo>
                <a:lnTo>
                  <a:pt x="324" y="329"/>
                </a:lnTo>
                <a:lnTo>
                  <a:pt x="308" y="329"/>
                </a:lnTo>
                <a:lnTo>
                  <a:pt x="308" y="329"/>
                </a:lnTo>
                <a:close/>
                <a:moveTo>
                  <a:pt x="356" y="329"/>
                </a:moveTo>
                <a:lnTo>
                  <a:pt x="356" y="321"/>
                </a:lnTo>
                <a:lnTo>
                  <a:pt x="372" y="321"/>
                </a:lnTo>
                <a:lnTo>
                  <a:pt x="372" y="329"/>
                </a:lnTo>
                <a:lnTo>
                  <a:pt x="356" y="329"/>
                </a:lnTo>
                <a:lnTo>
                  <a:pt x="356" y="329"/>
                </a:lnTo>
                <a:close/>
                <a:moveTo>
                  <a:pt x="403" y="329"/>
                </a:moveTo>
                <a:lnTo>
                  <a:pt x="403" y="321"/>
                </a:lnTo>
                <a:lnTo>
                  <a:pt x="419" y="321"/>
                </a:lnTo>
                <a:lnTo>
                  <a:pt x="419" y="329"/>
                </a:lnTo>
                <a:lnTo>
                  <a:pt x="403" y="329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 83">
            <a:extLst>
              <a:ext uri="{FF2B5EF4-FFF2-40B4-BE49-F238E27FC236}">
                <a16:creationId xmlns:a16="http://schemas.microsoft.com/office/drawing/2014/main" id="{8170C404-E8A6-17AC-A1C7-1259971D0465}"/>
              </a:ext>
            </a:extLst>
          </p:cNvPr>
          <p:cNvSpPr>
            <a:spLocks noEditPoints="1"/>
          </p:cNvSpPr>
          <p:nvPr/>
        </p:nvSpPr>
        <p:spPr bwMode="auto">
          <a:xfrm>
            <a:off x="7914133" y="4156075"/>
            <a:ext cx="822325" cy="117475"/>
          </a:xfrm>
          <a:custGeom>
            <a:avLst/>
            <a:gdLst>
              <a:gd name="T0" fmla="*/ 43 w 518"/>
              <a:gd name="T1" fmla="*/ 66 h 74"/>
              <a:gd name="T2" fmla="*/ 49 w 518"/>
              <a:gd name="T3" fmla="*/ 65 h 74"/>
              <a:gd name="T4" fmla="*/ 54 w 518"/>
              <a:gd name="T5" fmla="*/ 62 h 74"/>
              <a:gd name="T6" fmla="*/ 59 w 518"/>
              <a:gd name="T7" fmla="*/ 58 h 74"/>
              <a:gd name="T8" fmla="*/ 63 w 518"/>
              <a:gd name="T9" fmla="*/ 54 h 74"/>
              <a:gd name="T10" fmla="*/ 66 w 518"/>
              <a:gd name="T11" fmla="*/ 48 h 74"/>
              <a:gd name="T12" fmla="*/ 68 w 518"/>
              <a:gd name="T13" fmla="*/ 43 h 74"/>
              <a:gd name="T14" fmla="*/ 68 w 518"/>
              <a:gd name="T15" fmla="*/ 37 h 74"/>
              <a:gd name="T16" fmla="*/ 68 w 518"/>
              <a:gd name="T17" fmla="*/ 30 h 74"/>
              <a:gd name="T18" fmla="*/ 66 w 518"/>
              <a:gd name="T19" fmla="*/ 25 h 74"/>
              <a:gd name="T20" fmla="*/ 62 w 518"/>
              <a:gd name="T21" fmla="*/ 20 h 74"/>
              <a:gd name="T22" fmla="*/ 59 w 518"/>
              <a:gd name="T23" fmla="*/ 16 h 74"/>
              <a:gd name="T24" fmla="*/ 54 w 518"/>
              <a:gd name="T25" fmla="*/ 12 h 74"/>
              <a:gd name="T26" fmla="*/ 49 w 518"/>
              <a:gd name="T27" fmla="*/ 9 h 74"/>
              <a:gd name="T28" fmla="*/ 43 w 518"/>
              <a:gd name="T29" fmla="*/ 8 h 74"/>
              <a:gd name="T30" fmla="*/ 36 w 518"/>
              <a:gd name="T31" fmla="*/ 8 h 74"/>
              <a:gd name="T32" fmla="*/ 31 w 518"/>
              <a:gd name="T33" fmla="*/ 9 h 74"/>
              <a:gd name="T34" fmla="*/ 25 w 518"/>
              <a:gd name="T35" fmla="*/ 11 h 74"/>
              <a:gd name="T36" fmla="*/ 21 w 518"/>
              <a:gd name="T37" fmla="*/ 13 h 74"/>
              <a:gd name="T38" fmla="*/ 16 w 518"/>
              <a:gd name="T39" fmla="*/ 18 h 74"/>
              <a:gd name="T40" fmla="*/ 13 w 518"/>
              <a:gd name="T41" fmla="*/ 22 h 74"/>
              <a:gd name="T42" fmla="*/ 10 w 518"/>
              <a:gd name="T43" fmla="*/ 28 h 74"/>
              <a:gd name="T44" fmla="*/ 9 w 518"/>
              <a:gd name="T45" fmla="*/ 34 h 74"/>
              <a:gd name="T46" fmla="*/ 9 w 518"/>
              <a:gd name="T47" fmla="*/ 40 h 74"/>
              <a:gd name="T48" fmla="*/ 10 w 518"/>
              <a:gd name="T49" fmla="*/ 46 h 74"/>
              <a:gd name="T50" fmla="*/ 13 w 518"/>
              <a:gd name="T51" fmla="*/ 52 h 74"/>
              <a:gd name="T52" fmla="*/ 16 w 518"/>
              <a:gd name="T53" fmla="*/ 56 h 74"/>
              <a:gd name="T54" fmla="*/ 21 w 518"/>
              <a:gd name="T55" fmla="*/ 61 h 74"/>
              <a:gd name="T56" fmla="*/ 25 w 518"/>
              <a:gd name="T57" fmla="*/ 64 h 74"/>
              <a:gd name="T58" fmla="*/ 31 w 518"/>
              <a:gd name="T59" fmla="*/ 66 h 74"/>
              <a:gd name="T60" fmla="*/ 37 w 518"/>
              <a:gd name="T61" fmla="*/ 66 h 74"/>
              <a:gd name="T62" fmla="*/ 76 w 518"/>
              <a:gd name="T63" fmla="*/ 43 h 74"/>
              <a:gd name="T64" fmla="*/ 73 w 518"/>
              <a:gd name="T65" fmla="*/ 50 h 74"/>
              <a:gd name="T66" fmla="*/ 70 w 518"/>
              <a:gd name="T67" fmla="*/ 57 h 74"/>
              <a:gd name="T68" fmla="*/ 66 w 518"/>
              <a:gd name="T69" fmla="*/ 63 h 74"/>
              <a:gd name="T70" fmla="*/ 60 w 518"/>
              <a:gd name="T71" fmla="*/ 67 h 74"/>
              <a:gd name="T72" fmla="*/ 54 w 518"/>
              <a:gd name="T73" fmla="*/ 72 h 74"/>
              <a:gd name="T74" fmla="*/ 46 w 518"/>
              <a:gd name="T75" fmla="*/ 74 h 74"/>
              <a:gd name="T76" fmla="*/ 39 w 518"/>
              <a:gd name="T77" fmla="*/ 74 h 74"/>
              <a:gd name="T78" fmla="*/ 31 w 518"/>
              <a:gd name="T79" fmla="*/ 74 h 74"/>
              <a:gd name="T80" fmla="*/ 24 w 518"/>
              <a:gd name="T81" fmla="*/ 72 h 74"/>
              <a:gd name="T82" fmla="*/ 17 w 518"/>
              <a:gd name="T83" fmla="*/ 68 h 74"/>
              <a:gd name="T84" fmla="*/ 12 w 518"/>
              <a:gd name="T85" fmla="*/ 63 h 74"/>
              <a:gd name="T86" fmla="*/ 7 w 518"/>
              <a:gd name="T87" fmla="*/ 57 h 74"/>
              <a:gd name="T88" fmla="*/ 4 w 518"/>
              <a:gd name="T89" fmla="*/ 50 h 74"/>
              <a:gd name="T90" fmla="*/ 1 w 518"/>
              <a:gd name="T91" fmla="*/ 44 h 74"/>
              <a:gd name="T92" fmla="*/ 0 w 518"/>
              <a:gd name="T93" fmla="*/ 36 h 74"/>
              <a:gd name="T94" fmla="*/ 1 w 518"/>
              <a:gd name="T95" fmla="*/ 28 h 74"/>
              <a:gd name="T96" fmla="*/ 5 w 518"/>
              <a:gd name="T97" fmla="*/ 21 h 74"/>
              <a:gd name="T98" fmla="*/ 8 w 518"/>
              <a:gd name="T99" fmla="*/ 14 h 74"/>
              <a:gd name="T100" fmla="*/ 14 w 518"/>
              <a:gd name="T101" fmla="*/ 9 h 74"/>
              <a:gd name="T102" fmla="*/ 19 w 518"/>
              <a:gd name="T103" fmla="*/ 4 h 74"/>
              <a:gd name="T104" fmla="*/ 26 w 518"/>
              <a:gd name="T105" fmla="*/ 1 h 74"/>
              <a:gd name="T106" fmla="*/ 34 w 518"/>
              <a:gd name="T107" fmla="*/ 0 h 74"/>
              <a:gd name="T108" fmla="*/ 42 w 518"/>
              <a:gd name="T109" fmla="*/ 0 h 74"/>
              <a:gd name="T110" fmla="*/ 50 w 518"/>
              <a:gd name="T111" fmla="*/ 1 h 74"/>
              <a:gd name="T112" fmla="*/ 57 w 518"/>
              <a:gd name="T113" fmla="*/ 4 h 74"/>
              <a:gd name="T114" fmla="*/ 62 w 518"/>
              <a:gd name="T115" fmla="*/ 8 h 74"/>
              <a:gd name="T116" fmla="*/ 68 w 518"/>
              <a:gd name="T117" fmla="*/ 13 h 74"/>
              <a:gd name="T118" fmla="*/ 72 w 518"/>
              <a:gd name="T119" fmla="*/ 20 h 74"/>
              <a:gd name="T120" fmla="*/ 75 w 518"/>
              <a:gd name="T121" fmla="*/ 27 h 74"/>
              <a:gd name="T122" fmla="*/ 76 w 518"/>
              <a:gd name="T123" fmla="*/ 35 h 74"/>
              <a:gd name="T124" fmla="*/ 236 w 518"/>
              <a:gd name="T125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18" h="74">
                <a:moveTo>
                  <a:pt x="502" y="41"/>
                </a:moveTo>
                <a:lnTo>
                  <a:pt x="502" y="34"/>
                </a:lnTo>
                <a:lnTo>
                  <a:pt x="518" y="34"/>
                </a:lnTo>
                <a:lnTo>
                  <a:pt x="518" y="41"/>
                </a:lnTo>
                <a:lnTo>
                  <a:pt x="502" y="41"/>
                </a:lnTo>
                <a:lnTo>
                  <a:pt x="502" y="41"/>
                </a:lnTo>
                <a:close/>
                <a:moveTo>
                  <a:pt x="39" y="66"/>
                </a:move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6" y="66"/>
                </a:lnTo>
                <a:lnTo>
                  <a:pt x="46" y="66"/>
                </a:lnTo>
                <a:lnTo>
                  <a:pt x="46" y="65"/>
                </a:lnTo>
                <a:lnTo>
                  <a:pt x="46" y="65"/>
                </a:lnTo>
                <a:lnTo>
                  <a:pt x="46" y="65"/>
                </a:lnTo>
                <a:lnTo>
                  <a:pt x="46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50" y="65"/>
                </a:lnTo>
                <a:lnTo>
                  <a:pt x="50" y="65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2" y="64"/>
                </a:lnTo>
                <a:lnTo>
                  <a:pt x="52" y="64"/>
                </a:lnTo>
                <a:lnTo>
                  <a:pt x="52" y="64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4" y="63"/>
                </a:lnTo>
                <a:lnTo>
                  <a:pt x="54" y="63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9" y="59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60" y="58"/>
                </a:lnTo>
                <a:lnTo>
                  <a:pt x="60" y="58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1" y="57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6" y="50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4"/>
                </a:lnTo>
                <a:lnTo>
                  <a:pt x="67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7" y="30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6" y="27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3" y="22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0"/>
                </a:lnTo>
                <a:lnTo>
                  <a:pt x="63" y="20"/>
                </a:lnTo>
                <a:lnTo>
                  <a:pt x="63" y="20"/>
                </a:lnTo>
                <a:lnTo>
                  <a:pt x="63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7" y="14"/>
                </a:lnTo>
                <a:lnTo>
                  <a:pt x="57" y="14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2"/>
                </a:lnTo>
                <a:lnTo>
                  <a:pt x="55" y="12"/>
                </a:lnTo>
                <a:lnTo>
                  <a:pt x="55" y="12"/>
                </a:lnTo>
                <a:lnTo>
                  <a:pt x="55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5" y="9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1" y="8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7" y="9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5" y="10"/>
                </a:lnTo>
                <a:lnTo>
                  <a:pt x="25" y="10"/>
                </a:lnTo>
                <a:lnTo>
                  <a:pt x="25" y="10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3" y="11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3"/>
                </a:lnTo>
                <a:lnTo>
                  <a:pt x="22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19" y="13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8" y="14"/>
                </a:lnTo>
                <a:lnTo>
                  <a:pt x="18" y="14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7" y="16"/>
                </a:lnTo>
                <a:lnTo>
                  <a:pt x="17" y="16"/>
                </a:lnTo>
                <a:lnTo>
                  <a:pt x="17" y="16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5" y="18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1"/>
                </a:lnTo>
                <a:lnTo>
                  <a:pt x="14" y="21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3" y="21"/>
                </a:lnTo>
                <a:lnTo>
                  <a:pt x="13" y="21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3"/>
                </a:lnTo>
                <a:lnTo>
                  <a:pt x="13" y="23"/>
                </a:lnTo>
                <a:lnTo>
                  <a:pt x="13" y="23"/>
                </a:lnTo>
                <a:lnTo>
                  <a:pt x="12" y="23"/>
                </a:lnTo>
                <a:lnTo>
                  <a:pt x="12" y="23"/>
                </a:lnTo>
                <a:lnTo>
                  <a:pt x="12" y="23"/>
                </a:lnTo>
                <a:lnTo>
                  <a:pt x="12" y="23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6"/>
                </a:lnTo>
                <a:lnTo>
                  <a:pt x="12" y="26"/>
                </a:lnTo>
                <a:lnTo>
                  <a:pt x="12" y="26"/>
                </a:lnTo>
                <a:lnTo>
                  <a:pt x="12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9"/>
                </a:lnTo>
                <a:lnTo>
                  <a:pt x="10" y="29"/>
                </a:lnTo>
                <a:lnTo>
                  <a:pt x="10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10" y="45"/>
                </a:lnTo>
                <a:lnTo>
                  <a:pt x="10" y="45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2" y="48"/>
                </a:lnTo>
                <a:lnTo>
                  <a:pt x="12" y="48"/>
                </a:lnTo>
                <a:lnTo>
                  <a:pt x="12" y="48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3" y="50"/>
                </a:lnTo>
                <a:lnTo>
                  <a:pt x="13" y="50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3"/>
                </a:lnTo>
                <a:lnTo>
                  <a:pt x="13" y="53"/>
                </a:lnTo>
                <a:lnTo>
                  <a:pt x="13" y="53"/>
                </a:lnTo>
                <a:lnTo>
                  <a:pt x="13" y="53"/>
                </a:lnTo>
                <a:lnTo>
                  <a:pt x="14" y="53"/>
                </a:lnTo>
                <a:lnTo>
                  <a:pt x="14" y="53"/>
                </a:lnTo>
                <a:lnTo>
                  <a:pt x="14" y="53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6"/>
                </a:lnTo>
                <a:lnTo>
                  <a:pt x="15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61"/>
                </a:lnTo>
                <a:lnTo>
                  <a:pt x="19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2" y="61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3" y="62"/>
                </a:lnTo>
                <a:lnTo>
                  <a:pt x="23" y="62"/>
                </a:lnTo>
                <a:lnTo>
                  <a:pt x="23" y="62"/>
                </a:lnTo>
                <a:lnTo>
                  <a:pt x="23" y="62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5" y="63"/>
                </a:lnTo>
                <a:lnTo>
                  <a:pt x="25" y="63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7" y="64"/>
                </a:lnTo>
                <a:lnTo>
                  <a:pt x="27" y="64"/>
                </a:lnTo>
                <a:lnTo>
                  <a:pt x="27" y="64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1" y="65"/>
                </a:lnTo>
                <a:lnTo>
                  <a:pt x="31" y="65"/>
                </a:lnTo>
                <a:lnTo>
                  <a:pt x="31" y="65"/>
                </a:lnTo>
                <a:lnTo>
                  <a:pt x="31" y="66"/>
                </a:lnTo>
                <a:lnTo>
                  <a:pt x="31" y="66"/>
                </a:lnTo>
                <a:lnTo>
                  <a:pt x="31" y="66"/>
                </a:lnTo>
                <a:lnTo>
                  <a:pt x="31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close/>
                <a:moveTo>
                  <a:pt x="76" y="37"/>
                </a:move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6" y="38"/>
                </a:lnTo>
                <a:lnTo>
                  <a:pt x="76" y="38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1"/>
                </a:lnTo>
                <a:lnTo>
                  <a:pt x="76" y="41"/>
                </a:lnTo>
                <a:lnTo>
                  <a:pt x="76" y="41"/>
                </a:lnTo>
                <a:lnTo>
                  <a:pt x="76" y="41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5"/>
                </a:lnTo>
                <a:lnTo>
                  <a:pt x="76" y="45"/>
                </a:lnTo>
                <a:lnTo>
                  <a:pt x="76" y="45"/>
                </a:lnTo>
                <a:lnTo>
                  <a:pt x="75" y="45"/>
                </a:lnTo>
                <a:lnTo>
                  <a:pt x="75" y="45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9"/>
                </a:lnTo>
                <a:lnTo>
                  <a:pt x="75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2"/>
                </a:lnTo>
                <a:lnTo>
                  <a:pt x="73" y="52"/>
                </a:lnTo>
                <a:lnTo>
                  <a:pt x="73" y="52"/>
                </a:lnTo>
                <a:lnTo>
                  <a:pt x="73" y="52"/>
                </a:lnTo>
                <a:lnTo>
                  <a:pt x="72" y="52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0" y="56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8"/>
                </a:lnTo>
                <a:lnTo>
                  <a:pt x="70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8" y="59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7" y="61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1" y="66"/>
                </a:lnTo>
                <a:lnTo>
                  <a:pt x="61" y="66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8"/>
                </a:lnTo>
                <a:lnTo>
                  <a:pt x="60" y="68"/>
                </a:lnTo>
                <a:lnTo>
                  <a:pt x="60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1" y="72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39" y="74"/>
                </a:lnTo>
                <a:lnTo>
                  <a:pt x="39" y="74"/>
                </a:lnTo>
                <a:lnTo>
                  <a:pt x="39" y="74"/>
                </a:lnTo>
                <a:lnTo>
                  <a:pt x="39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5" y="74"/>
                </a:lnTo>
                <a:lnTo>
                  <a:pt x="35" y="74"/>
                </a:lnTo>
                <a:lnTo>
                  <a:pt x="35" y="74"/>
                </a:lnTo>
                <a:lnTo>
                  <a:pt x="35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3" y="72"/>
                </a:lnTo>
                <a:lnTo>
                  <a:pt x="23" y="72"/>
                </a:lnTo>
                <a:lnTo>
                  <a:pt x="23" y="71"/>
                </a:lnTo>
                <a:lnTo>
                  <a:pt x="23" y="71"/>
                </a:lnTo>
                <a:lnTo>
                  <a:pt x="23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1" y="71"/>
                </a:lnTo>
                <a:lnTo>
                  <a:pt x="21" y="71"/>
                </a:lnTo>
                <a:lnTo>
                  <a:pt x="21" y="70"/>
                </a:lnTo>
                <a:lnTo>
                  <a:pt x="21" y="70"/>
                </a:lnTo>
                <a:lnTo>
                  <a:pt x="21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8" y="70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7" y="67"/>
                </a:lnTo>
                <a:lnTo>
                  <a:pt x="17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4" y="66"/>
                </a:lnTo>
                <a:lnTo>
                  <a:pt x="14" y="66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3" y="65"/>
                </a:lnTo>
                <a:lnTo>
                  <a:pt x="13" y="65"/>
                </a:lnTo>
                <a:lnTo>
                  <a:pt x="13" y="65"/>
                </a:lnTo>
                <a:lnTo>
                  <a:pt x="13" y="64"/>
                </a:lnTo>
                <a:lnTo>
                  <a:pt x="13" y="64"/>
                </a:lnTo>
                <a:lnTo>
                  <a:pt x="13" y="64"/>
                </a:lnTo>
                <a:lnTo>
                  <a:pt x="13" y="64"/>
                </a:lnTo>
                <a:lnTo>
                  <a:pt x="12" y="64"/>
                </a:lnTo>
                <a:lnTo>
                  <a:pt x="12" y="64"/>
                </a:lnTo>
                <a:lnTo>
                  <a:pt x="12" y="64"/>
                </a:lnTo>
                <a:lnTo>
                  <a:pt x="12" y="63"/>
                </a:lnTo>
                <a:lnTo>
                  <a:pt x="12" y="63"/>
                </a:lnTo>
                <a:lnTo>
                  <a:pt x="12" y="63"/>
                </a:lnTo>
                <a:lnTo>
                  <a:pt x="12" y="63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9" y="62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8" y="61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8"/>
                </a:lnTo>
                <a:lnTo>
                  <a:pt x="8" y="58"/>
                </a:lnTo>
                <a:lnTo>
                  <a:pt x="7" y="58"/>
                </a:lnTo>
                <a:lnTo>
                  <a:pt x="7" y="58"/>
                </a:lnTo>
                <a:lnTo>
                  <a:pt x="7" y="58"/>
                </a:lnTo>
                <a:lnTo>
                  <a:pt x="7" y="58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6" y="57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5"/>
                </a:lnTo>
                <a:lnTo>
                  <a:pt x="6" y="55"/>
                </a:lnTo>
                <a:lnTo>
                  <a:pt x="6" y="55"/>
                </a:lnTo>
                <a:lnTo>
                  <a:pt x="5" y="55"/>
                </a:lnTo>
                <a:lnTo>
                  <a:pt x="5" y="55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4" y="53"/>
                </a:lnTo>
                <a:lnTo>
                  <a:pt x="4" y="53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1"/>
                </a:lnTo>
                <a:lnTo>
                  <a:pt x="1" y="41"/>
                </a:lnTo>
                <a:lnTo>
                  <a:pt x="1" y="41"/>
                </a:lnTo>
                <a:lnTo>
                  <a:pt x="1" y="41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39"/>
                </a:lnTo>
                <a:lnTo>
                  <a:pt x="1" y="39"/>
                </a:lnTo>
                <a:lnTo>
                  <a:pt x="1" y="39"/>
                </a:lnTo>
                <a:lnTo>
                  <a:pt x="1" y="39"/>
                </a:lnTo>
                <a:lnTo>
                  <a:pt x="0" y="39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1" y="35"/>
                </a:lnTo>
                <a:lnTo>
                  <a:pt x="1" y="35"/>
                </a:lnTo>
                <a:lnTo>
                  <a:pt x="1" y="35"/>
                </a:lnTo>
                <a:lnTo>
                  <a:pt x="1" y="35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3" y="28"/>
                </a:lnTo>
                <a:lnTo>
                  <a:pt x="3" y="28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4" y="25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1"/>
                </a:lnTo>
                <a:lnTo>
                  <a:pt x="5" y="21"/>
                </a:lnTo>
                <a:lnTo>
                  <a:pt x="5" y="21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19"/>
                </a:lnTo>
                <a:lnTo>
                  <a:pt x="6" y="19"/>
                </a:lnTo>
                <a:lnTo>
                  <a:pt x="6" y="19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6"/>
                </a:lnTo>
                <a:lnTo>
                  <a:pt x="7" y="16"/>
                </a:lnTo>
                <a:lnTo>
                  <a:pt x="7" y="16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0"/>
                </a:lnTo>
                <a:lnTo>
                  <a:pt x="12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9"/>
                </a:lnTo>
                <a:lnTo>
                  <a:pt x="13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6" y="8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7" y="7"/>
                </a:lnTo>
                <a:lnTo>
                  <a:pt x="17" y="7"/>
                </a:lnTo>
                <a:lnTo>
                  <a:pt x="17" y="7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9" y="5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1"/>
                </a:lnTo>
                <a:lnTo>
                  <a:pt x="26" y="1"/>
                </a:lnTo>
                <a:lnTo>
                  <a:pt x="26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6" y="0"/>
                </a:lnTo>
                <a:lnTo>
                  <a:pt x="46" y="0"/>
                </a:lnTo>
                <a:lnTo>
                  <a:pt x="46" y="0"/>
                </a:lnTo>
                <a:lnTo>
                  <a:pt x="46" y="0"/>
                </a:lnTo>
                <a:lnTo>
                  <a:pt x="46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1" y="1"/>
                </a:lnTo>
                <a:lnTo>
                  <a:pt x="51" y="1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3" y="2"/>
                </a:lnTo>
                <a:lnTo>
                  <a:pt x="53" y="2"/>
                </a:lnTo>
                <a:lnTo>
                  <a:pt x="53" y="2"/>
                </a:lnTo>
                <a:lnTo>
                  <a:pt x="53" y="2"/>
                </a:lnTo>
                <a:lnTo>
                  <a:pt x="53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8" y="4"/>
                </a:lnTo>
                <a:lnTo>
                  <a:pt x="58" y="4"/>
                </a:lnTo>
                <a:lnTo>
                  <a:pt x="58" y="4"/>
                </a:lnTo>
                <a:lnTo>
                  <a:pt x="58" y="5"/>
                </a:lnTo>
                <a:lnTo>
                  <a:pt x="58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60" y="5"/>
                </a:lnTo>
                <a:lnTo>
                  <a:pt x="60" y="5"/>
                </a:lnTo>
                <a:lnTo>
                  <a:pt x="60" y="7"/>
                </a:lnTo>
                <a:lnTo>
                  <a:pt x="60" y="7"/>
                </a:lnTo>
                <a:lnTo>
                  <a:pt x="60" y="7"/>
                </a:lnTo>
                <a:lnTo>
                  <a:pt x="60" y="7"/>
                </a:lnTo>
                <a:lnTo>
                  <a:pt x="61" y="7"/>
                </a:lnTo>
                <a:lnTo>
                  <a:pt x="61" y="7"/>
                </a:lnTo>
                <a:lnTo>
                  <a:pt x="61" y="7"/>
                </a:lnTo>
                <a:lnTo>
                  <a:pt x="61" y="7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3"/>
                </a:lnTo>
                <a:lnTo>
                  <a:pt x="67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lnTo>
                  <a:pt x="69" y="14"/>
                </a:lnTo>
                <a:lnTo>
                  <a:pt x="69" y="14"/>
                </a:lnTo>
                <a:lnTo>
                  <a:pt x="69" y="14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70" y="16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8"/>
                </a:lnTo>
                <a:lnTo>
                  <a:pt x="70" y="18"/>
                </a:lnTo>
                <a:lnTo>
                  <a:pt x="71" y="18"/>
                </a:lnTo>
                <a:lnTo>
                  <a:pt x="71" y="18"/>
                </a:lnTo>
                <a:lnTo>
                  <a:pt x="71" y="18"/>
                </a:lnTo>
                <a:lnTo>
                  <a:pt x="71" y="18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2"/>
                </a:lnTo>
                <a:lnTo>
                  <a:pt x="72" y="22"/>
                </a:lnTo>
                <a:lnTo>
                  <a:pt x="73" y="22"/>
                </a:lnTo>
                <a:lnTo>
                  <a:pt x="73" y="22"/>
                </a:lnTo>
                <a:lnTo>
                  <a:pt x="73" y="22"/>
                </a:lnTo>
                <a:lnTo>
                  <a:pt x="73" y="22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5"/>
                </a:lnTo>
                <a:lnTo>
                  <a:pt x="73" y="25"/>
                </a:lnTo>
                <a:lnTo>
                  <a:pt x="73" y="25"/>
                </a:lnTo>
                <a:lnTo>
                  <a:pt x="73" y="25"/>
                </a:lnTo>
                <a:lnTo>
                  <a:pt x="75" y="25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9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9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5"/>
                </a:lnTo>
                <a:lnTo>
                  <a:pt x="76" y="35"/>
                </a:lnTo>
                <a:lnTo>
                  <a:pt x="76" y="35"/>
                </a:lnTo>
                <a:lnTo>
                  <a:pt x="76" y="35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close/>
                <a:moveTo>
                  <a:pt x="78" y="41"/>
                </a:moveTo>
                <a:lnTo>
                  <a:pt x="78" y="34"/>
                </a:lnTo>
                <a:lnTo>
                  <a:pt x="94" y="34"/>
                </a:lnTo>
                <a:lnTo>
                  <a:pt x="94" y="41"/>
                </a:lnTo>
                <a:lnTo>
                  <a:pt x="78" y="41"/>
                </a:lnTo>
                <a:lnTo>
                  <a:pt x="78" y="41"/>
                </a:lnTo>
                <a:close/>
                <a:moveTo>
                  <a:pt x="125" y="41"/>
                </a:moveTo>
                <a:lnTo>
                  <a:pt x="125" y="34"/>
                </a:lnTo>
                <a:lnTo>
                  <a:pt x="141" y="34"/>
                </a:lnTo>
                <a:lnTo>
                  <a:pt x="141" y="41"/>
                </a:lnTo>
                <a:lnTo>
                  <a:pt x="125" y="41"/>
                </a:lnTo>
                <a:lnTo>
                  <a:pt x="125" y="41"/>
                </a:lnTo>
                <a:close/>
                <a:moveTo>
                  <a:pt x="173" y="41"/>
                </a:moveTo>
                <a:lnTo>
                  <a:pt x="173" y="34"/>
                </a:lnTo>
                <a:lnTo>
                  <a:pt x="188" y="34"/>
                </a:lnTo>
                <a:lnTo>
                  <a:pt x="188" y="41"/>
                </a:lnTo>
                <a:lnTo>
                  <a:pt x="173" y="41"/>
                </a:lnTo>
                <a:lnTo>
                  <a:pt x="173" y="41"/>
                </a:lnTo>
                <a:close/>
                <a:moveTo>
                  <a:pt x="220" y="41"/>
                </a:moveTo>
                <a:lnTo>
                  <a:pt x="220" y="34"/>
                </a:lnTo>
                <a:lnTo>
                  <a:pt x="236" y="34"/>
                </a:lnTo>
                <a:lnTo>
                  <a:pt x="236" y="41"/>
                </a:lnTo>
                <a:lnTo>
                  <a:pt x="220" y="41"/>
                </a:lnTo>
                <a:lnTo>
                  <a:pt x="220" y="41"/>
                </a:lnTo>
                <a:close/>
                <a:moveTo>
                  <a:pt x="267" y="41"/>
                </a:moveTo>
                <a:lnTo>
                  <a:pt x="267" y="34"/>
                </a:lnTo>
                <a:lnTo>
                  <a:pt x="283" y="34"/>
                </a:lnTo>
                <a:lnTo>
                  <a:pt x="283" y="41"/>
                </a:lnTo>
                <a:lnTo>
                  <a:pt x="267" y="41"/>
                </a:lnTo>
                <a:lnTo>
                  <a:pt x="267" y="41"/>
                </a:lnTo>
                <a:close/>
                <a:moveTo>
                  <a:pt x="314" y="41"/>
                </a:moveTo>
                <a:lnTo>
                  <a:pt x="314" y="34"/>
                </a:lnTo>
                <a:lnTo>
                  <a:pt x="330" y="34"/>
                </a:lnTo>
                <a:lnTo>
                  <a:pt x="330" y="41"/>
                </a:lnTo>
                <a:lnTo>
                  <a:pt x="314" y="41"/>
                </a:lnTo>
                <a:lnTo>
                  <a:pt x="314" y="41"/>
                </a:lnTo>
                <a:close/>
                <a:moveTo>
                  <a:pt x="362" y="41"/>
                </a:moveTo>
                <a:lnTo>
                  <a:pt x="362" y="34"/>
                </a:lnTo>
                <a:lnTo>
                  <a:pt x="376" y="34"/>
                </a:lnTo>
                <a:lnTo>
                  <a:pt x="376" y="41"/>
                </a:lnTo>
                <a:lnTo>
                  <a:pt x="362" y="41"/>
                </a:lnTo>
                <a:lnTo>
                  <a:pt x="362" y="41"/>
                </a:lnTo>
                <a:close/>
                <a:moveTo>
                  <a:pt x="408" y="41"/>
                </a:moveTo>
                <a:lnTo>
                  <a:pt x="408" y="34"/>
                </a:lnTo>
                <a:lnTo>
                  <a:pt x="424" y="34"/>
                </a:lnTo>
                <a:lnTo>
                  <a:pt x="424" y="41"/>
                </a:lnTo>
                <a:lnTo>
                  <a:pt x="408" y="41"/>
                </a:lnTo>
                <a:lnTo>
                  <a:pt x="408" y="41"/>
                </a:lnTo>
                <a:close/>
                <a:moveTo>
                  <a:pt x="455" y="41"/>
                </a:moveTo>
                <a:lnTo>
                  <a:pt x="455" y="34"/>
                </a:lnTo>
                <a:lnTo>
                  <a:pt x="471" y="34"/>
                </a:lnTo>
                <a:lnTo>
                  <a:pt x="471" y="41"/>
                </a:lnTo>
                <a:lnTo>
                  <a:pt x="455" y="41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" name="Freeform 84">
            <a:extLst>
              <a:ext uri="{FF2B5EF4-FFF2-40B4-BE49-F238E27FC236}">
                <a16:creationId xmlns:a16="http://schemas.microsoft.com/office/drawing/2014/main" id="{BE91C7E8-8FF4-825B-40C2-C563A95D1556}"/>
              </a:ext>
            </a:extLst>
          </p:cNvPr>
          <p:cNvSpPr>
            <a:spLocks noEditPoints="1"/>
          </p:cNvSpPr>
          <p:nvPr/>
        </p:nvSpPr>
        <p:spPr bwMode="auto">
          <a:xfrm>
            <a:off x="7914133" y="3128963"/>
            <a:ext cx="847725" cy="334962"/>
          </a:xfrm>
          <a:custGeom>
            <a:avLst/>
            <a:gdLst>
              <a:gd name="T0" fmla="*/ 43 w 534"/>
              <a:gd name="T1" fmla="*/ 203 h 211"/>
              <a:gd name="T2" fmla="*/ 50 w 534"/>
              <a:gd name="T3" fmla="*/ 201 h 211"/>
              <a:gd name="T4" fmla="*/ 54 w 534"/>
              <a:gd name="T5" fmla="*/ 197 h 211"/>
              <a:gd name="T6" fmla="*/ 60 w 534"/>
              <a:gd name="T7" fmla="*/ 194 h 211"/>
              <a:gd name="T8" fmla="*/ 63 w 534"/>
              <a:gd name="T9" fmla="*/ 190 h 211"/>
              <a:gd name="T10" fmla="*/ 66 w 534"/>
              <a:gd name="T11" fmla="*/ 184 h 211"/>
              <a:gd name="T12" fmla="*/ 68 w 534"/>
              <a:gd name="T13" fmla="*/ 178 h 211"/>
              <a:gd name="T14" fmla="*/ 68 w 534"/>
              <a:gd name="T15" fmla="*/ 171 h 211"/>
              <a:gd name="T16" fmla="*/ 67 w 534"/>
              <a:gd name="T17" fmla="*/ 165 h 211"/>
              <a:gd name="T18" fmla="*/ 64 w 534"/>
              <a:gd name="T19" fmla="*/ 159 h 211"/>
              <a:gd name="T20" fmla="*/ 61 w 534"/>
              <a:gd name="T21" fmla="*/ 155 h 211"/>
              <a:gd name="T22" fmla="*/ 57 w 534"/>
              <a:gd name="T23" fmla="*/ 150 h 211"/>
              <a:gd name="T24" fmla="*/ 52 w 534"/>
              <a:gd name="T25" fmla="*/ 147 h 211"/>
              <a:gd name="T26" fmla="*/ 46 w 534"/>
              <a:gd name="T27" fmla="*/ 144 h 211"/>
              <a:gd name="T28" fmla="*/ 40 w 534"/>
              <a:gd name="T29" fmla="*/ 143 h 211"/>
              <a:gd name="T30" fmla="*/ 34 w 534"/>
              <a:gd name="T31" fmla="*/ 144 h 211"/>
              <a:gd name="T32" fmla="*/ 27 w 534"/>
              <a:gd name="T33" fmla="*/ 146 h 211"/>
              <a:gd name="T34" fmla="*/ 23 w 534"/>
              <a:gd name="T35" fmla="*/ 148 h 211"/>
              <a:gd name="T36" fmla="*/ 17 w 534"/>
              <a:gd name="T37" fmla="*/ 152 h 211"/>
              <a:gd name="T38" fmla="*/ 14 w 534"/>
              <a:gd name="T39" fmla="*/ 157 h 211"/>
              <a:gd name="T40" fmla="*/ 10 w 534"/>
              <a:gd name="T41" fmla="*/ 162 h 211"/>
              <a:gd name="T42" fmla="*/ 9 w 534"/>
              <a:gd name="T43" fmla="*/ 168 h 211"/>
              <a:gd name="T44" fmla="*/ 9 w 534"/>
              <a:gd name="T45" fmla="*/ 175 h 211"/>
              <a:gd name="T46" fmla="*/ 9 w 534"/>
              <a:gd name="T47" fmla="*/ 181 h 211"/>
              <a:gd name="T48" fmla="*/ 12 w 534"/>
              <a:gd name="T49" fmla="*/ 186 h 211"/>
              <a:gd name="T50" fmla="*/ 15 w 534"/>
              <a:gd name="T51" fmla="*/ 192 h 211"/>
              <a:gd name="T52" fmla="*/ 19 w 534"/>
              <a:gd name="T53" fmla="*/ 196 h 211"/>
              <a:gd name="T54" fmla="*/ 24 w 534"/>
              <a:gd name="T55" fmla="*/ 200 h 211"/>
              <a:gd name="T56" fmla="*/ 31 w 534"/>
              <a:gd name="T57" fmla="*/ 202 h 211"/>
              <a:gd name="T58" fmla="*/ 36 w 534"/>
              <a:gd name="T59" fmla="*/ 203 h 211"/>
              <a:gd name="T60" fmla="*/ 76 w 534"/>
              <a:gd name="T61" fmla="*/ 178 h 211"/>
              <a:gd name="T62" fmla="*/ 73 w 534"/>
              <a:gd name="T63" fmla="*/ 186 h 211"/>
              <a:gd name="T64" fmla="*/ 70 w 534"/>
              <a:gd name="T65" fmla="*/ 193 h 211"/>
              <a:gd name="T66" fmla="*/ 66 w 534"/>
              <a:gd name="T67" fmla="*/ 199 h 211"/>
              <a:gd name="T68" fmla="*/ 60 w 534"/>
              <a:gd name="T69" fmla="*/ 204 h 211"/>
              <a:gd name="T70" fmla="*/ 53 w 534"/>
              <a:gd name="T71" fmla="*/ 208 h 211"/>
              <a:gd name="T72" fmla="*/ 45 w 534"/>
              <a:gd name="T73" fmla="*/ 210 h 211"/>
              <a:gd name="T74" fmla="*/ 37 w 534"/>
              <a:gd name="T75" fmla="*/ 211 h 211"/>
              <a:gd name="T76" fmla="*/ 30 w 534"/>
              <a:gd name="T77" fmla="*/ 210 h 211"/>
              <a:gd name="T78" fmla="*/ 23 w 534"/>
              <a:gd name="T79" fmla="*/ 208 h 211"/>
              <a:gd name="T80" fmla="*/ 16 w 534"/>
              <a:gd name="T81" fmla="*/ 203 h 211"/>
              <a:gd name="T82" fmla="*/ 10 w 534"/>
              <a:gd name="T83" fmla="*/ 199 h 211"/>
              <a:gd name="T84" fmla="*/ 6 w 534"/>
              <a:gd name="T85" fmla="*/ 192 h 211"/>
              <a:gd name="T86" fmla="*/ 3 w 534"/>
              <a:gd name="T87" fmla="*/ 185 h 211"/>
              <a:gd name="T88" fmla="*/ 1 w 534"/>
              <a:gd name="T89" fmla="*/ 177 h 211"/>
              <a:gd name="T90" fmla="*/ 1 w 534"/>
              <a:gd name="T91" fmla="*/ 168 h 211"/>
              <a:gd name="T92" fmla="*/ 3 w 534"/>
              <a:gd name="T93" fmla="*/ 161 h 211"/>
              <a:gd name="T94" fmla="*/ 6 w 534"/>
              <a:gd name="T95" fmla="*/ 153 h 211"/>
              <a:gd name="T96" fmla="*/ 10 w 534"/>
              <a:gd name="T97" fmla="*/ 148 h 211"/>
              <a:gd name="T98" fmla="*/ 16 w 534"/>
              <a:gd name="T99" fmla="*/ 142 h 211"/>
              <a:gd name="T100" fmla="*/ 23 w 534"/>
              <a:gd name="T101" fmla="*/ 139 h 211"/>
              <a:gd name="T102" fmla="*/ 31 w 534"/>
              <a:gd name="T103" fmla="*/ 137 h 211"/>
              <a:gd name="T104" fmla="*/ 39 w 534"/>
              <a:gd name="T105" fmla="*/ 135 h 211"/>
              <a:gd name="T106" fmla="*/ 46 w 534"/>
              <a:gd name="T107" fmla="*/ 137 h 211"/>
              <a:gd name="T108" fmla="*/ 54 w 534"/>
              <a:gd name="T109" fmla="*/ 139 h 211"/>
              <a:gd name="T110" fmla="*/ 61 w 534"/>
              <a:gd name="T111" fmla="*/ 143 h 211"/>
              <a:gd name="T112" fmla="*/ 67 w 534"/>
              <a:gd name="T113" fmla="*/ 148 h 211"/>
              <a:gd name="T114" fmla="*/ 71 w 534"/>
              <a:gd name="T115" fmla="*/ 155 h 211"/>
              <a:gd name="T116" fmla="*/ 75 w 534"/>
              <a:gd name="T117" fmla="*/ 161 h 211"/>
              <a:gd name="T118" fmla="*/ 76 w 534"/>
              <a:gd name="T119" fmla="*/ 169 h 211"/>
              <a:gd name="T120" fmla="*/ 188 w 534"/>
              <a:gd name="T121" fmla="*/ 177 h 211"/>
              <a:gd name="T122" fmla="*/ 456 w 534"/>
              <a:gd name="T123" fmla="*/ 16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34" h="211">
                <a:moveTo>
                  <a:pt x="534" y="16"/>
                </a:moveTo>
                <a:lnTo>
                  <a:pt x="526" y="16"/>
                </a:lnTo>
                <a:lnTo>
                  <a:pt x="526" y="0"/>
                </a:lnTo>
                <a:lnTo>
                  <a:pt x="534" y="0"/>
                </a:lnTo>
                <a:lnTo>
                  <a:pt x="534" y="16"/>
                </a:lnTo>
                <a:lnTo>
                  <a:pt x="534" y="16"/>
                </a:lnTo>
                <a:close/>
                <a:moveTo>
                  <a:pt x="39" y="203"/>
                </a:move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1" y="201"/>
                </a:lnTo>
                <a:lnTo>
                  <a:pt x="51" y="201"/>
                </a:lnTo>
                <a:lnTo>
                  <a:pt x="51" y="201"/>
                </a:lnTo>
                <a:lnTo>
                  <a:pt x="51" y="200"/>
                </a:lnTo>
                <a:lnTo>
                  <a:pt x="51" y="200"/>
                </a:lnTo>
                <a:lnTo>
                  <a:pt x="51" y="200"/>
                </a:lnTo>
                <a:lnTo>
                  <a:pt x="51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3" y="200"/>
                </a:lnTo>
                <a:lnTo>
                  <a:pt x="53" y="200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7" y="197"/>
                </a:lnTo>
                <a:lnTo>
                  <a:pt x="57" y="197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5"/>
                </a:lnTo>
                <a:lnTo>
                  <a:pt x="58" y="195"/>
                </a:lnTo>
                <a:lnTo>
                  <a:pt x="58" y="195"/>
                </a:lnTo>
                <a:lnTo>
                  <a:pt x="58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4"/>
                </a:lnTo>
                <a:lnTo>
                  <a:pt x="59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3"/>
                </a:lnTo>
                <a:lnTo>
                  <a:pt x="60" y="193"/>
                </a:lnTo>
                <a:lnTo>
                  <a:pt x="60" y="193"/>
                </a:lnTo>
                <a:lnTo>
                  <a:pt x="60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2"/>
                </a:lnTo>
                <a:lnTo>
                  <a:pt x="61" y="192"/>
                </a:lnTo>
                <a:lnTo>
                  <a:pt x="61" y="192"/>
                </a:lnTo>
                <a:lnTo>
                  <a:pt x="61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3" y="191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88"/>
                </a:lnTo>
                <a:lnTo>
                  <a:pt x="63" y="188"/>
                </a:lnTo>
                <a:lnTo>
                  <a:pt x="63" y="188"/>
                </a:lnTo>
                <a:lnTo>
                  <a:pt x="63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6"/>
                </a:lnTo>
                <a:lnTo>
                  <a:pt x="64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4"/>
                </a:lnTo>
                <a:lnTo>
                  <a:pt x="66" y="184"/>
                </a:lnTo>
                <a:lnTo>
                  <a:pt x="66" y="184"/>
                </a:lnTo>
                <a:lnTo>
                  <a:pt x="66" y="184"/>
                </a:lnTo>
                <a:lnTo>
                  <a:pt x="67" y="184"/>
                </a:lnTo>
                <a:lnTo>
                  <a:pt x="67" y="184"/>
                </a:lnTo>
                <a:lnTo>
                  <a:pt x="67" y="184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8" y="181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2"/>
                </a:lnTo>
                <a:lnTo>
                  <a:pt x="67" y="162"/>
                </a:lnTo>
                <a:lnTo>
                  <a:pt x="67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0"/>
                </a:lnTo>
                <a:lnTo>
                  <a:pt x="66" y="160"/>
                </a:lnTo>
                <a:lnTo>
                  <a:pt x="66" y="160"/>
                </a:lnTo>
                <a:lnTo>
                  <a:pt x="66" y="160"/>
                </a:lnTo>
                <a:lnTo>
                  <a:pt x="64" y="160"/>
                </a:lnTo>
                <a:lnTo>
                  <a:pt x="64" y="160"/>
                </a:lnTo>
                <a:lnTo>
                  <a:pt x="64" y="160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8"/>
                </a:lnTo>
                <a:lnTo>
                  <a:pt x="64" y="158"/>
                </a:lnTo>
                <a:lnTo>
                  <a:pt x="64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5"/>
                </a:lnTo>
                <a:lnTo>
                  <a:pt x="62" y="155"/>
                </a:lnTo>
                <a:lnTo>
                  <a:pt x="62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3"/>
                </a:lnTo>
                <a:lnTo>
                  <a:pt x="61" y="153"/>
                </a:lnTo>
                <a:lnTo>
                  <a:pt x="61" y="153"/>
                </a:lnTo>
                <a:lnTo>
                  <a:pt x="61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59" y="152"/>
                </a:lnTo>
                <a:lnTo>
                  <a:pt x="59" y="152"/>
                </a:lnTo>
                <a:lnTo>
                  <a:pt x="59" y="152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0"/>
                </a:lnTo>
                <a:lnTo>
                  <a:pt x="58" y="150"/>
                </a:lnTo>
                <a:lnTo>
                  <a:pt x="58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4" y="149"/>
                </a:lnTo>
                <a:lnTo>
                  <a:pt x="54" y="149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8" y="146"/>
                </a:lnTo>
                <a:lnTo>
                  <a:pt x="48" y="146"/>
                </a:lnTo>
                <a:lnTo>
                  <a:pt x="48" y="146"/>
                </a:lnTo>
                <a:lnTo>
                  <a:pt x="48" y="144"/>
                </a:lnTo>
                <a:lnTo>
                  <a:pt x="48" y="144"/>
                </a:lnTo>
                <a:lnTo>
                  <a:pt x="48" y="144"/>
                </a:lnTo>
                <a:lnTo>
                  <a:pt x="48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3" y="144"/>
                </a:lnTo>
                <a:lnTo>
                  <a:pt x="43" y="144"/>
                </a:lnTo>
                <a:lnTo>
                  <a:pt x="43" y="144"/>
                </a:lnTo>
                <a:lnTo>
                  <a:pt x="43" y="143"/>
                </a:lnTo>
                <a:lnTo>
                  <a:pt x="43" y="143"/>
                </a:lnTo>
                <a:lnTo>
                  <a:pt x="43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4"/>
                </a:lnTo>
                <a:lnTo>
                  <a:pt x="34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6" y="146"/>
                </a:lnTo>
                <a:lnTo>
                  <a:pt x="26" y="146"/>
                </a:lnTo>
                <a:lnTo>
                  <a:pt x="26" y="146"/>
                </a:lnTo>
                <a:lnTo>
                  <a:pt x="26" y="147"/>
                </a:lnTo>
                <a:lnTo>
                  <a:pt x="26" y="147"/>
                </a:lnTo>
                <a:lnTo>
                  <a:pt x="26" y="147"/>
                </a:lnTo>
                <a:lnTo>
                  <a:pt x="26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4" y="147"/>
                </a:lnTo>
                <a:lnTo>
                  <a:pt x="24" y="147"/>
                </a:lnTo>
                <a:lnTo>
                  <a:pt x="24" y="147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1" y="149"/>
                </a:lnTo>
                <a:lnTo>
                  <a:pt x="21" y="149"/>
                </a:lnTo>
                <a:lnTo>
                  <a:pt x="21" y="149"/>
                </a:lnTo>
                <a:lnTo>
                  <a:pt x="21" y="150"/>
                </a:lnTo>
                <a:lnTo>
                  <a:pt x="21" y="150"/>
                </a:lnTo>
                <a:lnTo>
                  <a:pt x="21" y="150"/>
                </a:lnTo>
                <a:lnTo>
                  <a:pt x="21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1"/>
                </a:lnTo>
                <a:lnTo>
                  <a:pt x="19" y="151"/>
                </a:lnTo>
                <a:lnTo>
                  <a:pt x="19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5"/>
                </a:lnTo>
                <a:lnTo>
                  <a:pt x="16" y="155"/>
                </a:lnTo>
                <a:lnTo>
                  <a:pt x="16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4" y="156"/>
                </a:lnTo>
                <a:lnTo>
                  <a:pt x="14" y="156"/>
                </a:lnTo>
                <a:lnTo>
                  <a:pt x="14" y="156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2" y="159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9" y="165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7"/>
                </a:lnTo>
                <a:lnTo>
                  <a:pt x="12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1"/>
                </a:lnTo>
                <a:lnTo>
                  <a:pt x="14" y="191"/>
                </a:lnTo>
                <a:lnTo>
                  <a:pt x="14" y="191"/>
                </a:lnTo>
                <a:lnTo>
                  <a:pt x="14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6" y="192"/>
                </a:lnTo>
                <a:lnTo>
                  <a:pt x="16" y="192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7" y="193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9" y="195"/>
                </a:lnTo>
                <a:lnTo>
                  <a:pt x="19" y="195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21" y="196"/>
                </a:lnTo>
                <a:lnTo>
                  <a:pt x="21" y="196"/>
                </a:lnTo>
                <a:lnTo>
                  <a:pt x="21" y="196"/>
                </a:lnTo>
                <a:lnTo>
                  <a:pt x="21" y="197"/>
                </a:lnTo>
                <a:lnTo>
                  <a:pt x="21" y="197"/>
                </a:lnTo>
                <a:lnTo>
                  <a:pt x="21" y="197"/>
                </a:lnTo>
                <a:lnTo>
                  <a:pt x="21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200"/>
                </a:lnTo>
                <a:lnTo>
                  <a:pt x="24" y="200"/>
                </a:lnTo>
                <a:lnTo>
                  <a:pt x="24" y="200"/>
                </a:lnTo>
                <a:lnTo>
                  <a:pt x="24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6" y="200"/>
                </a:lnTo>
                <a:lnTo>
                  <a:pt x="26" y="200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close/>
                <a:moveTo>
                  <a:pt x="76" y="174"/>
                </a:moveTo>
                <a:lnTo>
                  <a:pt x="76" y="174"/>
                </a:lnTo>
                <a:lnTo>
                  <a:pt x="76" y="174"/>
                </a:lnTo>
                <a:lnTo>
                  <a:pt x="76" y="174"/>
                </a:lnTo>
                <a:lnTo>
                  <a:pt x="76" y="174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6"/>
                </a:lnTo>
                <a:lnTo>
                  <a:pt x="76" y="176"/>
                </a:lnTo>
                <a:lnTo>
                  <a:pt x="76" y="176"/>
                </a:lnTo>
                <a:lnTo>
                  <a:pt x="76" y="176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5"/>
                </a:lnTo>
                <a:lnTo>
                  <a:pt x="75" y="185"/>
                </a:lnTo>
                <a:lnTo>
                  <a:pt x="75" y="185"/>
                </a:lnTo>
                <a:lnTo>
                  <a:pt x="75" y="185"/>
                </a:lnTo>
                <a:lnTo>
                  <a:pt x="73" y="185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8"/>
                </a:lnTo>
                <a:lnTo>
                  <a:pt x="73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1"/>
                </a:lnTo>
                <a:lnTo>
                  <a:pt x="72" y="191"/>
                </a:lnTo>
                <a:lnTo>
                  <a:pt x="72" y="191"/>
                </a:lnTo>
                <a:lnTo>
                  <a:pt x="71" y="191"/>
                </a:lnTo>
                <a:lnTo>
                  <a:pt x="71" y="191"/>
                </a:lnTo>
                <a:lnTo>
                  <a:pt x="71" y="191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3"/>
                </a:lnTo>
                <a:lnTo>
                  <a:pt x="71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69" y="194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6"/>
                </a:lnTo>
                <a:lnTo>
                  <a:pt x="69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7"/>
                </a:lnTo>
                <a:lnTo>
                  <a:pt x="68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9"/>
                </a:lnTo>
                <a:lnTo>
                  <a:pt x="67" y="199"/>
                </a:lnTo>
                <a:lnTo>
                  <a:pt x="67" y="199"/>
                </a:lnTo>
                <a:lnTo>
                  <a:pt x="67" y="199"/>
                </a:lnTo>
                <a:lnTo>
                  <a:pt x="66" y="199"/>
                </a:lnTo>
                <a:lnTo>
                  <a:pt x="66" y="199"/>
                </a:lnTo>
                <a:lnTo>
                  <a:pt x="66" y="199"/>
                </a:lnTo>
                <a:lnTo>
                  <a:pt x="66" y="200"/>
                </a:lnTo>
                <a:lnTo>
                  <a:pt x="66" y="200"/>
                </a:lnTo>
                <a:lnTo>
                  <a:pt x="66" y="200"/>
                </a:lnTo>
                <a:lnTo>
                  <a:pt x="66" y="200"/>
                </a:lnTo>
                <a:lnTo>
                  <a:pt x="64" y="200"/>
                </a:lnTo>
                <a:lnTo>
                  <a:pt x="64" y="200"/>
                </a:lnTo>
                <a:lnTo>
                  <a:pt x="64" y="200"/>
                </a:lnTo>
                <a:lnTo>
                  <a:pt x="64" y="201"/>
                </a:lnTo>
                <a:lnTo>
                  <a:pt x="64" y="201"/>
                </a:lnTo>
                <a:lnTo>
                  <a:pt x="64" y="201"/>
                </a:lnTo>
                <a:lnTo>
                  <a:pt x="64" y="201"/>
                </a:lnTo>
                <a:lnTo>
                  <a:pt x="63" y="201"/>
                </a:lnTo>
                <a:lnTo>
                  <a:pt x="63" y="201"/>
                </a:lnTo>
                <a:lnTo>
                  <a:pt x="63" y="201"/>
                </a:lnTo>
                <a:lnTo>
                  <a:pt x="63" y="202"/>
                </a:lnTo>
                <a:lnTo>
                  <a:pt x="63" y="202"/>
                </a:lnTo>
                <a:lnTo>
                  <a:pt x="63" y="202"/>
                </a:lnTo>
                <a:lnTo>
                  <a:pt x="63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3"/>
                </a:lnTo>
                <a:lnTo>
                  <a:pt x="62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4"/>
                </a:lnTo>
                <a:lnTo>
                  <a:pt x="59" y="205"/>
                </a:lnTo>
                <a:lnTo>
                  <a:pt x="59" y="205"/>
                </a:lnTo>
                <a:lnTo>
                  <a:pt x="59" y="205"/>
                </a:lnTo>
                <a:lnTo>
                  <a:pt x="59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2" y="208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4" y="210"/>
                </a:lnTo>
                <a:lnTo>
                  <a:pt x="44" y="211"/>
                </a:lnTo>
                <a:lnTo>
                  <a:pt x="44" y="211"/>
                </a:lnTo>
                <a:lnTo>
                  <a:pt x="44" y="211"/>
                </a:lnTo>
                <a:lnTo>
                  <a:pt x="44" y="211"/>
                </a:lnTo>
                <a:lnTo>
                  <a:pt x="43" y="211"/>
                </a:lnTo>
                <a:lnTo>
                  <a:pt x="43" y="211"/>
                </a:lnTo>
                <a:lnTo>
                  <a:pt x="43" y="211"/>
                </a:lnTo>
                <a:lnTo>
                  <a:pt x="43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39" y="211"/>
                </a:lnTo>
                <a:lnTo>
                  <a:pt x="39" y="211"/>
                </a:lnTo>
                <a:lnTo>
                  <a:pt x="39" y="211"/>
                </a:lnTo>
                <a:lnTo>
                  <a:pt x="39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5" y="211"/>
                </a:lnTo>
                <a:lnTo>
                  <a:pt x="35" y="211"/>
                </a:lnTo>
                <a:lnTo>
                  <a:pt x="35" y="211"/>
                </a:lnTo>
                <a:lnTo>
                  <a:pt x="35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7" y="210"/>
                </a:lnTo>
                <a:lnTo>
                  <a:pt x="27" y="209"/>
                </a:lnTo>
                <a:lnTo>
                  <a:pt x="27" y="209"/>
                </a:lnTo>
                <a:lnTo>
                  <a:pt x="27" y="209"/>
                </a:lnTo>
                <a:lnTo>
                  <a:pt x="27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4" y="209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2" y="208"/>
                </a:lnTo>
                <a:lnTo>
                  <a:pt x="22" y="208"/>
                </a:lnTo>
                <a:lnTo>
                  <a:pt x="22" y="206"/>
                </a:lnTo>
                <a:lnTo>
                  <a:pt x="22" y="206"/>
                </a:lnTo>
                <a:lnTo>
                  <a:pt x="22" y="206"/>
                </a:lnTo>
                <a:lnTo>
                  <a:pt x="22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19" y="206"/>
                </a:lnTo>
                <a:lnTo>
                  <a:pt x="19" y="206"/>
                </a:lnTo>
                <a:lnTo>
                  <a:pt x="19" y="205"/>
                </a:lnTo>
                <a:lnTo>
                  <a:pt x="19" y="205"/>
                </a:lnTo>
                <a:lnTo>
                  <a:pt x="19" y="205"/>
                </a:lnTo>
                <a:lnTo>
                  <a:pt x="19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6" y="204"/>
                </a:lnTo>
                <a:lnTo>
                  <a:pt x="16" y="204"/>
                </a:lnTo>
                <a:lnTo>
                  <a:pt x="16" y="203"/>
                </a:lnTo>
                <a:lnTo>
                  <a:pt x="16" y="203"/>
                </a:lnTo>
                <a:lnTo>
                  <a:pt x="16" y="203"/>
                </a:lnTo>
                <a:lnTo>
                  <a:pt x="16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2"/>
                </a:lnTo>
                <a:lnTo>
                  <a:pt x="15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7"/>
                </a:lnTo>
                <a:lnTo>
                  <a:pt x="10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6"/>
                </a:lnTo>
                <a:lnTo>
                  <a:pt x="9" y="196"/>
                </a:lnTo>
                <a:lnTo>
                  <a:pt x="9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7" y="195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3"/>
                </a:lnTo>
                <a:lnTo>
                  <a:pt x="7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6"/>
                </a:lnTo>
                <a:lnTo>
                  <a:pt x="4" y="186"/>
                </a:lnTo>
                <a:lnTo>
                  <a:pt x="4" y="186"/>
                </a:lnTo>
                <a:lnTo>
                  <a:pt x="3" y="186"/>
                </a:lnTo>
                <a:lnTo>
                  <a:pt x="3" y="186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3"/>
                </a:lnTo>
                <a:lnTo>
                  <a:pt x="3" y="183"/>
                </a:lnTo>
                <a:lnTo>
                  <a:pt x="3" y="183"/>
                </a:lnTo>
                <a:lnTo>
                  <a:pt x="3" y="183"/>
                </a:lnTo>
                <a:lnTo>
                  <a:pt x="1" y="183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6"/>
                </a:lnTo>
                <a:lnTo>
                  <a:pt x="1" y="176"/>
                </a:lnTo>
                <a:lnTo>
                  <a:pt x="1" y="176"/>
                </a:lnTo>
                <a:lnTo>
                  <a:pt x="1" y="176"/>
                </a:lnTo>
                <a:lnTo>
                  <a:pt x="1" y="175"/>
                </a:lnTo>
                <a:lnTo>
                  <a:pt x="1" y="175"/>
                </a:lnTo>
                <a:lnTo>
                  <a:pt x="0" y="175"/>
                </a:lnTo>
                <a:lnTo>
                  <a:pt x="0" y="175"/>
                </a:lnTo>
                <a:lnTo>
                  <a:pt x="0" y="175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3"/>
                </a:lnTo>
                <a:lnTo>
                  <a:pt x="0" y="173"/>
                </a:lnTo>
                <a:lnTo>
                  <a:pt x="0" y="173"/>
                </a:lnTo>
                <a:lnTo>
                  <a:pt x="0" y="173"/>
                </a:lnTo>
                <a:lnTo>
                  <a:pt x="0" y="171"/>
                </a:lnTo>
                <a:lnTo>
                  <a:pt x="0" y="171"/>
                </a:lnTo>
                <a:lnTo>
                  <a:pt x="0" y="171"/>
                </a:lnTo>
                <a:lnTo>
                  <a:pt x="1" y="171"/>
                </a:lnTo>
                <a:lnTo>
                  <a:pt x="1" y="171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69"/>
                </a:lnTo>
                <a:lnTo>
                  <a:pt x="1" y="169"/>
                </a:lnTo>
                <a:lnTo>
                  <a:pt x="1" y="169"/>
                </a:lnTo>
                <a:lnTo>
                  <a:pt x="1" y="169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0"/>
                </a:lnTo>
                <a:lnTo>
                  <a:pt x="3" y="160"/>
                </a:lnTo>
                <a:lnTo>
                  <a:pt x="4" y="160"/>
                </a:lnTo>
                <a:lnTo>
                  <a:pt x="4" y="160"/>
                </a:lnTo>
                <a:lnTo>
                  <a:pt x="4" y="160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8"/>
                </a:lnTo>
                <a:lnTo>
                  <a:pt x="4" y="158"/>
                </a:lnTo>
                <a:lnTo>
                  <a:pt x="4" y="158"/>
                </a:lnTo>
                <a:lnTo>
                  <a:pt x="4" y="158"/>
                </a:lnTo>
                <a:lnTo>
                  <a:pt x="5" y="158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6"/>
                </a:lnTo>
                <a:lnTo>
                  <a:pt x="5" y="156"/>
                </a:lnTo>
                <a:lnTo>
                  <a:pt x="5" y="156"/>
                </a:lnTo>
                <a:lnTo>
                  <a:pt x="5" y="156"/>
                </a:lnTo>
                <a:lnTo>
                  <a:pt x="6" y="156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3"/>
                </a:lnTo>
                <a:lnTo>
                  <a:pt x="6" y="153"/>
                </a:lnTo>
                <a:lnTo>
                  <a:pt x="6" y="153"/>
                </a:lnTo>
                <a:lnTo>
                  <a:pt x="7" y="153"/>
                </a:lnTo>
                <a:lnTo>
                  <a:pt x="7" y="153"/>
                </a:lnTo>
                <a:lnTo>
                  <a:pt x="7" y="153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0"/>
                </a:lnTo>
                <a:lnTo>
                  <a:pt x="8" y="150"/>
                </a:lnTo>
                <a:lnTo>
                  <a:pt x="8" y="150"/>
                </a:lnTo>
                <a:lnTo>
                  <a:pt x="9" y="150"/>
                </a:lnTo>
                <a:lnTo>
                  <a:pt x="9" y="150"/>
                </a:lnTo>
                <a:lnTo>
                  <a:pt x="9" y="150"/>
                </a:lnTo>
                <a:lnTo>
                  <a:pt x="9" y="149"/>
                </a:lnTo>
                <a:lnTo>
                  <a:pt x="9" y="149"/>
                </a:lnTo>
                <a:lnTo>
                  <a:pt x="9" y="149"/>
                </a:lnTo>
                <a:lnTo>
                  <a:pt x="9" y="149"/>
                </a:lnTo>
                <a:lnTo>
                  <a:pt x="10" y="149"/>
                </a:lnTo>
                <a:lnTo>
                  <a:pt x="10" y="149"/>
                </a:lnTo>
                <a:lnTo>
                  <a:pt x="10" y="149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2" y="148"/>
                </a:lnTo>
                <a:lnTo>
                  <a:pt x="12" y="148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3" y="147"/>
                </a:lnTo>
                <a:lnTo>
                  <a:pt x="13" y="147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4" y="146"/>
                </a:lnTo>
                <a:lnTo>
                  <a:pt x="14" y="146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5" y="144"/>
                </a:lnTo>
                <a:lnTo>
                  <a:pt x="15" y="144"/>
                </a:lnTo>
                <a:lnTo>
                  <a:pt x="15" y="144"/>
                </a:lnTo>
                <a:lnTo>
                  <a:pt x="15" y="143"/>
                </a:lnTo>
                <a:lnTo>
                  <a:pt x="15" y="143"/>
                </a:lnTo>
                <a:lnTo>
                  <a:pt x="15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8" y="142"/>
                </a:lnTo>
                <a:lnTo>
                  <a:pt x="18" y="142"/>
                </a:lnTo>
                <a:lnTo>
                  <a:pt x="18" y="141"/>
                </a:lnTo>
                <a:lnTo>
                  <a:pt x="18" y="141"/>
                </a:lnTo>
                <a:lnTo>
                  <a:pt x="18" y="141"/>
                </a:lnTo>
                <a:lnTo>
                  <a:pt x="18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3" y="137"/>
                </a:lnTo>
                <a:lnTo>
                  <a:pt x="33" y="137"/>
                </a:lnTo>
                <a:lnTo>
                  <a:pt x="33" y="135"/>
                </a:lnTo>
                <a:lnTo>
                  <a:pt x="33" y="135"/>
                </a:lnTo>
                <a:lnTo>
                  <a:pt x="33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5" y="135"/>
                </a:lnTo>
                <a:lnTo>
                  <a:pt x="35" y="135"/>
                </a:lnTo>
                <a:lnTo>
                  <a:pt x="35" y="135"/>
                </a:lnTo>
                <a:lnTo>
                  <a:pt x="35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9" y="135"/>
                </a:lnTo>
                <a:lnTo>
                  <a:pt x="39" y="135"/>
                </a:lnTo>
                <a:lnTo>
                  <a:pt x="39" y="135"/>
                </a:lnTo>
                <a:lnTo>
                  <a:pt x="39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3" y="135"/>
                </a:lnTo>
                <a:lnTo>
                  <a:pt x="43" y="135"/>
                </a:lnTo>
                <a:lnTo>
                  <a:pt x="43" y="135"/>
                </a:lnTo>
                <a:lnTo>
                  <a:pt x="43" y="135"/>
                </a:lnTo>
                <a:lnTo>
                  <a:pt x="44" y="135"/>
                </a:lnTo>
                <a:lnTo>
                  <a:pt x="44" y="135"/>
                </a:lnTo>
                <a:lnTo>
                  <a:pt x="44" y="137"/>
                </a:lnTo>
                <a:lnTo>
                  <a:pt x="44" y="137"/>
                </a:lnTo>
                <a:lnTo>
                  <a:pt x="44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9"/>
                </a:lnTo>
                <a:lnTo>
                  <a:pt x="52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9" y="141"/>
                </a:lnTo>
                <a:lnTo>
                  <a:pt x="59" y="141"/>
                </a:lnTo>
                <a:lnTo>
                  <a:pt x="59" y="141"/>
                </a:lnTo>
                <a:lnTo>
                  <a:pt x="59" y="142"/>
                </a:lnTo>
                <a:lnTo>
                  <a:pt x="59" y="142"/>
                </a:lnTo>
                <a:lnTo>
                  <a:pt x="59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2" y="143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3" y="144"/>
                </a:lnTo>
                <a:lnTo>
                  <a:pt x="63" y="144"/>
                </a:lnTo>
                <a:lnTo>
                  <a:pt x="63" y="144"/>
                </a:lnTo>
                <a:lnTo>
                  <a:pt x="63" y="146"/>
                </a:lnTo>
                <a:lnTo>
                  <a:pt x="63" y="146"/>
                </a:lnTo>
                <a:lnTo>
                  <a:pt x="63" y="146"/>
                </a:lnTo>
                <a:lnTo>
                  <a:pt x="63" y="146"/>
                </a:lnTo>
                <a:lnTo>
                  <a:pt x="64" y="146"/>
                </a:lnTo>
                <a:lnTo>
                  <a:pt x="64" y="146"/>
                </a:lnTo>
                <a:lnTo>
                  <a:pt x="64" y="146"/>
                </a:lnTo>
                <a:lnTo>
                  <a:pt x="64" y="147"/>
                </a:lnTo>
                <a:lnTo>
                  <a:pt x="64" y="147"/>
                </a:lnTo>
                <a:lnTo>
                  <a:pt x="64" y="147"/>
                </a:lnTo>
                <a:lnTo>
                  <a:pt x="64" y="147"/>
                </a:lnTo>
                <a:lnTo>
                  <a:pt x="66" y="147"/>
                </a:lnTo>
                <a:lnTo>
                  <a:pt x="66" y="147"/>
                </a:lnTo>
                <a:lnTo>
                  <a:pt x="66" y="147"/>
                </a:lnTo>
                <a:lnTo>
                  <a:pt x="66" y="148"/>
                </a:lnTo>
                <a:lnTo>
                  <a:pt x="66" y="148"/>
                </a:lnTo>
                <a:lnTo>
                  <a:pt x="66" y="148"/>
                </a:lnTo>
                <a:lnTo>
                  <a:pt x="66" y="148"/>
                </a:lnTo>
                <a:lnTo>
                  <a:pt x="67" y="148"/>
                </a:lnTo>
                <a:lnTo>
                  <a:pt x="67" y="148"/>
                </a:lnTo>
                <a:lnTo>
                  <a:pt x="67" y="148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8" y="149"/>
                </a:lnTo>
                <a:lnTo>
                  <a:pt x="68" y="149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2"/>
                </a:lnTo>
                <a:lnTo>
                  <a:pt x="69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1" y="153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6"/>
                </a:lnTo>
                <a:lnTo>
                  <a:pt x="71" y="156"/>
                </a:lnTo>
                <a:lnTo>
                  <a:pt x="71" y="156"/>
                </a:lnTo>
                <a:lnTo>
                  <a:pt x="72" y="156"/>
                </a:lnTo>
                <a:lnTo>
                  <a:pt x="72" y="156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8"/>
                </a:lnTo>
                <a:lnTo>
                  <a:pt x="72" y="158"/>
                </a:lnTo>
                <a:lnTo>
                  <a:pt x="72" y="158"/>
                </a:lnTo>
                <a:lnTo>
                  <a:pt x="72" y="158"/>
                </a:lnTo>
                <a:lnTo>
                  <a:pt x="73" y="158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6" y="169"/>
                </a:lnTo>
                <a:lnTo>
                  <a:pt x="76" y="169"/>
                </a:lnTo>
                <a:lnTo>
                  <a:pt x="76" y="169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3"/>
                </a:lnTo>
                <a:lnTo>
                  <a:pt x="76" y="173"/>
                </a:lnTo>
                <a:lnTo>
                  <a:pt x="76" y="173"/>
                </a:lnTo>
                <a:lnTo>
                  <a:pt x="76" y="173"/>
                </a:lnTo>
                <a:lnTo>
                  <a:pt x="76" y="174"/>
                </a:lnTo>
                <a:lnTo>
                  <a:pt x="76" y="174"/>
                </a:lnTo>
                <a:close/>
                <a:moveTo>
                  <a:pt x="79" y="177"/>
                </a:moveTo>
                <a:lnTo>
                  <a:pt x="79" y="169"/>
                </a:lnTo>
                <a:lnTo>
                  <a:pt x="95" y="169"/>
                </a:lnTo>
                <a:lnTo>
                  <a:pt x="95" y="177"/>
                </a:lnTo>
                <a:lnTo>
                  <a:pt x="79" y="177"/>
                </a:lnTo>
                <a:lnTo>
                  <a:pt x="79" y="177"/>
                </a:lnTo>
                <a:close/>
                <a:moveTo>
                  <a:pt x="126" y="177"/>
                </a:moveTo>
                <a:lnTo>
                  <a:pt x="126" y="169"/>
                </a:lnTo>
                <a:lnTo>
                  <a:pt x="142" y="169"/>
                </a:lnTo>
                <a:lnTo>
                  <a:pt x="142" y="177"/>
                </a:lnTo>
                <a:lnTo>
                  <a:pt x="126" y="177"/>
                </a:lnTo>
                <a:lnTo>
                  <a:pt x="126" y="177"/>
                </a:lnTo>
                <a:close/>
                <a:moveTo>
                  <a:pt x="173" y="177"/>
                </a:moveTo>
                <a:lnTo>
                  <a:pt x="173" y="169"/>
                </a:lnTo>
                <a:lnTo>
                  <a:pt x="188" y="169"/>
                </a:lnTo>
                <a:lnTo>
                  <a:pt x="188" y="177"/>
                </a:lnTo>
                <a:lnTo>
                  <a:pt x="173" y="177"/>
                </a:lnTo>
                <a:lnTo>
                  <a:pt x="173" y="177"/>
                </a:lnTo>
                <a:close/>
                <a:moveTo>
                  <a:pt x="220" y="177"/>
                </a:moveTo>
                <a:lnTo>
                  <a:pt x="220" y="169"/>
                </a:lnTo>
                <a:lnTo>
                  <a:pt x="236" y="169"/>
                </a:lnTo>
                <a:lnTo>
                  <a:pt x="236" y="177"/>
                </a:lnTo>
                <a:lnTo>
                  <a:pt x="220" y="177"/>
                </a:lnTo>
                <a:lnTo>
                  <a:pt x="220" y="177"/>
                </a:lnTo>
                <a:close/>
                <a:moveTo>
                  <a:pt x="267" y="177"/>
                </a:moveTo>
                <a:lnTo>
                  <a:pt x="267" y="169"/>
                </a:lnTo>
                <a:lnTo>
                  <a:pt x="283" y="169"/>
                </a:lnTo>
                <a:lnTo>
                  <a:pt x="283" y="177"/>
                </a:lnTo>
                <a:lnTo>
                  <a:pt x="267" y="177"/>
                </a:lnTo>
                <a:lnTo>
                  <a:pt x="267" y="177"/>
                </a:lnTo>
                <a:close/>
                <a:moveTo>
                  <a:pt x="314" y="177"/>
                </a:moveTo>
                <a:lnTo>
                  <a:pt x="314" y="169"/>
                </a:lnTo>
                <a:lnTo>
                  <a:pt x="330" y="169"/>
                </a:lnTo>
                <a:lnTo>
                  <a:pt x="330" y="177"/>
                </a:lnTo>
                <a:lnTo>
                  <a:pt x="314" y="177"/>
                </a:lnTo>
                <a:lnTo>
                  <a:pt x="314" y="177"/>
                </a:lnTo>
                <a:close/>
                <a:moveTo>
                  <a:pt x="362" y="177"/>
                </a:moveTo>
                <a:lnTo>
                  <a:pt x="362" y="169"/>
                </a:lnTo>
                <a:lnTo>
                  <a:pt x="377" y="169"/>
                </a:lnTo>
                <a:lnTo>
                  <a:pt x="377" y="177"/>
                </a:lnTo>
                <a:lnTo>
                  <a:pt x="362" y="177"/>
                </a:lnTo>
                <a:lnTo>
                  <a:pt x="362" y="177"/>
                </a:lnTo>
                <a:close/>
                <a:moveTo>
                  <a:pt x="409" y="177"/>
                </a:moveTo>
                <a:lnTo>
                  <a:pt x="409" y="169"/>
                </a:lnTo>
                <a:lnTo>
                  <a:pt x="425" y="169"/>
                </a:lnTo>
                <a:lnTo>
                  <a:pt x="425" y="177"/>
                </a:lnTo>
                <a:lnTo>
                  <a:pt x="409" y="177"/>
                </a:lnTo>
                <a:lnTo>
                  <a:pt x="409" y="177"/>
                </a:lnTo>
                <a:close/>
                <a:moveTo>
                  <a:pt x="456" y="177"/>
                </a:moveTo>
                <a:lnTo>
                  <a:pt x="456" y="169"/>
                </a:lnTo>
                <a:lnTo>
                  <a:pt x="472" y="169"/>
                </a:lnTo>
                <a:lnTo>
                  <a:pt x="472" y="177"/>
                </a:lnTo>
                <a:lnTo>
                  <a:pt x="456" y="177"/>
                </a:lnTo>
                <a:lnTo>
                  <a:pt x="456" y="177"/>
                </a:lnTo>
                <a:close/>
                <a:moveTo>
                  <a:pt x="502" y="177"/>
                </a:moveTo>
                <a:lnTo>
                  <a:pt x="502" y="169"/>
                </a:lnTo>
                <a:lnTo>
                  <a:pt x="510" y="169"/>
                </a:lnTo>
                <a:lnTo>
                  <a:pt x="510" y="169"/>
                </a:lnTo>
                <a:lnTo>
                  <a:pt x="511" y="169"/>
                </a:lnTo>
                <a:lnTo>
                  <a:pt x="519" y="171"/>
                </a:lnTo>
                <a:lnTo>
                  <a:pt x="518" y="178"/>
                </a:lnTo>
                <a:lnTo>
                  <a:pt x="510" y="177"/>
                </a:lnTo>
                <a:lnTo>
                  <a:pt x="502" y="177"/>
                </a:lnTo>
                <a:lnTo>
                  <a:pt x="502" y="177"/>
                </a:lnTo>
                <a:close/>
                <a:moveTo>
                  <a:pt x="534" y="158"/>
                </a:moveTo>
                <a:lnTo>
                  <a:pt x="526" y="158"/>
                </a:lnTo>
                <a:lnTo>
                  <a:pt x="526" y="142"/>
                </a:lnTo>
                <a:lnTo>
                  <a:pt x="534" y="142"/>
                </a:lnTo>
                <a:lnTo>
                  <a:pt x="534" y="158"/>
                </a:lnTo>
                <a:lnTo>
                  <a:pt x="534" y="158"/>
                </a:lnTo>
                <a:close/>
                <a:moveTo>
                  <a:pt x="534" y="111"/>
                </a:moveTo>
                <a:lnTo>
                  <a:pt x="526" y="111"/>
                </a:lnTo>
                <a:lnTo>
                  <a:pt x="526" y="95"/>
                </a:lnTo>
                <a:lnTo>
                  <a:pt x="534" y="95"/>
                </a:lnTo>
                <a:lnTo>
                  <a:pt x="534" y="111"/>
                </a:lnTo>
                <a:lnTo>
                  <a:pt x="534" y="111"/>
                </a:lnTo>
                <a:close/>
                <a:moveTo>
                  <a:pt x="534" y="63"/>
                </a:moveTo>
                <a:lnTo>
                  <a:pt x="526" y="63"/>
                </a:lnTo>
                <a:lnTo>
                  <a:pt x="526" y="48"/>
                </a:lnTo>
                <a:lnTo>
                  <a:pt x="534" y="48"/>
                </a:lnTo>
                <a:lnTo>
                  <a:pt x="534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2FAA6A-53AC-BA6E-06CD-BF5E06D6F4B7}"/>
              </a:ext>
            </a:extLst>
          </p:cNvPr>
          <p:cNvGrpSpPr/>
          <p:nvPr/>
        </p:nvGrpSpPr>
        <p:grpSpPr>
          <a:xfrm>
            <a:off x="958724" y="1195388"/>
            <a:ext cx="3179468" cy="4863306"/>
            <a:chOff x="936813" y="1195388"/>
            <a:chExt cx="3179468" cy="4863306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CADB298-FDB6-5CA1-20AB-9B278FBE29B9}"/>
                </a:ext>
              </a:extLst>
            </p:cNvPr>
            <p:cNvSpPr txBox="1"/>
            <p:nvPr/>
          </p:nvSpPr>
          <p:spPr>
            <a:xfrm>
              <a:off x="1333897" y="5566251"/>
              <a:ext cx="1618126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сучасне обладнання</a:t>
              </a:r>
              <a:endParaRPr lang="en-US" sz="1600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2273362-EED6-E70B-767C-E74F0F40528F}"/>
                </a:ext>
              </a:extLst>
            </p:cNvPr>
            <p:cNvSpPr txBox="1"/>
            <p:nvPr/>
          </p:nvSpPr>
          <p:spPr>
            <a:xfrm>
              <a:off x="936813" y="3883342"/>
              <a:ext cx="1139975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грантова підтримка</a:t>
              </a:r>
              <a:endParaRPr lang="en-US" sz="16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85C0160-AB6D-870B-91CA-3098FA03E55D}"/>
                </a:ext>
              </a:extLst>
            </p:cNvPr>
            <p:cNvSpPr txBox="1"/>
            <p:nvPr/>
          </p:nvSpPr>
          <p:spPr>
            <a:xfrm>
              <a:off x="1329201" y="2394585"/>
              <a:ext cx="14859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партнерство з підприємствами</a:t>
              </a:r>
              <a:endParaRPr lang="en-US" sz="16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E395A40-E63E-2A2D-0D9C-D1A053BE7EB4}"/>
                </a:ext>
              </a:extLst>
            </p:cNvPr>
            <p:cNvSpPr txBox="1"/>
            <p:nvPr/>
          </p:nvSpPr>
          <p:spPr>
            <a:xfrm>
              <a:off x="1969334" y="1195388"/>
              <a:ext cx="2146947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практична спрямованість навчання</a:t>
              </a:r>
              <a:endParaRPr lang="en-US" sz="1600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F37775A-B3FA-73C5-A04B-1417A3962630}"/>
              </a:ext>
            </a:extLst>
          </p:cNvPr>
          <p:cNvGrpSpPr/>
          <p:nvPr/>
        </p:nvGrpSpPr>
        <p:grpSpPr>
          <a:xfrm flipH="1">
            <a:off x="7842844" y="1158851"/>
            <a:ext cx="3791865" cy="4871707"/>
            <a:chOff x="535380" y="1158851"/>
            <a:chExt cx="3791865" cy="4871707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1B005A3-4237-F558-C756-8CEF7784DCC8}"/>
                </a:ext>
              </a:extLst>
            </p:cNvPr>
            <p:cNvSpPr txBox="1"/>
            <p:nvPr/>
          </p:nvSpPr>
          <p:spPr>
            <a:xfrm>
              <a:off x="1271456" y="5538115"/>
              <a:ext cx="1652075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моніторинг якості навчання</a:t>
              </a:r>
              <a:endParaRPr lang="en-US" sz="16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B7CF0A1C-832A-9AE6-4B9B-A1DE9946B61B}"/>
                </a:ext>
              </a:extLst>
            </p:cNvPr>
            <p:cNvSpPr txBox="1"/>
            <p:nvPr/>
          </p:nvSpPr>
          <p:spPr>
            <a:xfrm>
              <a:off x="535380" y="3939161"/>
              <a:ext cx="202681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підтримка цільових груп населення</a:t>
              </a:r>
              <a:endParaRPr lang="en-US" sz="16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A039152-B658-DF3F-BFDB-9E6AD380B474}"/>
                </a:ext>
              </a:extLst>
            </p:cNvPr>
            <p:cNvSpPr txBox="1"/>
            <p:nvPr/>
          </p:nvSpPr>
          <p:spPr>
            <a:xfrm>
              <a:off x="1055804" y="2345456"/>
              <a:ext cx="202681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ефективне управління ресурсами</a:t>
              </a:r>
              <a:r>
                <a:rPr lang="en-US" sz="1600" dirty="0"/>
                <a:t> 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FB629C8-DBA9-A4C9-740F-8E527C5318C4}"/>
                </a:ext>
              </a:extLst>
            </p:cNvPr>
            <p:cNvSpPr txBox="1"/>
            <p:nvPr/>
          </p:nvSpPr>
          <p:spPr>
            <a:xfrm>
              <a:off x="2489218" y="1158851"/>
              <a:ext cx="1838027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кваліфікована команда</a:t>
              </a:r>
              <a:r>
                <a:rPr lang="en-US" sz="1600" dirty="0"/>
                <a:t> </a:t>
              </a:r>
            </a:p>
          </p:txBody>
        </p:sp>
      </p:grpSp>
      <p:sp>
        <p:nvSpPr>
          <p:cNvPr id="148" name="Freeform 71">
            <a:extLst>
              <a:ext uri="{FF2B5EF4-FFF2-40B4-BE49-F238E27FC236}">
                <a16:creationId xmlns:a16="http://schemas.microsoft.com/office/drawing/2014/main" id="{51E7C9B1-8B12-6528-4459-94D8B1264011}"/>
              </a:ext>
            </a:extLst>
          </p:cNvPr>
          <p:cNvSpPr>
            <a:spLocks/>
          </p:cNvSpPr>
          <p:nvPr/>
        </p:nvSpPr>
        <p:spPr bwMode="auto">
          <a:xfrm>
            <a:off x="3005287" y="5375276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Freeform 71">
            <a:extLst>
              <a:ext uri="{FF2B5EF4-FFF2-40B4-BE49-F238E27FC236}">
                <a16:creationId xmlns:a16="http://schemas.microsoft.com/office/drawing/2014/main" id="{889E8669-F135-7B2B-F224-1E44BB8993B7}"/>
              </a:ext>
            </a:extLst>
          </p:cNvPr>
          <p:cNvSpPr>
            <a:spLocks/>
          </p:cNvSpPr>
          <p:nvPr/>
        </p:nvSpPr>
        <p:spPr bwMode="auto">
          <a:xfrm>
            <a:off x="2589658" y="3820319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" name="Freeform 71">
            <a:extLst>
              <a:ext uri="{FF2B5EF4-FFF2-40B4-BE49-F238E27FC236}">
                <a16:creationId xmlns:a16="http://schemas.microsoft.com/office/drawing/2014/main" id="{82E1C3EA-3F8E-DEE6-D6E2-4D95062D9FEE}"/>
              </a:ext>
            </a:extLst>
          </p:cNvPr>
          <p:cNvSpPr>
            <a:spLocks/>
          </p:cNvSpPr>
          <p:nvPr/>
        </p:nvSpPr>
        <p:spPr bwMode="auto">
          <a:xfrm>
            <a:off x="3005287" y="226536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" name="Freeform 71">
            <a:extLst>
              <a:ext uri="{FF2B5EF4-FFF2-40B4-BE49-F238E27FC236}">
                <a16:creationId xmlns:a16="http://schemas.microsoft.com/office/drawing/2014/main" id="{F700D466-E079-FAA6-D100-B2059F8E16C2}"/>
              </a:ext>
            </a:extLst>
          </p:cNvPr>
          <p:cNvSpPr>
            <a:spLocks/>
          </p:cNvSpPr>
          <p:nvPr/>
        </p:nvSpPr>
        <p:spPr bwMode="auto">
          <a:xfrm>
            <a:off x="4157315" y="1126331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" name="Freeform 71">
            <a:extLst>
              <a:ext uri="{FF2B5EF4-FFF2-40B4-BE49-F238E27FC236}">
                <a16:creationId xmlns:a16="http://schemas.microsoft.com/office/drawing/2014/main" id="{23D584B0-4818-1283-7EDC-1085DCBAFD62}"/>
              </a:ext>
            </a:extLst>
          </p:cNvPr>
          <p:cNvSpPr>
            <a:spLocks/>
          </p:cNvSpPr>
          <p:nvPr/>
        </p:nvSpPr>
        <p:spPr bwMode="auto">
          <a:xfrm>
            <a:off x="7254527" y="1126331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" name="Freeform 71">
            <a:extLst>
              <a:ext uri="{FF2B5EF4-FFF2-40B4-BE49-F238E27FC236}">
                <a16:creationId xmlns:a16="http://schemas.microsoft.com/office/drawing/2014/main" id="{0E6EE791-7026-A5F6-0125-EE7A1FB12279}"/>
              </a:ext>
            </a:extLst>
          </p:cNvPr>
          <p:cNvSpPr>
            <a:spLocks/>
          </p:cNvSpPr>
          <p:nvPr/>
        </p:nvSpPr>
        <p:spPr bwMode="auto">
          <a:xfrm>
            <a:off x="8393558" y="226536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" name="Freeform 71">
            <a:extLst>
              <a:ext uri="{FF2B5EF4-FFF2-40B4-BE49-F238E27FC236}">
                <a16:creationId xmlns:a16="http://schemas.microsoft.com/office/drawing/2014/main" id="{69F5057C-53B0-E88B-D496-F7D72803C8FC}"/>
              </a:ext>
            </a:extLst>
          </p:cNvPr>
          <p:cNvSpPr>
            <a:spLocks/>
          </p:cNvSpPr>
          <p:nvPr/>
        </p:nvSpPr>
        <p:spPr bwMode="auto">
          <a:xfrm>
            <a:off x="8814943" y="3820319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Freeform 71">
            <a:extLst>
              <a:ext uri="{FF2B5EF4-FFF2-40B4-BE49-F238E27FC236}">
                <a16:creationId xmlns:a16="http://schemas.microsoft.com/office/drawing/2014/main" id="{7B42826B-F711-26E6-65D4-9708D5129394}"/>
              </a:ext>
            </a:extLst>
          </p:cNvPr>
          <p:cNvSpPr>
            <a:spLocks/>
          </p:cNvSpPr>
          <p:nvPr/>
        </p:nvSpPr>
        <p:spPr bwMode="auto">
          <a:xfrm>
            <a:off x="8393558" y="5375275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BAC23F0-7E88-3241-D5E8-6A6FF1F1EC88}"/>
              </a:ext>
            </a:extLst>
          </p:cNvPr>
          <p:cNvGrpSpPr/>
          <p:nvPr/>
        </p:nvGrpSpPr>
        <p:grpSpPr>
          <a:xfrm>
            <a:off x="8644383" y="2527300"/>
            <a:ext cx="285750" cy="249238"/>
            <a:chOff x="9310688" y="1982788"/>
            <a:chExt cx="285750" cy="249238"/>
          </a:xfrm>
          <a:solidFill>
            <a:schemeClr val="bg1"/>
          </a:solidFill>
        </p:grpSpPr>
        <p:sp>
          <p:nvSpPr>
            <p:cNvPr id="164" name="Rectangle 4148">
              <a:extLst>
                <a:ext uri="{FF2B5EF4-FFF2-40B4-BE49-F238E27FC236}">
                  <a16:creationId xmlns:a16="http://schemas.microsoft.com/office/drawing/2014/main" id="{2C8B356C-CF8B-86EA-FDE3-5E58FE9E2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4988" y="2135188"/>
              <a:ext cx="57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4149">
              <a:extLst>
                <a:ext uri="{FF2B5EF4-FFF2-40B4-BE49-F238E27FC236}">
                  <a16:creationId xmlns:a16="http://schemas.microsoft.com/office/drawing/2014/main" id="{034DD65B-56BC-464E-3F98-B6168C809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9738" y="2163763"/>
              <a:ext cx="247650" cy="68263"/>
            </a:xfrm>
            <a:custGeom>
              <a:avLst/>
              <a:gdLst>
                <a:gd name="T0" fmla="*/ 510 w 781"/>
                <a:gd name="T1" fmla="*/ 15 h 211"/>
                <a:gd name="T2" fmla="*/ 510 w 781"/>
                <a:gd name="T3" fmla="*/ 19 h 211"/>
                <a:gd name="T4" fmla="*/ 509 w 781"/>
                <a:gd name="T5" fmla="*/ 22 h 211"/>
                <a:gd name="T6" fmla="*/ 508 w 781"/>
                <a:gd name="T7" fmla="*/ 24 h 211"/>
                <a:gd name="T8" fmla="*/ 506 w 781"/>
                <a:gd name="T9" fmla="*/ 26 h 211"/>
                <a:gd name="T10" fmla="*/ 504 w 781"/>
                <a:gd name="T11" fmla="*/ 28 h 211"/>
                <a:gd name="T12" fmla="*/ 502 w 781"/>
                <a:gd name="T13" fmla="*/ 29 h 211"/>
                <a:gd name="T14" fmla="*/ 498 w 781"/>
                <a:gd name="T15" fmla="*/ 30 h 211"/>
                <a:gd name="T16" fmla="*/ 495 w 781"/>
                <a:gd name="T17" fmla="*/ 30 h 211"/>
                <a:gd name="T18" fmla="*/ 285 w 781"/>
                <a:gd name="T19" fmla="*/ 30 h 211"/>
                <a:gd name="T20" fmla="*/ 282 w 781"/>
                <a:gd name="T21" fmla="*/ 30 h 211"/>
                <a:gd name="T22" fmla="*/ 280 w 781"/>
                <a:gd name="T23" fmla="*/ 29 h 211"/>
                <a:gd name="T24" fmla="*/ 276 w 781"/>
                <a:gd name="T25" fmla="*/ 28 h 211"/>
                <a:gd name="T26" fmla="*/ 274 w 781"/>
                <a:gd name="T27" fmla="*/ 26 h 211"/>
                <a:gd name="T28" fmla="*/ 272 w 781"/>
                <a:gd name="T29" fmla="*/ 24 h 211"/>
                <a:gd name="T30" fmla="*/ 271 w 781"/>
                <a:gd name="T31" fmla="*/ 22 h 211"/>
                <a:gd name="T32" fmla="*/ 270 w 781"/>
                <a:gd name="T33" fmla="*/ 19 h 211"/>
                <a:gd name="T34" fmla="*/ 270 w 781"/>
                <a:gd name="T35" fmla="*/ 15 h 211"/>
                <a:gd name="T36" fmla="*/ 270 w 781"/>
                <a:gd name="T37" fmla="*/ 0 h 211"/>
                <a:gd name="T38" fmla="*/ 0 w 781"/>
                <a:gd name="T39" fmla="*/ 0 h 211"/>
                <a:gd name="T40" fmla="*/ 0 w 781"/>
                <a:gd name="T41" fmla="*/ 196 h 211"/>
                <a:gd name="T42" fmla="*/ 0 w 781"/>
                <a:gd name="T43" fmla="*/ 199 h 211"/>
                <a:gd name="T44" fmla="*/ 1 w 781"/>
                <a:gd name="T45" fmla="*/ 202 h 211"/>
                <a:gd name="T46" fmla="*/ 2 w 781"/>
                <a:gd name="T47" fmla="*/ 204 h 211"/>
                <a:gd name="T48" fmla="*/ 4 w 781"/>
                <a:gd name="T49" fmla="*/ 206 h 211"/>
                <a:gd name="T50" fmla="*/ 6 w 781"/>
                <a:gd name="T51" fmla="*/ 208 h 211"/>
                <a:gd name="T52" fmla="*/ 9 w 781"/>
                <a:gd name="T53" fmla="*/ 209 h 211"/>
                <a:gd name="T54" fmla="*/ 12 w 781"/>
                <a:gd name="T55" fmla="*/ 210 h 211"/>
                <a:gd name="T56" fmla="*/ 15 w 781"/>
                <a:gd name="T57" fmla="*/ 211 h 211"/>
                <a:gd name="T58" fmla="*/ 766 w 781"/>
                <a:gd name="T59" fmla="*/ 211 h 211"/>
                <a:gd name="T60" fmla="*/ 768 w 781"/>
                <a:gd name="T61" fmla="*/ 210 h 211"/>
                <a:gd name="T62" fmla="*/ 772 w 781"/>
                <a:gd name="T63" fmla="*/ 209 h 211"/>
                <a:gd name="T64" fmla="*/ 774 w 781"/>
                <a:gd name="T65" fmla="*/ 208 h 211"/>
                <a:gd name="T66" fmla="*/ 776 w 781"/>
                <a:gd name="T67" fmla="*/ 206 h 211"/>
                <a:gd name="T68" fmla="*/ 778 w 781"/>
                <a:gd name="T69" fmla="*/ 204 h 211"/>
                <a:gd name="T70" fmla="*/ 780 w 781"/>
                <a:gd name="T71" fmla="*/ 202 h 211"/>
                <a:gd name="T72" fmla="*/ 780 w 781"/>
                <a:gd name="T73" fmla="*/ 199 h 211"/>
                <a:gd name="T74" fmla="*/ 781 w 781"/>
                <a:gd name="T75" fmla="*/ 196 h 211"/>
                <a:gd name="T76" fmla="*/ 781 w 781"/>
                <a:gd name="T77" fmla="*/ 0 h 211"/>
                <a:gd name="T78" fmla="*/ 510 w 781"/>
                <a:gd name="T79" fmla="*/ 0 h 211"/>
                <a:gd name="T80" fmla="*/ 510 w 781"/>
                <a:gd name="T81" fmla="*/ 1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81" h="211">
                  <a:moveTo>
                    <a:pt x="510" y="15"/>
                  </a:moveTo>
                  <a:lnTo>
                    <a:pt x="510" y="19"/>
                  </a:lnTo>
                  <a:lnTo>
                    <a:pt x="509" y="22"/>
                  </a:lnTo>
                  <a:lnTo>
                    <a:pt x="508" y="24"/>
                  </a:lnTo>
                  <a:lnTo>
                    <a:pt x="506" y="26"/>
                  </a:lnTo>
                  <a:lnTo>
                    <a:pt x="504" y="28"/>
                  </a:lnTo>
                  <a:lnTo>
                    <a:pt x="502" y="29"/>
                  </a:lnTo>
                  <a:lnTo>
                    <a:pt x="498" y="30"/>
                  </a:lnTo>
                  <a:lnTo>
                    <a:pt x="495" y="30"/>
                  </a:lnTo>
                  <a:lnTo>
                    <a:pt x="285" y="30"/>
                  </a:lnTo>
                  <a:lnTo>
                    <a:pt x="282" y="30"/>
                  </a:lnTo>
                  <a:lnTo>
                    <a:pt x="280" y="29"/>
                  </a:lnTo>
                  <a:lnTo>
                    <a:pt x="276" y="28"/>
                  </a:lnTo>
                  <a:lnTo>
                    <a:pt x="274" y="26"/>
                  </a:lnTo>
                  <a:lnTo>
                    <a:pt x="272" y="24"/>
                  </a:lnTo>
                  <a:lnTo>
                    <a:pt x="271" y="22"/>
                  </a:lnTo>
                  <a:lnTo>
                    <a:pt x="270" y="19"/>
                  </a:lnTo>
                  <a:lnTo>
                    <a:pt x="270" y="15"/>
                  </a:lnTo>
                  <a:lnTo>
                    <a:pt x="270" y="0"/>
                  </a:lnTo>
                  <a:lnTo>
                    <a:pt x="0" y="0"/>
                  </a:lnTo>
                  <a:lnTo>
                    <a:pt x="0" y="196"/>
                  </a:lnTo>
                  <a:lnTo>
                    <a:pt x="0" y="199"/>
                  </a:lnTo>
                  <a:lnTo>
                    <a:pt x="1" y="202"/>
                  </a:lnTo>
                  <a:lnTo>
                    <a:pt x="2" y="204"/>
                  </a:lnTo>
                  <a:lnTo>
                    <a:pt x="4" y="206"/>
                  </a:lnTo>
                  <a:lnTo>
                    <a:pt x="6" y="208"/>
                  </a:lnTo>
                  <a:lnTo>
                    <a:pt x="9" y="209"/>
                  </a:lnTo>
                  <a:lnTo>
                    <a:pt x="12" y="210"/>
                  </a:lnTo>
                  <a:lnTo>
                    <a:pt x="15" y="211"/>
                  </a:lnTo>
                  <a:lnTo>
                    <a:pt x="766" y="211"/>
                  </a:lnTo>
                  <a:lnTo>
                    <a:pt x="768" y="210"/>
                  </a:lnTo>
                  <a:lnTo>
                    <a:pt x="772" y="209"/>
                  </a:lnTo>
                  <a:lnTo>
                    <a:pt x="774" y="208"/>
                  </a:lnTo>
                  <a:lnTo>
                    <a:pt x="776" y="206"/>
                  </a:lnTo>
                  <a:lnTo>
                    <a:pt x="778" y="204"/>
                  </a:lnTo>
                  <a:lnTo>
                    <a:pt x="780" y="202"/>
                  </a:lnTo>
                  <a:lnTo>
                    <a:pt x="780" y="199"/>
                  </a:lnTo>
                  <a:lnTo>
                    <a:pt x="781" y="196"/>
                  </a:lnTo>
                  <a:lnTo>
                    <a:pt x="781" y="0"/>
                  </a:lnTo>
                  <a:lnTo>
                    <a:pt x="510" y="0"/>
                  </a:lnTo>
                  <a:lnTo>
                    <a:pt x="51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4150">
              <a:extLst>
                <a:ext uri="{FF2B5EF4-FFF2-40B4-BE49-F238E27FC236}">
                  <a16:creationId xmlns:a16="http://schemas.microsoft.com/office/drawing/2014/main" id="{AA0C4A58-80AF-7400-D5C5-99BED30F1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10688" y="1982788"/>
              <a:ext cx="285750" cy="171450"/>
            </a:xfrm>
            <a:custGeom>
              <a:avLst/>
              <a:gdLst>
                <a:gd name="T0" fmla="*/ 300 w 901"/>
                <a:gd name="T1" fmla="*/ 135 h 540"/>
                <a:gd name="T2" fmla="*/ 304 w 901"/>
                <a:gd name="T3" fmla="*/ 104 h 540"/>
                <a:gd name="T4" fmla="*/ 316 w 901"/>
                <a:gd name="T5" fmla="*/ 76 h 540"/>
                <a:gd name="T6" fmla="*/ 334 w 901"/>
                <a:gd name="T7" fmla="*/ 54 h 540"/>
                <a:gd name="T8" fmla="*/ 357 w 901"/>
                <a:gd name="T9" fmla="*/ 38 h 540"/>
                <a:gd name="T10" fmla="*/ 384 w 901"/>
                <a:gd name="T11" fmla="*/ 30 h 540"/>
                <a:gd name="T12" fmla="*/ 517 w 901"/>
                <a:gd name="T13" fmla="*/ 30 h 540"/>
                <a:gd name="T14" fmla="*/ 543 w 901"/>
                <a:gd name="T15" fmla="*/ 38 h 540"/>
                <a:gd name="T16" fmla="*/ 567 w 901"/>
                <a:gd name="T17" fmla="*/ 54 h 540"/>
                <a:gd name="T18" fmla="*/ 584 w 901"/>
                <a:gd name="T19" fmla="*/ 76 h 540"/>
                <a:gd name="T20" fmla="*/ 596 w 901"/>
                <a:gd name="T21" fmla="*/ 104 h 540"/>
                <a:gd name="T22" fmla="*/ 600 w 901"/>
                <a:gd name="T23" fmla="*/ 135 h 540"/>
                <a:gd name="T24" fmla="*/ 813 w 901"/>
                <a:gd name="T25" fmla="*/ 150 h 540"/>
                <a:gd name="T26" fmla="*/ 630 w 901"/>
                <a:gd name="T27" fmla="*/ 135 h 540"/>
                <a:gd name="T28" fmla="*/ 625 w 901"/>
                <a:gd name="T29" fmla="*/ 94 h 540"/>
                <a:gd name="T30" fmla="*/ 610 w 901"/>
                <a:gd name="T31" fmla="*/ 59 h 540"/>
                <a:gd name="T32" fmla="*/ 585 w 901"/>
                <a:gd name="T33" fmla="*/ 30 h 540"/>
                <a:gd name="T34" fmla="*/ 555 w 901"/>
                <a:gd name="T35" fmla="*/ 11 h 540"/>
                <a:gd name="T36" fmla="*/ 520 w 901"/>
                <a:gd name="T37" fmla="*/ 0 h 540"/>
                <a:gd name="T38" fmla="*/ 380 w 901"/>
                <a:gd name="T39" fmla="*/ 0 h 540"/>
                <a:gd name="T40" fmla="*/ 345 w 901"/>
                <a:gd name="T41" fmla="*/ 11 h 540"/>
                <a:gd name="T42" fmla="*/ 315 w 901"/>
                <a:gd name="T43" fmla="*/ 30 h 540"/>
                <a:gd name="T44" fmla="*/ 291 w 901"/>
                <a:gd name="T45" fmla="*/ 59 h 540"/>
                <a:gd name="T46" fmla="*/ 275 w 901"/>
                <a:gd name="T47" fmla="*/ 94 h 540"/>
                <a:gd name="T48" fmla="*/ 270 w 901"/>
                <a:gd name="T49" fmla="*/ 135 h 540"/>
                <a:gd name="T50" fmla="*/ 88 w 901"/>
                <a:gd name="T51" fmla="*/ 150 h 540"/>
                <a:gd name="T52" fmla="*/ 66 w 901"/>
                <a:gd name="T53" fmla="*/ 160 h 540"/>
                <a:gd name="T54" fmla="*/ 42 w 901"/>
                <a:gd name="T55" fmla="*/ 176 h 540"/>
                <a:gd name="T56" fmla="*/ 22 w 901"/>
                <a:gd name="T57" fmla="*/ 195 h 540"/>
                <a:gd name="T58" fmla="*/ 8 w 901"/>
                <a:gd name="T59" fmla="*/ 217 h 540"/>
                <a:gd name="T60" fmla="*/ 1 w 901"/>
                <a:gd name="T61" fmla="*/ 240 h 540"/>
                <a:gd name="T62" fmla="*/ 0 w 901"/>
                <a:gd name="T63" fmla="*/ 540 h 540"/>
                <a:gd name="T64" fmla="*/ 330 w 901"/>
                <a:gd name="T65" fmla="*/ 540 h 540"/>
                <a:gd name="T66" fmla="*/ 331 w 901"/>
                <a:gd name="T67" fmla="*/ 460 h 540"/>
                <a:gd name="T68" fmla="*/ 336 w 901"/>
                <a:gd name="T69" fmla="*/ 453 h 540"/>
                <a:gd name="T70" fmla="*/ 345 w 901"/>
                <a:gd name="T71" fmla="*/ 450 h 540"/>
                <a:gd name="T72" fmla="*/ 562 w 901"/>
                <a:gd name="T73" fmla="*/ 451 h 540"/>
                <a:gd name="T74" fmla="*/ 568 w 901"/>
                <a:gd name="T75" fmla="*/ 457 h 540"/>
                <a:gd name="T76" fmla="*/ 570 w 901"/>
                <a:gd name="T77" fmla="*/ 465 h 540"/>
                <a:gd name="T78" fmla="*/ 871 w 901"/>
                <a:gd name="T79" fmla="*/ 540 h 540"/>
                <a:gd name="T80" fmla="*/ 900 w 901"/>
                <a:gd name="T81" fmla="*/ 249 h 540"/>
                <a:gd name="T82" fmla="*/ 895 w 901"/>
                <a:gd name="T83" fmla="*/ 224 h 540"/>
                <a:gd name="T84" fmla="*/ 883 w 901"/>
                <a:gd name="T85" fmla="*/ 202 h 540"/>
                <a:gd name="T86" fmla="*/ 866 w 901"/>
                <a:gd name="T87" fmla="*/ 181 h 540"/>
                <a:gd name="T88" fmla="*/ 843 w 901"/>
                <a:gd name="T89" fmla="*/ 164 h 540"/>
                <a:gd name="T90" fmla="*/ 816 w 901"/>
                <a:gd name="T91" fmla="*/ 151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01" h="540">
                  <a:moveTo>
                    <a:pt x="600" y="150"/>
                  </a:moveTo>
                  <a:lnTo>
                    <a:pt x="300" y="150"/>
                  </a:lnTo>
                  <a:lnTo>
                    <a:pt x="300" y="135"/>
                  </a:lnTo>
                  <a:lnTo>
                    <a:pt x="300" y="124"/>
                  </a:lnTo>
                  <a:lnTo>
                    <a:pt x="302" y="114"/>
                  </a:lnTo>
                  <a:lnTo>
                    <a:pt x="304" y="104"/>
                  </a:lnTo>
                  <a:lnTo>
                    <a:pt x="308" y="94"/>
                  </a:lnTo>
                  <a:lnTo>
                    <a:pt x="311" y="85"/>
                  </a:lnTo>
                  <a:lnTo>
                    <a:pt x="316" y="76"/>
                  </a:lnTo>
                  <a:lnTo>
                    <a:pt x="321" y="68"/>
                  </a:lnTo>
                  <a:lnTo>
                    <a:pt x="327" y="60"/>
                  </a:lnTo>
                  <a:lnTo>
                    <a:pt x="334" y="54"/>
                  </a:lnTo>
                  <a:lnTo>
                    <a:pt x="341" y="47"/>
                  </a:lnTo>
                  <a:lnTo>
                    <a:pt x="349" y="42"/>
                  </a:lnTo>
                  <a:lnTo>
                    <a:pt x="357" y="38"/>
                  </a:lnTo>
                  <a:lnTo>
                    <a:pt x="365" y="34"/>
                  </a:lnTo>
                  <a:lnTo>
                    <a:pt x="375" y="32"/>
                  </a:lnTo>
                  <a:lnTo>
                    <a:pt x="384" y="30"/>
                  </a:lnTo>
                  <a:lnTo>
                    <a:pt x="393" y="30"/>
                  </a:lnTo>
                  <a:lnTo>
                    <a:pt x="507" y="30"/>
                  </a:lnTo>
                  <a:lnTo>
                    <a:pt x="517" y="30"/>
                  </a:lnTo>
                  <a:lnTo>
                    <a:pt x="526" y="32"/>
                  </a:lnTo>
                  <a:lnTo>
                    <a:pt x="535" y="34"/>
                  </a:lnTo>
                  <a:lnTo>
                    <a:pt x="543" y="38"/>
                  </a:lnTo>
                  <a:lnTo>
                    <a:pt x="552" y="42"/>
                  </a:lnTo>
                  <a:lnTo>
                    <a:pt x="559" y="47"/>
                  </a:lnTo>
                  <a:lnTo>
                    <a:pt x="567" y="54"/>
                  </a:lnTo>
                  <a:lnTo>
                    <a:pt x="573" y="60"/>
                  </a:lnTo>
                  <a:lnTo>
                    <a:pt x="579" y="68"/>
                  </a:lnTo>
                  <a:lnTo>
                    <a:pt x="584" y="76"/>
                  </a:lnTo>
                  <a:lnTo>
                    <a:pt x="589" y="85"/>
                  </a:lnTo>
                  <a:lnTo>
                    <a:pt x="593" y="94"/>
                  </a:lnTo>
                  <a:lnTo>
                    <a:pt x="596" y="104"/>
                  </a:lnTo>
                  <a:lnTo>
                    <a:pt x="599" y="114"/>
                  </a:lnTo>
                  <a:lnTo>
                    <a:pt x="600" y="124"/>
                  </a:lnTo>
                  <a:lnTo>
                    <a:pt x="600" y="135"/>
                  </a:lnTo>
                  <a:lnTo>
                    <a:pt x="600" y="150"/>
                  </a:lnTo>
                  <a:close/>
                  <a:moveTo>
                    <a:pt x="816" y="151"/>
                  </a:moveTo>
                  <a:lnTo>
                    <a:pt x="813" y="150"/>
                  </a:lnTo>
                  <a:lnTo>
                    <a:pt x="810" y="150"/>
                  </a:lnTo>
                  <a:lnTo>
                    <a:pt x="630" y="150"/>
                  </a:lnTo>
                  <a:lnTo>
                    <a:pt x="630" y="135"/>
                  </a:lnTo>
                  <a:lnTo>
                    <a:pt x="630" y="121"/>
                  </a:lnTo>
                  <a:lnTo>
                    <a:pt x="628" y="107"/>
                  </a:lnTo>
                  <a:lnTo>
                    <a:pt x="625" y="94"/>
                  </a:lnTo>
                  <a:lnTo>
                    <a:pt x="621" y="83"/>
                  </a:lnTo>
                  <a:lnTo>
                    <a:pt x="615" y="71"/>
                  </a:lnTo>
                  <a:lnTo>
                    <a:pt x="610" y="59"/>
                  </a:lnTo>
                  <a:lnTo>
                    <a:pt x="602" y="49"/>
                  </a:lnTo>
                  <a:lnTo>
                    <a:pt x="595" y="40"/>
                  </a:lnTo>
                  <a:lnTo>
                    <a:pt x="585" y="30"/>
                  </a:lnTo>
                  <a:lnTo>
                    <a:pt x="576" y="23"/>
                  </a:lnTo>
                  <a:lnTo>
                    <a:pt x="566" y="16"/>
                  </a:lnTo>
                  <a:lnTo>
                    <a:pt x="555" y="11"/>
                  </a:lnTo>
                  <a:lnTo>
                    <a:pt x="543" y="5"/>
                  </a:lnTo>
                  <a:lnTo>
                    <a:pt x="532" y="2"/>
                  </a:lnTo>
                  <a:lnTo>
                    <a:pt x="520" y="0"/>
                  </a:lnTo>
                  <a:lnTo>
                    <a:pt x="507" y="0"/>
                  </a:lnTo>
                  <a:lnTo>
                    <a:pt x="393" y="0"/>
                  </a:lnTo>
                  <a:lnTo>
                    <a:pt x="380" y="0"/>
                  </a:lnTo>
                  <a:lnTo>
                    <a:pt x="369" y="2"/>
                  </a:lnTo>
                  <a:lnTo>
                    <a:pt x="357" y="5"/>
                  </a:lnTo>
                  <a:lnTo>
                    <a:pt x="345" y="11"/>
                  </a:lnTo>
                  <a:lnTo>
                    <a:pt x="334" y="16"/>
                  </a:lnTo>
                  <a:lnTo>
                    <a:pt x="325" y="23"/>
                  </a:lnTo>
                  <a:lnTo>
                    <a:pt x="315" y="30"/>
                  </a:lnTo>
                  <a:lnTo>
                    <a:pt x="306" y="40"/>
                  </a:lnTo>
                  <a:lnTo>
                    <a:pt x="298" y="49"/>
                  </a:lnTo>
                  <a:lnTo>
                    <a:pt x="291" y="59"/>
                  </a:lnTo>
                  <a:lnTo>
                    <a:pt x="285" y="71"/>
                  </a:lnTo>
                  <a:lnTo>
                    <a:pt x="280" y="83"/>
                  </a:lnTo>
                  <a:lnTo>
                    <a:pt x="275" y="94"/>
                  </a:lnTo>
                  <a:lnTo>
                    <a:pt x="272" y="107"/>
                  </a:lnTo>
                  <a:lnTo>
                    <a:pt x="270" y="121"/>
                  </a:lnTo>
                  <a:lnTo>
                    <a:pt x="270" y="135"/>
                  </a:lnTo>
                  <a:lnTo>
                    <a:pt x="270" y="150"/>
                  </a:lnTo>
                  <a:lnTo>
                    <a:pt x="90" y="150"/>
                  </a:lnTo>
                  <a:lnTo>
                    <a:pt x="88" y="150"/>
                  </a:lnTo>
                  <a:lnTo>
                    <a:pt x="85" y="151"/>
                  </a:lnTo>
                  <a:lnTo>
                    <a:pt x="75" y="155"/>
                  </a:lnTo>
                  <a:lnTo>
                    <a:pt x="66" y="160"/>
                  </a:lnTo>
                  <a:lnTo>
                    <a:pt x="58" y="164"/>
                  </a:lnTo>
                  <a:lnTo>
                    <a:pt x="49" y="169"/>
                  </a:lnTo>
                  <a:lnTo>
                    <a:pt x="42" y="176"/>
                  </a:lnTo>
                  <a:lnTo>
                    <a:pt x="34" y="181"/>
                  </a:lnTo>
                  <a:lnTo>
                    <a:pt x="28" y="188"/>
                  </a:lnTo>
                  <a:lnTo>
                    <a:pt x="22" y="195"/>
                  </a:lnTo>
                  <a:lnTo>
                    <a:pt x="17" y="202"/>
                  </a:lnTo>
                  <a:lnTo>
                    <a:pt x="13" y="209"/>
                  </a:lnTo>
                  <a:lnTo>
                    <a:pt x="8" y="217"/>
                  </a:lnTo>
                  <a:lnTo>
                    <a:pt x="5" y="224"/>
                  </a:lnTo>
                  <a:lnTo>
                    <a:pt x="3" y="233"/>
                  </a:lnTo>
                  <a:lnTo>
                    <a:pt x="1" y="240"/>
                  </a:lnTo>
                  <a:lnTo>
                    <a:pt x="0" y="249"/>
                  </a:lnTo>
                  <a:lnTo>
                    <a:pt x="0" y="257"/>
                  </a:lnTo>
                  <a:lnTo>
                    <a:pt x="0" y="540"/>
                  </a:lnTo>
                  <a:lnTo>
                    <a:pt x="30" y="540"/>
                  </a:lnTo>
                  <a:lnTo>
                    <a:pt x="75" y="540"/>
                  </a:lnTo>
                  <a:lnTo>
                    <a:pt x="330" y="540"/>
                  </a:lnTo>
                  <a:lnTo>
                    <a:pt x="330" y="465"/>
                  </a:lnTo>
                  <a:lnTo>
                    <a:pt x="330" y="462"/>
                  </a:lnTo>
                  <a:lnTo>
                    <a:pt x="331" y="460"/>
                  </a:lnTo>
                  <a:lnTo>
                    <a:pt x="332" y="457"/>
                  </a:lnTo>
                  <a:lnTo>
                    <a:pt x="334" y="455"/>
                  </a:lnTo>
                  <a:lnTo>
                    <a:pt x="336" y="453"/>
                  </a:lnTo>
                  <a:lnTo>
                    <a:pt x="340" y="451"/>
                  </a:lnTo>
                  <a:lnTo>
                    <a:pt x="342" y="450"/>
                  </a:lnTo>
                  <a:lnTo>
                    <a:pt x="345" y="450"/>
                  </a:lnTo>
                  <a:lnTo>
                    <a:pt x="555" y="450"/>
                  </a:lnTo>
                  <a:lnTo>
                    <a:pt x="558" y="450"/>
                  </a:lnTo>
                  <a:lnTo>
                    <a:pt x="562" y="451"/>
                  </a:lnTo>
                  <a:lnTo>
                    <a:pt x="564" y="453"/>
                  </a:lnTo>
                  <a:lnTo>
                    <a:pt x="566" y="455"/>
                  </a:lnTo>
                  <a:lnTo>
                    <a:pt x="568" y="457"/>
                  </a:lnTo>
                  <a:lnTo>
                    <a:pt x="569" y="460"/>
                  </a:lnTo>
                  <a:lnTo>
                    <a:pt x="570" y="462"/>
                  </a:lnTo>
                  <a:lnTo>
                    <a:pt x="570" y="465"/>
                  </a:lnTo>
                  <a:lnTo>
                    <a:pt x="570" y="540"/>
                  </a:lnTo>
                  <a:lnTo>
                    <a:pt x="826" y="540"/>
                  </a:lnTo>
                  <a:lnTo>
                    <a:pt x="871" y="540"/>
                  </a:lnTo>
                  <a:lnTo>
                    <a:pt x="901" y="540"/>
                  </a:lnTo>
                  <a:lnTo>
                    <a:pt x="901" y="257"/>
                  </a:lnTo>
                  <a:lnTo>
                    <a:pt x="900" y="249"/>
                  </a:lnTo>
                  <a:lnTo>
                    <a:pt x="899" y="240"/>
                  </a:lnTo>
                  <a:lnTo>
                    <a:pt x="898" y="233"/>
                  </a:lnTo>
                  <a:lnTo>
                    <a:pt x="895" y="224"/>
                  </a:lnTo>
                  <a:lnTo>
                    <a:pt x="892" y="217"/>
                  </a:lnTo>
                  <a:lnTo>
                    <a:pt x="887" y="209"/>
                  </a:lnTo>
                  <a:lnTo>
                    <a:pt x="883" y="202"/>
                  </a:lnTo>
                  <a:lnTo>
                    <a:pt x="878" y="195"/>
                  </a:lnTo>
                  <a:lnTo>
                    <a:pt x="872" y="188"/>
                  </a:lnTo>
                  <a:lnTo>
                    <a:pt x="866" y="181"/>
                  </a:lnTo>
                  <a:lnTo>
                    <a:pt x="858" y="176"/>
                  </a:lnTo>
                  <a:lnTo>
                    <a:pt x="851" y="169"/>
                  </a:lnTo>
                  <a:lnTo>
                    <a:pt x="843" y="164"/>
                  </a:lnTo>
                  <a:lnTo>
                    <a:pt x="835" y="160"/>
                  </a:lnTo>
                  <a:lnTo>
                    <a:pt x="825" y="155"/>
                  </a:lnTo>
                  <a:lnTo>
                    <a:pt x="816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5B00B67-D7F8-1613-E500-4E7CFB96E1FC}"/>
              </a:ext>
            </a:extLst>
          </p:cNvPr>
          <p:cNvSpPr txBox="1"/>
          <p:nvPr/>
        </p:nvSpPr>
        <p:spPr>
          <a:xfrm>
            <a:off x="4319438" y="404059"/>
            <a:ext cx="3800865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3600" dirty="0">
                <a:latin typeface="+mj-lt"/>
              </a:rPr>
              <a:t>ФАКТОРИ УСПІХУ</a:t>
            </a:r>
            <a:endParaRPr lang="en-US" sz="3600" dirty="0">
              <a:latin typeface="+mj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D301A92-C6AC-DBBB-8D8F-460E96239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rcRect l="15940" t="12227" r="17675" b="16406"/>
          <a:stretch>
            <a:fillRect/>
          </a:stretch>
        </p:blipFill>
        <p:spPr>
          <a:xfrm>
            <a:off x="4438005" y="2746494"/>
            <a:ext cx="3343572" cy="3009778"/>
          </a:xfrm>
          <a:prstGeom prst="ellipse">
            <a:avLst/>
          </a:prstGeom>
        </p:spPr>
      </p:pic>
      <p:pic>
        <p:nvPicPr>
          <p:cNvPr id="9" name="Графіка 8" descr="Нарада">
            <a:extLst>
              <a:ext uri="{FF2B5EF4-FFF2-40B4-BE49-F238E27FC236}">
                <a16:creationId xmlns:a16="http://schemas.microsoft.com/office/drawing/2014/main" id="{E4D61D9B-DB55-0AC8-2E18-9D81C11638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0886" y="1287831"/>
            <a:ext cx="494681" cy="494681"/>
          </a:xfrm>
          <a:prstGeom prst="rect">
            <a:avLst/>
          </a:prstGeom>
        </p:spPr>
      </p:pic>
      <p:pic>
        <p:nvPicPr>
          <p:cNvPr id="10" name="Picture 8" descr="Icons partnership, результатов — 691 тысяча: изображения, стоковые  фотографии, картинки без лицензионных платежей | Shutterstock">
            <a:extLst>
              <a:ext uri="{FF2B5EF4-FFF2-40B4-BE49-F238E27FC236}">
                <a16:creationId xmlns:a16="http://schemas.microsoft.com/office/drawing/2014/main" id="{3847B4E1-A554-CDE1-7114-D846928E6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046" b="81408" l="10000" r="9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547"/>
          <a:stretch>
            <a:fillRect/>
          </a:stretch>
        </p:blipFill>
        <p:spPr bwMode="auto">
          <a:xfrm>
            <a:off x="3110360" y="2389092"/>
            <a:ext cx="581021" cy="56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Графіка 13" descr="Гроші">
            <a:extLst>
              <a:ext uri="{FF2B5EF4-FFF2-40B4-BE49-F238E27FC236}">
                <a16:creationId xmlns:a16="http://schemas.microsoft.com/office/drawing/2014/main" id="{9137E27E-D43E-6EBE-11B9-7E714200F7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27816" y="3927420"/>
            <a:ext cx="492235" cy="492235"/>
          </a:xfrm>
          <a:prstGeom prst="rect">
            <a:avLst/>
          </a:prstGeom>
        </p:spPr>
      </p:pic>
      <p:pic>
        <p:nvPicPr>
          <p:cNvPr id="4098" name="Picture 2" descr="Технологии – Бесплатные иконки: технологии">
            <a:extLst>
              <a:ext uri="{FF2B5EF4-FFF2-40B4-BE49-F238E27FC236}">
                <a16:creationId xmlns:a16="http://schemas.microsoft.com/office/drawing/2014/main" id="{CA3B2950-F529-DEB6-3AE0-74BC11CF1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281" y="5544109"/>
            <a:ext cx="435180" cy="43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Графіка 15" descr="Контрольний список (справа наліво)">
            <a:extLst>
              <a:ext uri="{FF2B5EF4-FFF2-40B4-BE49-F238E27FC236}">
                <a16:creationId xmlns:a16="http://schemas.microsoft.com/office/drawing/2014/main" id="{4D524CB2-B5B2-C234-6279-E513B59C05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2695" y="5529773"/>
            <a:ext cx="509126" cy="509126"/>
          </a:xfrm>
          <a:prstGeom prst="rect">
            <a:avLst/>
          </a:prstGeom>
        </p:spPr>
      </p:pic>
      <p:pic>
        <p:nvPicPr>
          <p:cNvPr id="18" name="Графіка 17" descr="Шахтарське знаряддя">
            <a:extLst>
              <a:ext uri="{FF2B5EF4-FFF2-40B4-BE49-F238E27FC236}">
                <a16:creationId xmlns:a16="http://schemas.microsoft.com/office/drawing/2014/main" id="{21E9A07E-3370-A592-A017-F06D4B0169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46413" y="1299965"/>
            <a:ext cx="428149" cy="428149"/>
          </a:xfrm>
          <a:prstGeom prst="rect">
            <a:avLst/>
          </a:prstGeom>
        </p:spPr>
      </p:pic>
      <p:pic>
        <p:nvPicPr>
          <p:cNvPr id="20" name="Графіка 19" descr="Група чоловіків">
            <a:extLst>
              <a:ext uri="{FF2B5EF4-FFF2-40B4-BE49-F238E27FC236}">
                <a16:creationId xmlns:a16="http://schemas.microsoft.com/office/drawing/2014/main" id="{9295AEC7-D8C4-CFB9-A379-384CA78C584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73546" y="3989072"/>
            <a:ext cx="489581" cy="48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1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E39A2-B1B9-FFA9-D00D-69E98836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DC586D07-40A9-7439-D44A-D75482FD2957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СТРУКТУРА РОБІТ ПРОЄКТУ (</a:t>
            </a:r>
            <a:r>
              <a:rPr lang="en-US" sz="4400" dirty="0">
                <a:latin typeface="+mj-lt"/>
              </a:rPr>
              <a:t>WBS)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D4C6C5E2-7677-FD30-2D5A-17E73AF2F3D3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BB3DA-364A-F01A-16CB-9B89A3AC6C2D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3277D68-A66E-22D7-748B-75705CAE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E39AC-DB4A-819F-1D27-62465823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2EE1EB50-ED93-5E36-3D11-7173CCA83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0103881"/>
              </p:ext>
            </p:extLst>
          </p:nvPr>
        </p:nvGraphicFramePr>
        <p:xfrm>
          <a:off x="1160111" y="909321"/>
          <a:ext cx="10193689" cy="5764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11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324-3708-8AC1-A06D-92213CB6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C922045A-F2D8-5B3F-F51E-00C9F0ED22F3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РОЛІ ТА КОМАНДА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3B24B29-90BA-8370-4E9A-74B4963D96C2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97B61F-291C-7B00-8D6C-037575432BD9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A569FD-C85A-F6FF-F758-CAAABD07E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35B78-5C7E-A46C-C9C7-8C7116A8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75DC2A29-4E6C-88F3-3C70-98FCD8FF26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291309"/>
              </p:ext>
            </p:extLst>
          </p:nvPr>
        </p:nvGraphicFramePr>
        <p:xfrm>
          <a:off x="2079625" y="1030247"/>
          <a:ext cx="8128000" cy="5508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28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4C9C-FE93-EDAB-F9ED-C004F21D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65A6C6A5-37CA-6369-4DEA-65C6E44D7FE4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ЗАВДАННЯ ТА ДІЇ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FA6531E-E85C-A5C9-AD3A-20404F2E76F4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B74E3E-B485-6532-98FF-04AF5FF8E953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B1920C-9AA8-A402-AD6E-B878DCC9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042DE-07C2-224E-D0A0-1E287D34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13</a:t>
            </a:fld>
            <a:endParaRPr lang="en-US"/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81DEB548-D07C-D145-39A4-DE4D30113CDB}"/>
              </a:ext>
            </a:extLst>
          </p:cNvPr>
          <p:cNvGrpSpPr/>
          <p:nvPr/>
        </p:nvGrpSpPr>
        <p:grpSpPr>
          <a:xfrm>
            <a:off x="552349" y="1644283"/>
            <a:ext cx="11090478" cy="3918684"/>
            <a:chOff x="1150938" y="1417637"/>
            <a:chExt cx="9893300" cy="3495676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D64941F1-0BF1-CF84-CFB7-0C4E684B2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074" y="3439739"/>
              <a:ext cx="975805" cy="973884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1D83CD-D102-3AC9-1219-F1DB5FBE1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499" y="1913819"/>
              <a:ext cx="975805" cy="9777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7DA524D6-94DD-D4C3-0E4D-7CC80D105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5936" y="3439739"/>
              <a:ext cx="975805" cy="97388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CE272CA9-AB88-63A0-B064-930C0242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069" y="1913819"/>
              <a:ext cx="977726" cy="97772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01DBD2DB-9702-5C76-0317-531549219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915" y="1913819"/>
              <a:ext cx="973884" cy="9777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A17A938C-E739-C31C-55FC-3ACF9D261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188" y="1417637"/>
              <a:ext cx="2432050" cy="1971675"/>
            </a:xfrm>
            <a:custGeom>
              <a:avLst/>
              <a:gdLst>
                <a:gd name="T0" fmla="*/ 928 w 1015"/>
                <a:gd name="T1" fmla="*/ 541 h 823"/>
                <a:gd name="T2" fmla="*/ 928 w 1015"/>
                <a:gd name="T3" fmla="*/ 456 h 823"/>
                <a:gd name="T4" fmla="*/ 789 w 1015"/>
                <a:gd name="T5" fmla="*/ 133 h 823"/>
                <a:gd name="T6" fmla="*/ 464 w 1015"/>
                <a:gd name="T7" fmla="*/ 0 h 823"/>
                <a:gd name="T8" fmla="*/ 0 w 1015"/>
                <a:gd name="T9" fmla="*/ 464 h 823"/>
                <a:gd name="T10" fmla="*/ 0 w 1015"/>
                <a:gd name="T11" fmla="*/ 724 h 823"/>
                <a:gd name="T12" fmla="*/ 73 w 1015"/>
                <a:gd name="T13" fmla="*/ 597 h 823"/>
                <a:gd name="T14" fmla="*/ 152 w 1015"/>
                <a:gd name="T15" fmla="*/ 735 h 823"/>
                <a:gd name="T16" fmla="*/ 152 w 1015"/>
                <a:gd name="T17" fmla="*/ 464 h 823"/>
                <a:gd name="T18" fmla="*/ 464 w 1015"/>
                <a:gd name="T19" fmla="*/ 152 h 823"/>
                <a:gd name="T20" fmla="*/ 683 w 1015"/>
                <a:gd name="T21" fmla="*/ 242 h 823"/>
                <a:gd name="T22" fmla="*/ 776 w 1015"/>
                <a:gd name="T23" fmla="*/ 458 h 823"/>
                <a:gd name="T24" fmla="*/ 776 w 1015"/>
                <a:gd name="T25" fmla="*/ 541 h 823"/>
                <a:gd name="T26" fmla="*/ 689 w 1015"/>
                <a:gd name="T27" fmla="*/ 541 h 823"/>
                <a:gd name="T28" fmla="*/ 852 w 1015"/>
                <a:gd name="T29" fmla="*/ 823 h 823"/>
                <a:gd name="T30" fmla="*/ 1015 w 1015"/>
                <a:gd name="T31" fmla="*/ 541 h 823"/>
                <a:gd name="T32" fmla="*/ 928 w 1015"/>
                <a:gd name="T33" fmla="*/ 54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928" y="541"/>
                  </a:move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89" y="133"/>
                  </a:cubicBezTo>
                  <a:cubicBezTo>
                    <a:pt x="702" y="47"/>
                    <a:pt x="586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724"/>
                    <a:pt x="0" y="724"/>
                    <a:pt x="0" y="724"/>
                  </a:cubicBezTo>
                  <a:cubicBezTo>
                    <a:pt x="73" y="597"/>
                    <a:pt x="73" y="597"/>
                    <a:pt x="73" y="597"/>
                  </a:cubicBezTo>
                  <a:cubicBezTo>
                    <a:pt x="152" y="735"/>
                    <a:pt x="152" y="735"/>
                    <a:pt x="152" y="735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6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cubicBezTo>
                    <a:pt x="1015" y="541"/>
                    <a:pt x="1015" y="541"/>
                    <a:pt x="1015" y="541"/>
                  </a:cubicBezTo>
                  <a:lnTo>
                    <a:pt x="928" y="541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B019ABA0-A03F-8FD6-17D8-48A261D50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941638"/>
              <a:ext cx="2432050" cy="1971675"/>
            </a:xfrm>
            <a:custGeom>
              <a:avLst/>
              <a:gdLst>
                <a:gd name="T0" fmla="*/ 852 w 1015"/>
                <a:gd name="T1" fmla="*/ 0 h 823"/>
                <a:gd name="T2" fmla="*/ 689 w 1015"/>
                <a:gd name="T3" fmla="*/ 282 h 823"/>
                <a:gd name="T4" fmla="*/ 775 w 1015"/>
                <a:gd name="T5" fmla="*/ 282 h 823"/>
                <a:gd name="T6" fmla="*/ 775 w 1015"/>
                <a:gd name="T7" fmla="*/ 365 h 823"/>
                <a:gd name="T8" fmla="*/ 682 w 1015"/>
                <a:gd name="T9" fmla="*/ 581 h 823"/>
                <a:gd name="T10" fmla="*/ 464 w 1015"/>
                <a:gd name="T11" fmla="*/ 670 h 823"/>
                <a:gd name="T12" fmla="*/ 152 w 1015"/>
                <a:gd name="T13" fmla="*/ 358 h 823"/>
                <a:gd name="T14" fmla="*/ 152 w 1015"/>
                <a:gd name="T15" fmla="*/ 90 h 823"/>
                <a:gd name="T16" fmla="*/ 74 w 1015"/>
                <a:gd name="T17" fmla="*/ 225 h 823"/>
                <a:gd name="T18" fmla="*/ 0 w 1015"/>
                <a:gd name="T19" fmla="*/ 96 h 823"/>
                <a:gd name="T20" fmla="*/ 0 w 1015"/>
                <a:gd name="T21" fmla="*/ 358 h 823"/>
                <a:gd name="T22" fmla="*/ 464 w 1015"/>
                <a:gd name="T23" fmla="*/ 823 h 823"/>
                <a:gd name="T24" fmla="*/ 789 w 1015"/>
                <a:gd name="T25" fmla="*/ 690 h 823"/>
                <a:gd name="T26" fmla="*/ 928 w 1015"/>
                <a:gd name="T27" fmla="*/ 367 h 823"/>
                <a:gd name="T28" fmla="*/ 928 w 1015"/>
                <a:gd name="T29" fmla="*/ 282 h 823"/>
                <a:gd name="T30" fmla="*/ 1015 w 1015"/>
                <a:gd name="T31" fmla="*/ 282 h 823"/>
                <a:gd name="T32" fmla="*/ 852 w 1015"/>
                <a:gd name="T33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852" y="0"/>
                  </a:moveTo>
                  <a:cubicBezTo>
                    <a:pt x="689" y="282"/>
                    <a:pt x="689" y="282"/>
                    <a:pt x="689" y="282"/>
                  </a:cubicBezTo>
                  <a:cubicBezTo>
                    <a:pt x="775" y="282"/>
                    <a:pt x="775" y="282"/>
                    <a:pt x="775" y="282"/>
                  </a:cubicBezTo>
                  <a:cubicBezTo>
                    <a:pt x="775" y="365"/>
                    <a:pt x="775" y="365"/>
                    <a:pt x="775" y="365"/>
                  </a:cubicBezTo>
                  <a:cubicBezTo>
                    <a:pt x="774" y="447"/>
                    <a:pt x="741" y="523"/>
                    <a:pt x="682" y="581"/>
                  </a:cubicBezTo>
                  <a:cubicBezTo>
                    <a:pt x="624" y="639"/>
                    <a:pt x="546" y="670"/>
                    <a:pt x="464" y="670"/>
                  </a:cubicBezTo>
                  <a:cubicBezTo>
                    <a:pt x="292" y="670"/>
                    <a:pt x="152" y="530"/>
                    <a:pt x="152" y="358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614"/>
                    <a:pt x="208" y="823"/>
                    <a:pt x="464" y="823"/>
                  </a:cubicBezTo>
                  <a:cubicBezTo>
                    <a:pt x="586" y="823"/>
                    <a:pt x="702" y="775"/>
                    <a:pt x="789" y="690"/>
                  </a:cubicBezTo>
                  <a:cubicBezTo>
                    <a:pt x="876" y="604"/>
                    <a:pt x="926" y="489"/>
                    <a:pt x="928" y="367"/>
                  </a:cubicBezTo>
                  <a:cubicBezTo>
                    <a:pt x="928" y="282"/>
                    <a:pt x="928" y="282"/>
                    <a:pt x="928" y="282"/>
                  </a:cubicBezTo>
                  <a:cubicBezTo>
                    <a:pt x="1015" y="282"/>
                    <a:pt x="1015" y="282"/>
                    <a:pt x="1015" y="28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DFF9018-F1E9-0D1F-611B-BD71D505B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563" y="1417637"/>
              <a:ext cx="2432050" cy="1971675"/>
            </a:xfrm>
            <a:custGeom>
              <a:avLst/>
              <a:gdLst>
                <a:gd name="T0" fmla="*/ 928 w 1015"/>
                <a:gd name="T1" fmla="*/ 541 h 823"/>
                <a:gd name="T2" fmla="*/ 928 w 1015"/>
                <a:gd name="T3" fmla="*/ 456 h 823"/>
                <a:gd name="T4" fmla="*/ 790 w 1015"/>
                <a:gd name="T5" fmla="*/ 133 h 823"/>
                <a:gd name="T6" fmla="*/ 464 w 1015"/>
                <a:gd name="T7" fmla="*/ 0 h 823"/>
                <a:gd name="T8" fmla="*/ 0 w 1015"/>
                <a:gd name="T9" fmla="*/ 464 h 823"/>
                <a:gd name="T10" fmla="*/ 0 w 1015"/>
                <a:gd name="T11" fmla="*/ 724 h 823"/>
                <a:gd name="T12" fmla="*/ 73 w 1015"/>
                <a:gd name="T13" fmla="*/ 597 h 823"/>
                <a:gd name="T14" fmla="*/ 152 w 1015"/>
                <a:gd name="T15" fmla="*/ 735 h 823"/>
                <a:gd name="T16" fmla="*/ 152 w 1015"/>
                <a:gd name="T17" fmla="*/ 464 h 823"/>
                <a:gd name="T18" fmla="*/ 464 w 1015"/>
                <a:gd name="T19" fmla="*/ 152 h 823"/>
                <a:gd name="T20" fmla="*/ 683 w 1015"/>
                <a:gd name="T21" fmla="*/ 242 h 823"/>
                <a:gd name="T22" fmla="*/ 776 w 1015"/>
                <a:gd name="T23" fmla="*/ 458 h 823"/>
                <a:gd name="T24" fmla="*/ 776 w 1015"/>
                <a:gd name="T25" fmla="*/ 541 h 823"/>
                <a:gd name="T26" fmla="*/ 689 w 1015"/>
                <a:gd name="T27" fmla="*/ 541 h 823"/>
                <a:gd name="T28" fmla="*/ 852 w 1015"/>
                <a:gd name="T29" fmla="*/ 823 h 823"/>
                <a:gd name="T30" fmla="*/ 1015 w 1015"/>
                <a:gd name="T31" fmla="*/ 541 h 823"/>
                <a:gd name="T32" fmla="*/ 928 w 1015"/>
                <a:gd name="T33" fmla="*/ 54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928" y="541"/>
                  </a:move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90" y="133"/>
                  </a:cubicBezTo>
                  <a:cubicBezTo>
                    <a:pt x="702" y="47"/>
                    <a:pt x="587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724"/>
                    <a:pt x="0" y="724"/>
                    <a:pt x="0" y="724"/>
                  </a:cubicBezTo>
                  <a:cubicBezTo>
                    <a:pt x="73" y="597"/>
                    <a:pt x="73" y="597"/>
                    <a:pt x="73" y="597"/>
                  </a:cubicBezTo>
                  <a:cubicBezTo>
                    <a:pt x="152" y="735"/>
                    <a:pt x="152" y="735"/>
                    <a:pt x="152" y="735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6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cubicBezTo>
                    <a:pt x="1015" y="541"/>
                    <a:pt x="1015" y="541"/>
                    <a:pt x="1015" y="541"/>
                  </a:cubicBezTo>
                  <a:lnTo>
                    <a:pt x="928" y="54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0F3BF5EE-DB33-3091-AA83-AC4DDDB38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663" y="2941638"/>
              <a:ext cx="2432050" cy="1971675"/>
            </a:xfrm>
            <a:custGeom>
              <a:avLst/>
              <a:gdLst>
                <a:gd name="T0" fmla="*/ 852 w 1015"/>
                <a:gd name="T1" fmla="*/ 0 h 823"/>
                <a:gd name="T2" fmla="*/ 689 w 1015"/>
                <a:gd name="T3" fmla="*/ 282 h 823"/>
                <a:gd name="T4" fmla="*/ 776 w 1015"/>
                <a:gd name="T5" fmla="*/ 282 h 823"/>
                <a:gd name="T6" fmla="*/ 776 w 1015"/>
                <a:gd name="T7" fmla="*/ 365 h 823"/>
                <a:gd name="T8" fmla="*/ 682 w 1015"/>
                <a:gd name="T9" fmla="*/ 581 h 823"/>
                <a:gd name="T10" fmla="*/ 464 w 1015"/>
                <a:gd name="T11" fmla="*/ 670 h 823"/>
                <a:gd name="T12" fmla="*/ 152 w 1015"/>
                <a:gd name="T13" fmla="*/ 358 h 823"/>
                <a:gd name="T14" fmla="*/ 152 w 1015"/>
                <a:gd name="T15" fmla="*/ 90 h 823"/>
                <a:gd name="T16" fmla="*/ 74 w 1015"/>
                <a:gd name="T17" fmla="*/ 225 h 823"/>
                <a:gd name="T18" fmla="*/ 0 w 1015"/>
                <a:gd name="T19" fmla="*/ 96 h 823"/>
                <a:gd name="T20" fmla="*/ 0 w 1015"/>
                <a:gd name="T21" fmla="*/ 358 h 823"/>
                <a:gd name="T22" fmla="*/ 464 w 1015"/>
                <a:gd name="T23" fmla="*/ 823 h 823"/>
                <a:gd name="T24" fmla="*/ 789 w 1015"/>
                <a:gd name="T25" fmla="*/ 690 h 823"/>
                <a:gd name="T26" fmla="*/ 928 w 1015"/>
                <a:gd name="T27" fmla="*/ 367 h 823"/>
                <a:gd name="T28" fmla="*/ 928 w 1015"/>
                <a:gd name="T29" fmla="*/ 282 h 823"/>
                <a:gd name="T30" fmla="*/ 1015 w 1015"/>
                <a:gd name="T31" fmla="*/ 282 h 823"/>
                <a:gd name="T32" fmla="*/ 852 w 1015"/>
                <a:gd name="T33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852" y="0"/>
                  </a:moveTo>
                  <a:cubicBezTo>
                    <a:pt x="689" y="282"/>
                    <a:pt x="689" y="282"/>
                    <a:pt x="689" y="282"/>
                  </a:cubicBezTo>
                  <a:cubicBezTo>
                    <a:pt x="776" y="282"/>
                    <a:pt x="776" y="282"/>
                    <a:pt x="776" y="282"/>
                  </a:cubicBezTo>
                  <a:cubicBezTo>
                    <a:pt x="776" y="365"/>
                    <a:pt x="776" y="365"/>
                    <a:pt x="776" y="365"/>
                  </a:cubicBezTo>
                  <a:cubicBezTo>
                    <a:pt x="774" y="447"/>
                    <a:pt x="741" y="523"/>
                    <a:pt x="682" y="581"/>
                  </a:cubicBezTo>
                  <a:cubicBezTo>
                    <a:pt x="624" y="639"/>
                    <a:pt x="546" y="670"/>
                    <a:pt x="464" y="670"/>
                  </a:cubicBezTo>
                  <a:cubicBezTo>
                    <a:pt x="292" y="670"/>
                    <a:pt x="152" y="530"/>
                    <a:pt x="152" y="358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614"/>
                    <a:pt x="208" y="823"/>
                    <a:pt x="464" y="823"/>
                  </a:cubicBezTo>
                  <a:cubicBezTo>
                    <a:pt x="586" y="823"/>
                    <a:pt x="702" y="775"/>
                    <a:pt x="789" y="690"/>
                  </a:cubicBezTo>
                  <a:cubicBezTo>
                    <a:pt x="877" y="604"/>
                    <a:pt x="926" y="489"/>
                    <a:pt x="928" y="367"/>
                  </a:cubicBezTo>
                  <a:cubicBezTo>
                    <a:pt x="928" y="282"/>
                    <a:pt x="928" y="282"/>
                    <a:pt x="928" y="282"/>
                  </a:cubicBezTo>
                  <a:cubicBezTo>
                    <a:pt x="1015" y="282"/>
                    <a:pt x="1015" y="282"/>
                    <a:pt x="1015" y="28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972F0675-E52B-D100-F937-669A18C2E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938" y="1417637"/>
              <a:ext cx="2432050" cy="1995488"/>
            </a:xfrm>
            <a:custGeom>
              <a:avLst/>
              <a:gdLst>
                <a:gd name="T0" fmla="*/ 1015 w 1015"/>
                <a:gd name="T1" fmla="*/ 541 h 833"/>
                <a:gd name="T2" fmla="*/ 928 w 1015"/>
                <a:gd name="T3" fmla="*/ 541 h 833"/>
                <a:gd name="T4" fmla="*/ 928 w 1015"/>
                <a:gd name="T5" fmla="*/ 456 h 833"/>
                <a:gd name="T6" fmla="*/ 790 w 1015"/>
                <a:gd name="T7" fmla="*/ 133 h 833"/>
                <a:gd name="T8" fmla="*/ 464 w 1015"/>
                <a:gd name="T9" fmla="*/ 0 h 833"/>
                <a:gd name="T10" fmla="*/ 0 w 1015"/>
                <a:gd name="T11" fmla="*/ 464 h 833"/>
                <a:gd name="T12" fmla="*/ 0 w 1015"/>
                <a:gd name="T13" fmla="*/ 833 h 833"/>
                <a:gd name="T14" fmla="*/ 152 w 1015"/>
                <a:gd name="T15" fmla="*/ 833 h 833"/>
                <a:gd name="T16" fmla="*/ 152 w 1015"/>
                <a:gd name="T17" fmla="*/ 464 h 833"/>
                <a:gd name="T18" fmla="*/ 464 w 1015"/>
                <a:gd name="T19" fmla="*/ 152 h 833"/>
                <a:gd name="T20" fmla="*/ 683 w 1015"/>
                <a:gd name="T21" fmla="*/ 242 h 833"/>
                <a:gd name="T22" fmla="*/ 776 w 1015"/>
                <a:gd name="T23" fmla="*/ 458 h 833"/>
                <a:gd name="T24" fmla="*/ 776 w 1015"/>
                <a:gd name="T25" fmla="*/ 541 h 833"/>
                <a:gd name="T26" fmla="*/ 689 w 1015"/>
                <a:gd name="T27" fmla="*/ 541 h 833"/>
                <a:gd name="T28" fmla="*/ 852 w 1015"/>
                <a:gd name="T29" fmla="*/ 823 h 833"/>
                <a:gd name="T30" fmla="*/ 1015 w 1015"/>
                <a:gd name="T31" fmla="*/ 54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15" h="833">
                  <a:moveTo>
                    <a:pt x="1015" y="541"/>
                  </a:moveTo>
                  <a:cubicBezTo>
                    <a:pt x="928" y="541"/>
                    <a:pt x="928" y="541"/>
                    <a:pt x="928" y="541"/>
                  </a:cubicBez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90" y="133"/>
                  </a:cubicBezTo>
                  <a:cubicBezTo>
                    <a:pt x="702" y="47"/>
                    <a:pt x="587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833"/>
                    <a:pt x="0" y="833"/>
                    <a:pt x="0" y="833"/>
                  </a:cubicBezTo>
                  <a:cubicBezTo>
                    <a:pt x="152" y="833"/>
                    <a:pt x="152" y="833"/>
                    <a:pt x="152" y="833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7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lnTo>
                    <a:pt x="1015" y="5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6CFFA9-1929-7E8C-F044-25B6301094AB}"/>
                </a:ext>
              </a:extLst>
            </p:cNvPr>
            <p:cNvSpPr txBox="1"/>
            <p:nvPr/>
          </p:nvSpPr>
          <p:spPr>
            <a:xfrm>
              <a:off x="1716123" y="2983272"/>
              <a:ext cx="1049676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Планування та закупівлі</a:t>
              </a:r>
              <a:endParaRPr lang="en-US" sz="16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F3954A-7A5F-C8EC-5DC1-8E0B1805030A}"/>
                </a:ext>
              </a:extLst>
            </p:cNvPr>
            <p:cNvSpPr txBox="1"/>
            <p:nvPr/>
          </p:nvSpPr>
          <p:spPr>
            <a:xfrm>
              <a:off x="5303838" y="3026507"/>
              <a:ext cx="1381125" cy="658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Монтаж і налаштування обладнання</a:t>
              </a:r>
              <a:endParaRPr lang="en-US" sz="16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0093EC-9FEB-EE8C-F84C-0F983657A23B}"/>
                </a:ext>
              </a:extLst>
            </p:cNvPr>
            <p:cNvSpPr txBox="1"/>
            <p:nvPr/>
          </p:nvSpPr>
          <p:spPr>
            <a:xfrm>
              <a:off x="9097349" y="3026507"/>
              <a:ext cx="1381125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uk-UA" sz="1600" b="1" dirty="0"/>
                <a:t>Моніторинг і оцінка результатів</a:t>
              </a:r>
              <a:endParaRPr lang="en-US" sz="16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BCB2-5E26-EDBF-944A-FE3053FBD1C2}"/>
                </a:ext>
              </a:extLst>
            </p:cNvPr>
            <p:cNvSpPr txBox="1"/>
            <p:nvPr/>
          </p:nvSpPr>
          <p:spPr>
            <a:xfrm>
              <a:off x="3370262" y="2922330"/>
              <a:ext cx="1450976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Підготовка лабораторії</a:t>
              </a:r>
              <a:endParaRPr 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ED16A8-8BE8-2FFA-044B-C54478C7F60B}"/>
                </a:ext>
              </a:extLst>
            </p:cNvPr>
            <p:cNvSpPr txBox="1"/>
            <p:nvPr/>
          </p:nvSpPr>
          <p:spPr>
            <a:xfrm>
              <a:off x="7187263" y="2924536"/>
              <a:ext cx="1252538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Навчання слухачів</a:t>
              </a:r>
              <a:endParaRPr lang="en-US" sz="1600" b="1" dirty="0"/>
            </a:p>
          </p:txBody>
        </p:sp>
      </p:grpSp>
      <p:pic>
        <p:nvPicPr>
          <p:cNvPr id="32" name="Графіка 31" descr="Інструменти">
            <a:extLst>
              <a:ext uri="{FF2B5EF4-FFF2-40B4-BE49-F238E27FC236}">
                <a16:creationId xmlns:a16="http://schemas.microsoft.com/office/drawing/2014/main" id="{574C739B-F60E-5C23-EEB4-657C22D6A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9400" y="2496628"/>
            <a:ext cx="525028" cy="525028"/>
          </a:xfrm>
          <a:prstGeom prst="rect">
            <a:avLst/>
          </a:prstGeom>
        </p:spPr>
      </p:pic>
      <p:pic>
        <p:nvPicPr>
          <p:cNvPr id="35" name="Графіка 34" descr="Класна кімната">
            <a:extLst>
              <a:ext uri="{FF2B5EF4-FFF2-40B4-BE49-F238E27FC236}">
                <a16:creationId xmlns:a16="http://schemas.microsoft.com/office/drawing/2014/main" id="{65DA9D65-D7BB-A746-E45A-AA8565CF7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8751" y="4120543"/>
            <a:ext cx="672797" cy="672797"/>
          </a:xfrm>
          <a:prstGeom prst="rect">
            <a:avLst/>
          </a:prstGeom>
        </p:spPr>
      </p:pic>
      <p:pic>
        <p:nvPicPr>
          <p:cNvPr id="37" name="Графіка 36" descr="Контрольний список (справа наліво)">
            <a:extLst>
              <a:ext uri="{FF2B5EF4-FFF2-40B4-BE49-F238E27FC236}">
                <a16:creationId xmlns:a16="http://schemas.microsoft.com/office/drawing/2014/main" id="{E547BB5D-BA9D-BBA3-59A1-6FEAE89271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57719" y="2441454"/>
            <a:ext cx="639212" cy="639212"/>
          </a:xfrm>
          <a:prstGeom prst="rect">
            <a:avLst/>
          </a:prstGeom>
        </p:spPr>
      </p:pic>
      <p:pic>
        <p:nvPicPr>
          <p:cNvPr id="22" name="Picture 2" descr="станок с чпу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427CFA67-B34B-1542-D681-DE1B89734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726" y="4075158"/>
            <a:ext cx="763565" cy="76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Графіка 23" descr="Візок для покупок">
            <a:extLst>
              <a:ext uri="{FF2B5EF4-FFF2-40B4-BE49-F238E27FC236}">
                <a16:creationId xmlns:a16="http://schemas.microsoft.com/office/drawing/2014/main" id="{D9BBBE9D-3F9A-923B-9FB5-B3FFCC9A4C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67633" y="2422743"/>
            <a:ext cx="672798" cy="67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3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FD57-6934-D72A-FFE0-4C0434C6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C081C183-62B1-4802-6639-74A425401294}"/>
              </a:ext>
            </a:extLst>
          </p:cNvPr>
          <p:cNvSpPr txBox="1"/>
          <p:nvPr/>
        </p:nvSpPr>
        <p:spPr>
          <a:xfrm>
            <a:off x="2047587" y="6102350"/>
            <a:ext cx="8604130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ВИКОРИСТОВУВАНІ ТЕХНОЛОГІЇ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24A73897-9143-9363-CF2E-342CD4E9990B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F8396-267C-F1DD-E474-D66068FB1E08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8CE5AE-1025-8049-8683-D8C397D82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9A43D-1944-EBC1-78F0-274813AB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F396ACA6-45FE-D395-4AB4-4CB723C77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808" y="533400"/>
            <a:ext cx="796925" cy="796925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DD875FDC-3B97-9438-3CAB-BC453BCFE975}"/>
              </a:ext>
            </a:extLst>
          </p:cNvPr>
          <p:cNvSpPr>
            <a:spLocks/>
          </p:cNvSpPr>
          <p:nvPr/>
        </p:nvSpPr>
        <p:spPr bwMode="auto">
          <a:xfrm>
            <a:off x="7191821" y="892175"/>
            <a:ext cx="912813" cy="912812"/>
          </a:xfrm>
          <a:custGeom>
            <a:avLst/>
            <a:gdLst>
              <a:gd name="T0" fmla="*/ 366 w 510"/>
              <a:gd name="T1" fmla="*/ 62 h 510"/>
              <a:gd name="T2" fmla="*/ 448 w 510"/>
              <a:gd name="T3" fmla="*/ 367 h 510"/>
              <a:gd name="T4" fmla="*/ 143 w 510"/>
              <a:gd name="T5" fmla="*/ 448 h 510"/>
              <a:gd name="T6" fmla="*/ 61 w 510"/>
              <a:gd name="T7" fmla="*/ 143 h 510"/>
              <a:gd name="T8" fmla="*/ 366 w 510"/>
              <a:gd name="T9" fmla="*/ 62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366" y="62"/>
                </a:moveTo>
                <a:cubicBezTo>
                  <a:pt x="473" y="123"/>
                  <a:pt x="510" y="260"/>
                  <a:pt x="448" y="367"/>
                </a:cubicBezTo>
                <a:cubicBezTo>
                  <a:pt x="387" y="473"/>
                  <a:pt x="250" y="510"/>
                  <a:pt x="143" y="448"/>
                </a:cubicBezTo>
                <a:cubicBezTo>
                  <a:pt x="36" y="387"/>
                  <a:pt x="0" y="250"/>
                  <a:pt x="61" y="143"/>
                </a:cubicBezTo>
                <a:cubicBezTo>
                  <a:pt x="123" y="37"/>
                  <a:pt x="260" y="0"/>
                  <a:pt x="366" y="62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B5AB6500-F18F-6F7C-ABED-52E30D7E44B7}"/>
              </a:ext>
            </a:extLst>
          </p:cNvPr>
          <p:cNvSpPr>
            <a:spLocks/>
          </p:cNvSpPr>
          <p:nvPr/>
        </p:nvSpPr>
        <p:spPr bwMode="auto">
          <a:xfrm>
            <a:off x="8331646" y="5140325"/>
            <a:ext cx="911225" cy="914400"/>
          </a:xfrm>
          <a:custGeom>
            <a:avLst/>
            <a:gdLst>
              <a:gd name="T0" fmla="*/ 448 w 510"/>
              <a:gd name="T1" fmla="*/ 367 h 511"/>
              <a:gd name="T2" fmla="*/ 143 w 510"/>
              <a:gd name="T3" fmla="*/ 449 h 511"/>
              <a:gd name="T4" fmla="*/ 61 w 510"/>
              <a:gd name="T5" fmla="*/ 144 h 511"/>
              <a:gd name="T6" fmla="*/ 366 w 510"/>
              <a:gd name="T7" fmla="*/ 62 h 511"/>
              <a:gd name="T8" fmla="*/ 448 w 510"/>
              <a:gd name="T9" fmla="*/ 367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1">
                <a:moveTo>
                  <a:pt x="448" y="367"/>
                </a:moveTo>
                <a:cubicBezTo>
                  <a:pt x="386" y="474"/>
                  <a:pt x="250" y="511"/>
                  <a:pt x="143" y="449"/>
                </a:cubicBezTo>
                <a:cubicBezTo>
                  <a:pt x="36" y="387"/>
                  <a:pt x="0" y="251"/>
                  <a:pt x="61" y="144"/>
                </a:cubicBezTo>
                <a:cubicBezTo>
                  <a:pt x="123" y="37"/>
                  <a:pt x="259" y="0"/>
                  <a:pt x="366" y="62"/>
                </a:cubicBezTo>
                <a:cubicBezTo>
                  <a:pt x="473" y="124"/>
                  <a:pt x="510" y="260"/>
                  <a:pt x="448" y="367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32487286-B694-0820-63D9-DEC8473D6214}"/>
              </a:ext>
            </a:extLst>
          </p:cNvPr>
          <p:cNvGrpSpPr/>
          <p:nvPr/>
        </p:nvGrpSpPr>
        <p:grpSpPr>
          <a:xfrm>
            <a:off x="4353371" y="2625725"/>
            <a:ext cx="3481388" cy="2833688"/>
            <a:chOff x="4353371" y="2797175"/>
            <a:chExt cx="3481388" cy="2833688"/>
          </a:xfrm>
        </p:grpSpPr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D96672DE-6DA5-36FB-C2A8-3458D6048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9233" y="5208588"/>
              <a:ext cx="1166813" cy="422275"/>
            </a:xfrm>
            <a:custGeom>
              <a:avLst/>
              <a:gdLst>
                <a:gd name="T0" fmla="*/ 0 w 653"/>
                <a:gd name="T1" fmla="*/ 236 h 236"/>
                <a:gd name="T2" fmla="*/ 24 w 653"/>
                <a:gd name="T3" fmla="*/ 209 h 236"/>
                <a:gd name="T4" fmla="*/ 77 w 653"/>
                <a:gd name="T5" fmla="*/ 202 h 236"/>
                <a:gd name="T6" fmla="*/ 130 w 653"/>
                <a:gd name="T7" fmla="*/ 0 h 236"/>
                <a:gd name="T8" fmla="*/ 523 w 653"/>
                <a:gd name="T9" fmla="*/ 0 h 236"/>
                <a:gd name="T10" fmla="*/ 576 w 653"/>
                <a:gd name="T11" fmla="*/ 202 h 236"/>
                <a:gd name="T12" fmla="*/ 629 w 653"/>
                <a:gd name="T13" fmla="*/ 209 h 236"/>
                <a:gd name="T14" fmla="*/ 653 w 653"/>
                <a:gd name="T15" fmla="*/ 236 h 236"/>
                <a:gd name="T16" fmla="*/ 0 w 653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3" h="236">
                  <a:moveTo>
                    <a:pt x="0" y="236"/>
                  </a:moveTo>
                  <a:cubicBezTo>
                    <a:pt x="0" y="222"/>
                    <a:pt x="10" y="210"/>
                    <a:pt x="24" y="209"/>
                  </a:cubicBezTo>
                  <a:cubicBezTo>
                    <a:pt x="77" y="202"/>
                    <a:pt x="77" y="202"/>
                    <a:pt x="77" y="202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523" y="0"/>
                    <a:pt x="523" y="0"/>
                    <a:pt x="523" y="0"/>
                  </a:cubicBezTo>
                  <a:cubicBezTo>
                    <a:pt x="576" y="202"/>
                    <a:pt x="576" y="202"/>
                    <a:pt x="576" y="202"/>
                  </a:cubicBezTo>
                  <a:cubicBezTo>
                    <a:pt x="629" y="209"/>
                    <a:pt x="629" y="209"/>
                    <a:pt x="629" y="209"/>
                  </a:cubicBezTo>
                  <a:cubicBezTo>
                    <a:pt x="642" y="210"/>
                    <a:pt x="653" y="222"/>
                    <a:pt x="653" y="236"/>
                  </a:cubicBezTo>
                  <a:lnTo>
                    <a:pt x="0" y="23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F5AA5C01-64A7-7B7D-7B6A-D9E7A68CA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5133" y="5208588"/>
              <a:ext cx="735013" cy="60325"/>
            </a:xfrm>
            <a:custGeom>
              <a:avLst/>
              <a:gdLst>
                <a:gd name="T0" fmla="*/ 0 w 463"/>
                <a:gd name="T1" fmla="*/ 38 h 38"/>
                <a:gd name="T2" fmla="*/ 10 w 463"/>
                <a:gd name="T3" fmla="*/ 0 h 38"/>
                <a:gd name="T4" fmla="*/ 453 w 463"/>
                <a:gd name="T5" fmla="*/ 0 h 38"/>
                <a:gd name="T6" fmla="*/ 463 w 463"/>
                <a:gd name="T7" fmla="*/ 38 h 38"/>
                <a:gd name="T8" fmla="*/ 0 w 463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38">
                  <a:moveTo>
                    <a:pt x="0" y="38"/>
                  </a:moveTo>
                  <a:lnTo>
                    <a:pt x="10" y="0"/>
                  </a:lnTo>
                  <a:lnTo>
                    <a:pt x="453" y="0"/>
                  </a:lnTo>
                  <a:lnTo>
                    <a:pt x="463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A591DDFB-4D51-C5FA-C9A0-A28002D41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371" y="2797175"/>
              <a:ext cx="3481388" cy="2109787"/>
            </a:xfrm>
            <a:custGeom>
              <a:avLst/>
              <a:gdLst>
                <a:gd name="T0" fmla="*/ 0 w 1948"/>
                <a:gd name="T1" fmla="*/ 1180 h 1180"/>
                <a:gd name="T2" fmla="*/ 0 w 1948"/>
                <a:gd name="T3" fmla="*/ 44 h 1180"/>
                <a:gd name="T4" fmla="*/ 44 w 1948"/>
                <a:gd name="T5" fmla="*/ 0 h 1180"/>
                <a:gd name="T6" fmla="*/ 1904 w 1948"/>
                <a:gd name="T7" fmla="*/ 0 h 1180"/>
                <a:gd name="T8" fmla="*/ 1948 w 1948"/>
                <a:gd name="T9" fmla="*/ 44 h 1180"/>
                <a:gd name="T10" fmla="*/ 1948 w 1948"/>
                <a:gd name="T11" fmla="*/ 1180 h 1180"/>
                <a:gd name="T12" fmla="*/ 0 w 1948"/>
                <a:gd name="T13" fmla="*/ 118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8" h="1180">
                  <a:moveTo>
                    <a:pt x="0" y="118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1904" y="0"/>
                    <a:pt x="1904" y="0"/>
                    <a:pt x="1904" y="0"/>
                  </a:cubicBezTo>
                  <a:cubicBezTo>
                    <a:pt x="1928" y="0"/>
                    <a:pt x="1948" y="20"/>
                    <a:pt x="1948" y="44"/>
                  </a:cubicBezTo>
                  <a:cubicBezTo>
                    <a:pt x="1948" y="1180"/>
                    <a:pt x="1948" y="1180"/>
                    <a:pt x="1948" y="1180"/>
                  </a:cubicBezTo>
                  <a:lnTo>
                    <a:pt x="0" y="1180"/>
                  </a:lnTo>
                  <a:close/>
                </a:path>
              </a:pathLst>
            </a:custGeom>
            <a:solidFill>
              <a:srgbClr val="2D2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3C654346-5FF5-86DF-7E3B-116E51C87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371" y="4906963"/>
              <a:ext cx="3481388" cy="312737"/>
            </a:xfrm>
            <a:custGeom>
              <a:avLst/>
              <a:gdLst>
                <a:gd name="T0" fmla="*/ 1904 w 1948"/>
                <a:gd name="T1" fmla="*/ 175 h 175"/>
                <a:gd name="T2" fmla="*/ 44 w 1948"/>
                <a:gd name="T3" fmla="*/ 175 h 175"/>
                <a:gd name="T4" fmla="*/ 0 w 1948"/>
                <a:gd name="T5" fmla="*/ 131 h 175"/>
                <a:gd name="T6" fmla="*/ 0 w 1948"/>
                <a:gd name="T7" fmla="*/ 0 h 175"/>
                <a:gd name="T8" fmla="*/ 1948 w 1948"/>
                <a:gd name="T9" fmla="*/ 0 h 175"/>
                <a:gd name="T10" fmla="*/ 1948 w 1948"/>
                <a:gd name="T11" fmla="*/ 131 h 175"/>
                <a:gd name="T12" fmla="*/ 1904 w 1948"/>
                <a:gd name="T13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8" h="175">
                  <a:moveTo>
                    <a:pt x="1904" y="175"/>
                  </a:moveTo>
                  <a:cubicBezTo>
                    <a:pt x="44" y="175"/>
                    <a:pt x="44" y="175"/>
                    <a:pt x="44" y="175"/>
                  </a:cubicBezTo>
                  <a:cubicBezTo>
                    <a:pt x="20" y="175"/>
                    <a:pt x="0" y="156"/>
                    <a:pt x="0" y="1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48" y="0"/>
                    <a:pt x="1948" y="0"/>
                    <a:pt x="1948" y="0"/>
                  </a:cubicBezTo>
                  <a:cubicBezTo>
                    <a:pt x="1948" y="131"/>
                    <a:pt x="1948" y="131"/>
                    <a:pt x="1948" y="131"/>
                  </a:cubicBezTo>
                  <a:cubicBezTo>
                    <a:pt x="1948" y="156"/>
                    <a:pt x="1928" y="175"/>
                    <a:pt x="1904" y="175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410A597C-EDF7-7816-3022-2FCE5B674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321" y="2935288"/>
              <a:ext cx="3263900" cy="18335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21">
              <a:extLst>
                <a:ext uri="{FF2B5EF4-FFF2-40B4-BE49-F238E27FC236}">
                  <a16:creationId xmlns:a16="http://schemas.microsoft.com/office/drawing/2014/main" id="{7D34C844-C814-C78A-3FE9-51484B5B2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321" y="4606925"/>
              <a:ext cx="3263900" cy="161925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603BF8E4-DC1B-F63A-27EE-2D95E568E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583" y="2992438"/>
              <a:ext cx="1350963" cy="87312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11EE30BE-0024-5451-D079-3D4093842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3221" y="3108325"/>
              <a:ext cx="800100" cy="87312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BF2BDA22-6596-3C4C-0330-426D37234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758" y="3848100"/>
              <a:ext cx="411163" cy="679450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D130AF45-29F9-89EC-66DF-393F34A7B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283" y="3276600"/>
              <a:ext cx="1408113" cy="52228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234BC3FA-5154-036D-1EE9-86C4B4DDC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4558" y="3489325"/>
              <a:ext cx="42863" cy="93662"/>
            </a:xfrm>
            <a:custGeom>
              <a:avLst/>
              <a:gdLst>
                <a:gd name="T0" fmla="*/ 1 w 24"/>
                <a:gd name="T1" fmla="*/ 6 h 53"/>
                <a:gd name="T2" fmla="*/ 2 w 24"/>
                <a:gd name="T3" fmla="*/ 2 h 53"/>
                <a:gd name="T4" fmla="*/ 6 w 24"/>
                <a:gd name="T5" fmla="*/ 2 h 53"/>
                <a:gd name="T6" fmla="*/ 23 w 24"/>
                <a:gd name="T7" fmla="*/ 25 h 53"/>
                <a:gd name="T8" fmla="*/ 24 w 24"/>
                <a:gd name="T9" fmla="*/ 25 h 53"/>
                <a:gd name="T10" fmla="*/ 24 w 24"/>
                <a:gd name="T11" fmla="*/ 25 h 53"/>
                <a:gd name="T12" fmla="*/ 24 w 24"/>
                <a:gd name="T13" fmla="*/ 25 h 53"/>
                <a:gd name="T14" fmla="*/ 24 w 24"/>
                <a:gd name="T15" fmla="*/ 25 h 53"/>
                <a:gd name="T16" fmla="*/ 24 w 24"/>
                <a:gd name="T17" fmla="*/ 26 h 53"/>
                <a:gd name="T18" fmla="*/ 24 w 24"/>
                <a:gd name="T19" fmla="*/ 26 h 53"/>
                <a:gd name="T20" fmla="*/ 24 w 24"/>
                <a:gd name="T21" fmla="*/ 26 h 53"/>
                <a:gd name="T22" fmla="*/ 24 w 24"/>
                <a:gd name="T23" fmla="*/ 26 h 53"/>
                <a:gd name="T24" fmla="*/ 24 w 24"/>
                <a:gd name="T25" fmla="*/ 26 h 53"/>
                <a:gd name="T26" fmla="*/ 24 w 24"/>
                <a:gd name="T27" fmla="*/ 27 h 53"/>
                <a:gd name="T28" fmla="*/ 24 w 24"/>
                <a:gd name="T29" fmla="*/ 27 h 53"/>
                <a:gd name="T30" fmla="*/ 24 w 24"/>
                <a:gd name="T31" fmla="*/ 27 h 53"/>
                <a:gd name="T32" fmla="*/ 24 w 24"/>
                <a:gd name="T33" fmla="*/ 27 h 53"/>
                <a:gd name="T34" fmla="*/ 24 w 24"/>
                <a:gd name="T35" fmla="*/ 27 h 53"/>
                <a:gd name="T36" fmla="*/ 24 w 24"/>
                <a:gd name="T37" fmla="*/ 27 h 53"/>
                <a:gd name="T38" fmla="*/ 24 w 24"/>
                <a:gd name="T39" fmla="*/ 27 h 53"/>
                <a:gd name="T40" fmla="*/ 24 w 24"/>
                <a:gd name="T41" fmla="*/ 27 h 53"/>
                <a:gd name="T42" fmla="*/ 24 w 24"/>
                <a:gd name="T43" fmla="*/ 27 h 53"/>
                <a:gd name="T44" fmla="*/ 24 w 24"/>
                <a:gd name="T45" fmla="*/ 27 h 53"/>
                <a:gd name="T46" fmla="*/ 24 w 24"/>
                <a:gd name="T47" fmla="*/ 28 h 53"/>
                <a:gd name="T48" fmla="*/ 24 w 24"/>
                <a:gd name="T49" fmla="*/ 28 h 53"/>
                <a:gd name="T50" fmla="*/ 24 w 24"/>
                <a:gd name="T51" fmla="*/ 28 h 53"/>
                <a:gd name="T52" fmla="*/ 24 w 24"/>
                <a:gd name="T53" fmla="*/ 28 h 53"/>
                <a:gd name="T54" fmla="*/ 24 w 24"/>
                <a:gd name="T55" fmla="*/ 28 h 53"/>
                <a:gd name="T56" fmla="*/ 24 w 24"/>
                <a:gd name="T57" fmla="*/ 29 h 53"/>
                <a:gd name="T58" fmla="*/ 24 w 24"/>
                <a:gd name="T59" fmla="*/ 29 h 53"/>
                <a:gd name="T60" fmla="*/ 24 w 24"/>
                <a:gd name="T61" fmla="*/ 29 h 53"/>
                <a:gd name="T62" fmla="*/ 24 w 24"/>
                <a:gd name="T63" fmla="*/ 29 h 53"/>
                <a:gd name="T64" fmla="*/ 23 w 24"/>
                <a:gd name="T65" fmla="*/ 29 h 53"/>
                <a:gd name="T66" fmla="*/ 6 w 24"/>
                <a:gd name="T67" fmla="*/ 52 h 53"/>
                <a:gd name="T68" fmla="*/ 2 w 24"/>
                <a:gd name="T69" fmla="*/ 52 h 53"/>
                <a:gd name="T70" fmla="*/ 1 w 24"/>
                <a:gd name="T71" fmla="*/ 48 h 53"/>
                <a:gd name="T72" fmla="*/ 17 w 24"/>
                <a:gd name="T73" fmla="*/ 27 h 53"/>
                <a:gd name="T74" fmla="*/ 1 w 24"/>
                <a:gd name="T75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" h="53">
                  <a:moveTo>
                    <a:pt x="1" y="6"/>
                  </a:moveTo>
                  <a:cubicBezTo>
                    <a:pt x="0" y="5"/>
                    <a:pt x="0" y="3"/>
                    <a:pt x="2" y="2"/>
                  </a:cubicBezTo>
                  <a:cubicBezTo>
                    <a:pt x="3" y="0"/>
                    <a:pt x="5" y="1"/>
                    <a:pt x="6" y="2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9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5" y="53"/>
                    <a:pt x="3" y="53"/>
                    <a:pt x="2" y="52"/>
                  </a:cubicBezTo>
                  <a:cubicBezTo>
                    <a:pt x="0" y="51"/>
                    <a:pt x="0" y="49"/>
                    <a:pt x="1" y="48"/>
                  </a:cubicBezTo>
                  <a:cubicBezTo>
                    <a:pt x="17" y="27"/>
                    <a:pt x="17" y="27"/>
                    <a:pt x="17" y="27"/>
                  </a:cubicBezTo>
                  <a:lnTo>
                    <a:pt x="1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26BE17B0-D7C1-79C8-1CC8-367CE68A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671" y="3489325"/>
              <a:ext cx="42863" cy="93662"/>
            </a:xfrm>
            <a:custGeom>
              <a:avLst/>
              <a:gdLst>
                <a:gd name="T0" fmla="*/ 17 w 24"/>
                <a:gd name="T1" fmla="*/ 2 h 53"/>
                <a:gd name="T2" fmla="*/ 22 w 24"/>
                <a:gd name="T3" fmla="*/ 2 h 53"/>
                <a:gd name="T4" fmla="*/ 23 w 24"/>
                <a:gd name="T5" fmla="*/ 6 h 53"/>
                <a:gd name="T6" fmla="*/ 7 w 24"/>
                <a:gd name="T7" fmla="*/ 27 h 53"/>
                <a:gd name="T8" fmla="*/ 23 w 24"/>
                <a:gd name="T9" fmla="*/ 48 h 53"/>
                <a:gd name="T10" fmla="*/ 22 w 24"/>
                <a:gd name="T11" fmla="*/ 52 h 53"/>
                <a:gd name="T12" fmla="*/ 17 w 24"/>
                <a:gd name="T13" fmla="*/ 52 h 53"/>
                <a:gd name="T14" fmla="*/ 0 w 24"/>
                <a:gd name="T15" fmla="*/ 29 h 53"/>
                <a:gd name="T16" fmla="*/ 0 w 24"/>
                <a:gd name="T17" fmla="*/ 29 h 53"/>
                <a:gd name="T18" fmla="*/ 0 w 24"/>
                <a:gd name="T19" fmla="*/ 29 h 53"/>
                <a:gd name="T20" fmla="*/ 0 w 24"/>
                <a:gd name="T21" fmla="*/ 29 h 53"/>
                <a:gd name="T22" fmla="*/ 0 w 24"/>
                <a:gd name="T23" fmla="*/ 29 h 53"/>
                <a:gd name="T24" fmla="*/ 0 w 24"/>
                <a:gd name="T25" fmla="*/ 28 h 53"/>
                <a:gd name="T26" fmla="*/ 0 w 24"/>
                <a:gd name="T27" fmla="*/ 28 h 53"/>
                <a:gd name="T28" fmla="*/ 0 w 24"/>
                <a:gd name="T29" fmla="*/ 28 h 53"/>
                <a:gd name="T30" fmla="*/ 0 w 24"/>
                <a:gd name="T31" fmla="*/ 28 h 53"/>
                <a:gd name="T32" fmla="*/ 0 w 24"/>
                <a:gd name="T33" fmla="*/ 28 h 53"/>
                <a:gd name="T34" fmla="*/ 0 w 24"/>
                <a:gd name="T35" fmla="*/ 27 h 53"/>
                <a:gd name="T36" fmla="*/ 0 w 24"/>
                <a:gd name="T37" fmla="*/ 27 h 53"/>
                <a:gd name="T38" fmla="*/ 0 w 24"/>
                <a:gd name="T39" fmla="*/ 27 h 53"/>
                <a:gd name="T40" fmla="*/ 0 w 24"/>
                <a:gd name="T41" fmla="*/ 27 h 53"/>
                <a:gd name="T42" fmla="*/ 0 w 24"/>
                <a:gd name="T43" fmla="*/ 27 h 53"/>
                <a:gd name="T44" fmla="*/ 0 w 24"/>
                <a:gd name="T45" fmla="*/ 27 h 53"/>
                <a:gd name="T46" fmla="*/ 0 w 24"/>
                <a:gd name="T47" fmla="*/ 27 h 53"/>
                <a:gd name="T48" fmla="*/ 0 w 24"/>
                <a:gd name="T49" fmla="*/ 27 h 53"/>
                <a:gd name="T50" fmla="*/ 0 w 24"/>
                <a:gd name="T51" fmla="*/ 27 h 53"/>
                <a:gd name="T52" fmla="*/ 0 w 24"/>
                <a:gd name="T53" fmla="*/ 27 h 53"/>
                <a:gd name="T54" fmla="*/ 0 w 24"/>
                <a:gd name="T55" fmla="*/ 26 h 53"/>
                <a:gd name="T56" fmla="*/ 0 w 24"/>
                <a:gd name="T57" fmla="*/ 26 h 53"/>
                <a:gd name="T58" fmla="*/ 0 w 24"/>
                <a:gd name="T59" fmla="*/ 26 h 53"/>
                <a:gd name="T60" fmla="*/ 0 w 24"/>
                <a:gd name="T61" fmla="*/ 26 h 53"/>
                <a:gd name="T62" fmla="*/ 0 w 24"/>
                <a:gd name="T63" fmla="*/ 26 h 53"/>
                <a:gd name="T64" fmla="*/ 0 w 24"/>
                <a:gd name="T65" fmla="*/ 25 h 53"/>
                <a:gd name="T66" fmla="*/ 0 w 24"/>
                <a:gd name="T67" fmla="*/ 25 h 53"/>
                <a:gd name="T68" fmla="*/ 0 w 24"/>
                <a:gd name="T69" fmla="*/ 25 h 53"/>
                <a:gd name="T70" fmla="*/ 0 w 24"/>
                <a:gd name="T71" fmla="*/ 25 h 53"/>
                <a:gd name="T72" fmla="*/ 0 w 24"/>
                <a:gd name="T73" fmla="*/ 25 h 53"/>
                <a:gd name="T74" fmla="*/ 17 w 24"/>
                <a:gd name="T75" fmla="*/ 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" h="53">
                  <a:moveTo>
                    <a:pt x="17" y="2"/>
                  </a:moveTo>
                  <a:cubicBezTo>
                    <a:pt x="18" y="1"/>
                    <a:pt x="21" y="0"/>
                    <a:pt x="22" y="2"/>
                  </a:cubicBezTo>
                  <a:cubicBezTo>
                    <a:pt x="24" y="3"/>
                    <a:pt x="24" y="5"/>
                    <a:pt x="23" y="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9"/>
                    <a:pt x="24" y="51"/>
                    <a:pt x="22" y="52"/>
                  </a:cubicBezTo>
                  <a:cubicBezTo>
                    <a:pt x="21" y="53"/>
                    <a:pt x="18" y="53"/>
                    <a:pt x="17" y="5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AFFF8C68-F1AB-26F5-D454-1389E3B69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3848100"/>
              <a:ext cx="411163" cy="336550"/>
            </a:xfrm>
            <a:prstGeom prst="rect">
              <a:avLst/>
            </a:prstGeom>
            <a:solidFill>
              <a:srgbClr val="FEC79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5039D94A-2DAA-19C9-23E9-76BD677E8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4258" y="3848100"/>
              <a:ext cx="898525" cy="336550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30">
              <a:extLst>
                <a:ext uri="{FF2B5EF4-FFF2-40B4-BE49-F238E27FC236}">
                  <a16:creationId xmlns:a16="http://schemas.microsoft.com/office/drawing/2014/main" id="{7FD33914-D5FF-F262-A16A-9D175F77B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4258" y="3276600"/>
              <a:ext cx="898525" cy="522287"/>
            </a:xfrm>
            <a:prstGeom prst="rect">
              <a:avLst/>
            </a:prstGeom>
            <a:solidFill>
              <a:srgbClr val="849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31">
              <a:extLst>
                <a:ext uri="{FF2B5EF4-FFF2-40B4-BE49-F238E27FC236}">
                  <a16:creationId xmlns:a16="http://schemas.microsoft.com/office/drawing/2014/main" id="{07A60E9B-DA9F-0A92-C10A-01568D13B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217988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32">
              <a:extLst>
                <a:ext uri="{FF2B5EF4-FFF2-40B4-BE49-F238E27FC236}">
                  <a16:creationId xmlns:a16="http://schemas.microsoft.com/office/drawing/2014/main" id="{98A19BB9-EC18-8A95-597B-6051ED50D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267200"/>
              <a:ext cx="881063" cy="28575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33">
              <a:extLst>
                <a:ext uri="{FF2B5EF4-FFF2-40B4-BE49-F238E27FC236}">
                  <a16:creationId xmlns:a16="http://schemas.microsoft.com/office/drawing/2014/main" id="{DA31F503-FF0D-BB20-0371-801FBE4A8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316413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34">
              <a:extLst>
                <a:ext uri="{FF2B5EF4-FFF2-40B4-BE49-F238E27FC236}">
                  <a16:creationId xmlns:a16="http://schemas.microsoft.com/office/drawing/2014/main" id="{0945B4CB-DE85-F54F-FE2E-E8378BF97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367213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35">
              <a:extLst>
                <a:ext uri="{FF2B5EF4-FFF2-40B4-BE49-F238E27FC236}">
                  <a16:creationId xmlns:a16="http://schemas.microsoft.com/office/drawing/2014/main" id="{0F384466-849A-9714-58B9-2ED4AD3D7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414838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36">
              <a:extLst>
                <a:ext uri="{FF2B5EF4-FFF2-40B4-BE49-F238E27FC236}">
                  <a16:creationId xmlns:a16="http://schemas.microsoft.com/office/drawing/2014/main" id="{4E267839-5775-7E93-48EA-C29A3753D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465638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7">
              <a:extLst>
                <a:ext uri="{FF2B5EF4-FFF2-40B4-BE49-F238E27FC236}">
                  <a16:creationId xmlns:a16="http://schemas.microsoft.com/office/drawing/2014/main" id="{FBCB1CC9-A3B8-0A40-0A73-2149F481E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513263"/>
              <a:ext cx="881063" cy="28575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8">
              <a:extLst>
                <a:ext uri="{FF2B5EF4-FFF2-40B4-BE49-F238E27FC236}">
                  <a16:creationId xmlns:a16="http://schemas.microsoft.com/office/drawing/2014/main" id="{40BE6F33-2AD3-3A0D-570D-3DD426710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3860800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9">
              <a:extLst>
                <a:ext uri="{FF2B5EF4-FFF2-40B4-BE49-F238E27FC236}">
                  <a16:creationId xmlns:a16="http://schemas.microsoft.com/office/drawing/2014/main" id="{0EDA097F-FF03-8993-C81A-58E40BA66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3910013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40">
              <a:extLst>
                <a:ext uri="{FF2B5EF4-FFF2-40B4-BE49-F238E27FC236}">
                  <a16:creationId xmlns:a16="http://schemas.microsoft.com/office/drawing/2014/main" id="{3FCEDDDA-29EC-7F58-9D5E-FC1589489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3959225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41">
              <a:extLst>
                <a:ext uri="{FF2B5EF4-FFF2-40B4-BE49-F238E27FC236}">
                  <a16:creationId xmlns:a16="http://schemas.microsoft.com/office/drawing/2014/main" id="{1D415ECC-72CD-9755-DD4B-F58F53BD6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008438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42">
              <a:extLst>
                <a:ext uri="{FF2B5EF4-FFF2-40B4-BE49-F238E27FC236}">
                  <a16:creationId xmlns:a16="http://schemas.microsoft.com/office/drawing/2014/main" id="{49D4FBA5-5F19-8347-649D-0DF364D8B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057650"/>
              <a:ext cx="431800" cy="28575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43">
              <a:extLst>
                <a:ext uri="{FF2B5EF4-FFF2-40B4-BE49-F238E27FC236}">
                  <a16:creationId xmlns:a16="http://schemas.microsoft.com/office/drawing/2014/main" id="{E0F86AE9-0EF9-96C7-2195-27F88B7C6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106863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44">
              <a:extLst>
                <a:ext uri="{FF2B5EF4-FFF2-40B4-BE49-F238E27FC236}">
                  <a16:creationId xmlns:a16="http://schemas.microsoft.com/office/drawing/2014/main" id="{A1014FE7-9E20-F714-8E9C-9602D9FF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157663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45">
              <a:extLst>
                <a:ext uri="{FF2B5EF4-FFF2-40B4-BE49-F238E27FC236}">
                  <a16:creationId xmlns:a16="http://schemas.microsoft.com/office/drawing/2014/main" id="{3F20DC24-768D-749B-BB47-F29090D8A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4258" y="4216400"/>
              <a:ext cx="433388" cy="338137"/>
            </a:xfrm>
            <a:prstGeom prst="rect">
              <a:avLst/>
            </a:prstGeom>
            <a:solidFill>
              <a:srgbClr val="F4988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B0CC11D1-915A-27F0-74CA-4689753A4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6221" y="4216400"/>
              <a:ext cx="436563" cy="338137"/>
            </a:xfrm>
            <a:prstGeom prst="rect">
              <a:avLst/>
            </a:prstGeom>
            <a:solidFill>
              <a:srgbClr val="CF96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Freeform 47">
            <a:extLst>
              <a:ext uri="{FF2B5EF4-FFF2-40B4-BE49-F238E27FC236}">
                <a16:creationId xmlns:a16="http://schemas.microsoft.com/office/drawing/2014/main" id="{FB50C138-29DB-E60A-4B23-A4FB33BB2796}"/>
              </a:ext>
            </a:extLst>
          </p:cNvPr>
          <p:cNvSpPr>
            <a:spLocks/>
          </p:cNvSpPr>
          <p:nvPr/>
        </p:nvSpPr>
        <p:spPr bwMode="auto">
          <a:xfrm>
            <a:off x="4095403" y="892175"/>
            <a:ext cx="911225" cy="912812"/>
          </a:xfrm>
          <a:custGeom>
            <a:avLst/>
            <a:gdLst>
              <a:gd name="T0" fmla="*/ 143 w 510"/>
              <a:gd name="T1" fmla="*/ 62 h 510"/>
              <a:gd name="T2" fmla="*/ 448 w 510"/>
              <a:gd name="T3" fmla="*/ 143 h 510"/>
              <a:gd name="T4" fmla="*/ 367 w 510"/>
              <a:gd name="T5" fmla="*/ 448 h 510"/>
              <a:gd name="T6" fmla="*/ 62 w 510"/>
              <a:gd name="T7" fmla="*/ 367 h 510"/>
              <a:gd name="T8" fmla="*/ 143 w 510"/>
              <a:gd name="T9" fmla="*/ 62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143" y="62"/>
                </a:moveTo>
                <a:cubicBezTo>
                  <a:pt x="250" y="0"/>
                  <a:pt x="387" y="37"/>
                  <a:pt x="448" y="143"/>
                </a:cubicBezTo>
                <a:cubicBezTo>
                  <a:pt x="510" y="250"/>
                  <a:pt x="474" y="387"/>
                  <a:pt x="367" y="448"/>
                </a:cubicBezTo>
                <a:cubicBezTo>
                  <a:pt x="260" y="510"/>
                  <a:pt x="123" y="473"/>
                  <a:pt x="62" y="367"/>
                </a:cubicBezTo>
                <a:cubicBezTo>
                  <a:pt x="0" y="260"/>
                  <a:pt x="37" y="123"/>
                  <a:pt x="143" y="6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54">
            <a:extLst>
              <a:ext uri="{FF2B5EF4-FFF2-40B4-BE49-F238E27FC236}">
                <a16:creationId xmlns:a16="http://schemas.microsoft.com/office/drawing/2014/main" id="{539B1844-827B-CDD4-5E52-3A1EEB468954}"/>
              </a:ext>
            </a:extLst>
          </p:cNvPr>
          <p:cNvSpPr>
            <a:spLocks/>
          </p:cNvSpPr>
          <p:nvPr/>
        </p:nvSpPr>
        <p:spPr bwMode="auto">
          <a:xfrm>
            <a:off x="2942581" y="2032000"/>
            <a:ext cx="912813" cy="911225"/>
          </a:xfrm>
          <a:custGeom>
            <a:avLst/>
            <a:gdLst>
              <a:gd name="T0" fmla="*/ 62 w 510"/>
              <a:gd name="T1" fmla="*/ 143 h 510"/>
              <a:gd name="T2" fmla="*/ 367 w 510"/>
              <a:gd name="T3" fmla="*/ 61 h 510"/>
              <a:gd name="T4" fmla="*/ 449 w 510"/>
              <a:gd name="T5" fmla="*/ 366 h 510"/>
              <a:gd name="T6" fmla="*/ 144 w 510"/>
              <a:gd name="T7" fmla="*/ 448 h 510"/>
              <a:gd name="T8" fmla="*/ 62 w 510"/>
              <a:gd name="T9" fmla="*/ 143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143"/>
                </a:moveTo>
                <a:cubicBezTo>
                  <a:pt x="124" y="36"/>
                  <a:pt x="260" y="0"/>
                  <a:pt x="367" y="61"/>
                </a:cubicBezTo>
                <a:cubicBezTo>
                  <a:pt x="474" y="123"/>
                  <a:pt x="510" y="260"/>
                  <a:pt x="449" y="366"/>
                </a:cubicBezTo>
                <a:cubicBezTo>
                  <a:pt x="387" y="473"/>
                  <a:pt x="250" y="510"/>
                  <a:pt x="144" y="448"/>
                </a:cubicBezTo>
                <a:cubicBezTo>
                  <a:pt x="37" y="386"/>
                  <a:pt x="0" y="250"/>
                  <a:pt x="62" y="14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65">
            <a:extLst>
              <a:ext uri="{FF2B5EF4-FFF2-40B4-BE49-F238E27FC236}">
                <a16:creationId xmlns:a16="http://schemas.microsoft.com/office/drawing/2014/main" id="{9513F04D-90FC-8EFC-DC54-24B727947E98}"/>
              </a:ext>
            </a:extLst>
          </p:cNvPr>
          <p:cNvSpPr>
            <a:spLocks/>
          </p:cNvSpPr>
          <p:nvPr/>
        </p:nvSpPr>
        <p:spPr bwMode="auto">
          <a:xfrm>
            <a:off x="8331646" y="2032000"/>
            <a:ext cx="911225" cy="911225"/>
          </a:xfrm>
          <a:custGeom>
            <a:avLst/>
            <a:gdLst>
              <a:gd name="T0" fmla="*/ 448 w 510"/>
              <a:gd name="T1" fmla="*/ 143 h 510"/>
              <a:gd name="T2" fmla="*/ 366 w 510"/>
              <a:gd name="T3" fmla="*/ 448 h 510"/>
              <a:gd name="T4" fmla="*/ 61 w 510"/>
              <a:gd name="T5" fmla="*/ 366 h 510"/>
              <a:gd name="T6" fmla="*/ 143 w 510"/>
              <a:gd name="T7" fmla="*/ 61 h 510"/>
              <a:gd name="T8" fmla="*/ 448 w 510"/>
              <a:gd name="T9" fmla="*/ 143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448" y="143"/>
                </a:moveTo>
                <a:cubicBezTo>
                  <a:pt x="510" y="250"/>
                  <a:pt x="473" y="386"/>
                  <a:pt x="366" y="448"/>
                </a:cubicBezTo>
                <a:cubicBezTo>
                  <a:pt x="259" y="510"/>
                  <a:pt x="123" y="473"/>
                  <a:pt x="61" y="366"/>
                </a:cubicBezTo>
                <a:cubicBezTo>
                  <a:pt x="0" y="260"/>
                  <a:pt x="36" y="123"/>
                  <a:pt x="143" y="61"/>
                </a:cubicBezTo>
                <a:cubicBezTo>
                  <a:pt x="250" y="0"/>
                  <a:pt x="386" y="36"/>
                  <a:pt x="448" y="14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Oval 69">
            <a:extLst>
              <a:ext uri="{FF2B5EF4-FFF2-40B4-BE49-F238E27FC236}">
                <a16:creationId xmlns:a16="http://schemas.microsoft.com/office/drawing/2014/main" id="{7E79BA78-BC50-56A2-A478-949701BCE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387" y="3643313"/>
            <a:ext cx="798513" cy="79851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71">
            <a:extLst>
              <a:ext uri="{FF2B5EF4-FFF2-40B4-BE49-F238E27FC236}">
                <a16:creationId xmlns:a16="http://schemas.microsoft.com/office/drawing/2014/main" id="{EAE4D9D7-C14E-FA5A-EF12-0AC11FBF9548}"/>
              </a:ext>
            </a:extLst>
          </p:cNvPr>
          <p:cNvSpPr>
            <a:spLocks/>
          </p:cNvSpPr>
          <p:nvPr/>
        </p:nvSpPr>
        <p:spPr bwMode="auto">
          <a:xfrm>
            <a:off x="2942581" y="5141119"/>
            <a:ext cx="912813" cy="912812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Oval 73">
            <a:extLst>
              <a:ext uri="{FF2B5EF4-FFF2-40B4-BE49-F238E27FC236}">
                <a16:creationId xmlns:a16="http://schemas.microsoft.com/office/drawing/2014/main" id="{B8F78ECE-848C-0C32-0F73-0CB9130C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896" y="3643313"/>
            <a:ext cx="796925" cy="7985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6">
            <a:extLst>
              <a:ext uri="{FF2B5EF4-FFF2-40B4-BE49-F238E27FC236}">
                <a16:creationId xmlns:a16="http://schemas.microsoft.com/office/drawing/2014/main" id="{C4BA020A-D4D9-BA03-0A94-DBEB1EAD9BFD}"/>
              </a:ext>
            </a:extLst>
          </p:cNvPr>
          <p:cNvSpPr>
            <a:spLocks noEditPoints="1"/>
          </p:cNvSpPr>
          <p:nvPr/>
        </p:nvSpPr>
        <p:spPr bwMode="auto">
          <a:xfrm>
            <a:off x="6098033" y="1441450"/>
            <a:ext cx="503238" cy="1133475"/>
          </a:xfrm>
          <a:custGeom>
            <a:avLst/>
            <a:gdLst>
              <a:gd name="T0" fmla="*/ 309 w 317"/>
              <a:gd name="T1" fmla="*/ 671 h 714"/>
              <a:gd name="T2" fmla="*/ 307 w 317"/>
              <a:gd name="T3" fmla="*/ 666 h 714"/>
              <a:gd name="T4" fmla="*/ 304 w 317"/>
              <a:gd name="T5" fmla="*/ 660 h 714"/>
              <a:gd name="T6" fmla="*/ 301 w 317"/>
              <a:gd name="T7" fmla="*/ 656 h 714"/>
              <a:gd name="T8" fmla="*/ 295 w 317"/>
              <a:gd name="T9" fmla="*/ 652 h 714"/>
              <a:gd name="T10" fmla="*/ 291 w 317"/>
              <a:gd name="T11" fmla="*/ 649 h 714"/>
              <a:gd name="T12" fmla="*/ 284 w 317"/>
              <a:gd name="T13" fmla="*/ 648 h 714"/>
              <a:gd name="T14" fmla="*/ 277 w 317"/>
              <a:gd name="T15" fmla="*/ 648 h 714"/>
              <a:gd name="T16" fmla="*/ 272 w 317"/>
              <a:gd name="T17" fmla="*/ 649 h 714"/>
              <a:gd name="T18" fmla="*/ 266 w 317"/>
              <a:gd name="T19" fmla="*/ 651 h 714"/>
              <a:gd name="T20" fmla="*/ 261 w 317"/>
              <a:gd name="T21" fmla="*/ 653 h 714"/>
              <a:gd name="T22" fmla="*/ 257 w 317"/>
              <a:gd name="T23" fmla="*/ 658 h 714"/>
              <a:gd name="T24" fmla="*/ 254 w 317"/>
              <a:gd name="T25" fmla="*/ 664 h 714"/>
              <a:gd name="T26" fmla="*/ 252 w 317"/>
              <a:gd name="T27" fmla="*/ 669 h 714"/>
              <a:gd name="T28" fmla="*/ 250 w 317"/>
              <a:gd name="T29" fmla="*/ 675 h 714"/>
              <a:gd name="T30" fmla="*/ 250 w 317"/>
              <a:gd name="T31" fmla="*/ 682 h 714"/>
              <a:gd name="T32" fmla="*/ 252 w 317"/>
              <a:gd name="T33" fmla="*/ 687 h 714"/>
              <a:gd name="T34" fmla="*/ 255 w 317"/>
              <a:gd name="T35" fmla="*/ 693 h 714"/>
              <a:gd name="T36" fmla="*/ 258 w 317"/>
              <a:gd name="T37" fmla="*/ 697 h 714"/>
              <a:gd name="T38" fmla="*/ 263 w 317"/>
              <a:gd name="T39" fmla="*/ 702 h 714"/>
              <a:gd name="T40" fmla="*/ 268 w 317"/>
              <a:gd name="T41" fmla="*/ 704 h 714"/>
              <a:gd name="T42" fmla="*/ 275 w 317"/>
              <a:gd name="T43" fmla="*/ 706 h 714"/>
              <a:gd name="T44" fmla="*/ 281 w 317"/>
              <a:gd name="T45" fmla="*/ 706 h 714"/>
              <a:gd name="T46" fmla="*/ 288 w 317"/>
              <a:gd name="T47" fmla="*/ 705 h 714"/>
              <a:gd name="T48" fmla="*/ 293 w 317"/>
              <a:gd name="T49" fmla="*/ 703 h 714"/>
              <a:gd name="T50" fmla="*/ 298 w 317"/>
              <a:gd name="T51" fmla="*/ 701 h 714"/>
              <a:gd name="T52" fmla="*/ 302 w 317"/>
              <a:gd name="T53" fmla="*/ 696 h 714"/>
              <a:gd name="T54" fmla="*/ 306 w 317"/>
              <a:gd name="T55" fmla="*/ 691 h 714"/>
              <a:gd name="T56" fmla="*/ 308 w 317"/>
              <a:gd name="T57" fmla="*/ 685 h 714"/>
              <a:gd name="T58" fmla="*/ 309 w 317"/>
              <a:gd name="T59" fmla="*/ 679 h 714"/>
              <a:gd name="T60" fmla="*/ 284 w 317"/>
              <a:gd name="T61" fmla="*/ 640 h 714"/>
              <a:gd name="T62" fmla="*/ 292 w 317"/>
              <a:gd name="T63" fmla="*/ 641 h 714"/>
              <a:gd name="T64" fmla="*/ 300 w 317"/>
              <a:gd name="T65" fmla="*/ 644 h 714"/>
              <a:gd name="T66" fmla="*/ 306 w 317"/>
              <a:gd name="T67" fmla="*/ 650 h 714"/>
              <a:gd name="T68" fmla="*/ 310 w 317"/>
              <a:gd name="T69" fmla="*/ 656 h 714"/>
              <a:gd name="T70" fmla="*/ 315 w 317"/>
              <a:gd name="T71" fmla="*/ 662 h 714"/>
              <a:gd name="T72" fmla="*/ 317 w 317"/>
              <a:gd name="T73" fmla="*/ 669 h 714"/>
              <a:gd name="T74" fmla="*/ 317 w 317"/>
              <a:gd name="T75" fmla="*/ 678 h 714"/>
              <a:gd name="T76" fmla="*/ 317 w 317"/>
              <a:gd name="T77" fmla="*/ 686 h 714"/>
              <a:gd name="T78" fmla="*/ 313 w 317"/>
              <a:gd name="T79" fmla="*/ 693 h 714"/>
              <a:gd name="T80" fmla="*/ 310 w 317"/>
              <a:gd name="T81" fmla="*/ 700 h 714"/>
              <a:gd name="T82" fmla="*/ 304 w 317"/>
              <a:gd name="T83" fmla="*/ 705 h 714"/>
              <a:gd name="T84" fmla="*/ 298 w 317"/>
              <a:gd name="T85" fmla="*/ 710 h 714"/>
              <a:gd name="T86" fmla="*/ 291 w 317"/>
              <a:gd name="T87" fmla="*/ 713 h 714"/>
              <a:gd name="T88" fmla="*/ 283 w 317"/>
              <a:gd name="T89" fmla="*/ 714 h 714"/>
              <a:gd name="T90" fmla="*/ 275 w 317"/>
              <a:gd name="T91" fmla="*/ 714 h 714"/>
              <a:gd name="T92" fmla="*/ 267 w 317"/>
              <a:gd name="T93" fmla="*/ 712 h 714"/>
              <a:gd name="T94" fmla="*/ 261 w 317"/>
              <a:gd name="T95" fmla="*/ 710 h 714"/>
              <a:gd name="T96" fmla="*/ 254 w 317"/>
              <a:gd name="T97" fmla="*/ 704 h 714"/>
              <a:gd name="T98" fmla="*/ 249 w 317"/>
              <a:gd name="T99" fmla="*/ 699 h 714"/>
              <a:gd name="T100" fmla="*/ 245 w 317"/>
              <a:gd name="T101" fmla="*/ 692 h 714"/>
              <a:gd name="T102" fmla="*/ 243 w 317"/>
              <a:gd name="T103" fmla="*/ 685 h 714"/>
              <a:gd name="T104" fmla="*/ 243 w 317"/>
              <a:gd name="T105" fmla="*/ 677 h 714"/>
              <a:gd name="T106" fmla="*/ 243 w 317"/>
              <a:gd name="T107" fmla="*/ 669 h 714"/>
              <a:gd name="T108" fmla="*/ 246 w 317"/>
              <a:gd name="T109" fmla="*/ 661 h 714"/>
              <a:gd name="T110" fmla="*/ 249 w 317"/>
              <a:gd name="T111" fmla="*/ 655 h 714"/>
              <a:gd name="T112" fmla="*/ 255 w 317"/>
              <a:gd name="T113" fmla="*/ 649 h 714"/>
              <a:gd name="T114" fmla="*/ 261 w 317"/>
              <a:gd name="T115" fmla="*/ 644 h 714"/>
              <a:gd name="T116" fmla="*/ 268 w 317"/>
              <a:gd name="T117" fmla="*/ 641 h 714"/>
              <a:gd name="T118" fmla="*/ 275 w 317"/>
              <a:gd name="T119" fmla="*/ 640 h 714"/>
              <a:gd name="T120" fmla="*/ 266 w 317"/>
              <a:gd name="T121" fmla="*/ 544 h 714"/>
              <a:gd name="T122" fmla="*/ 30 w 317"/>
              <a:gd name="T123" fmla="*/ 537 h 714"/>
              <a:gd name="T124" fmla="*/ 0 w 317"/>
              <a:gd name="T125" fmla="*/ 299 h 7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7" h="714">
                <a:moveTo>
                  <a:pt x="8" y="16"/>
                </a:move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lnTo>
                  <a:pt x="8" y="16"/>
                </a:lnTo>
                <a:lnTo>
                  <a:pt x="8" y="16"/>
                </a:lnTo>
                <a:close/>
                <a:moveTo>
                  <a:pt x="309" y="677"/>
                </a:moveTo>
                <a:lnTo>
                  <a:pt x="309" y="677"/>
                </a:lnTo>
                <a:lnTo>
                  <a:pt x="309" y="677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69"/>
                </a:lnTo>
                <a:lnTo>
                  <a:pt x="309" y="669"/>
                </a:lnTo>
                <a:lnTo>
                  <a:pt x="309" y="669"/>
                </a:lnTo>
                <a:lnTo>
                  <a:pt x="308" y="669"/>
                </a:lnTo>
                <a:lnTo>
                  <a:pt x="308" y="669"/>
                </a:lnTo>
                <a:lnTo>
                  <a:pt x="308" y="669"/>
                </a:lnTo>
                <a:lnTo>
                  <a:pt x="308" y="669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6"/>
                </a:lnTo>
                <a:lnTo>
                  <a:pt x="308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4"/>
                </a:lnTo>
                <a:lnTo>
                  <a:pt x="307" y="664"/>
                </a:lnTo>
                <a:lnTo>
                  <a:pt x="307" y="664"/>
                </a:lnTo>
                <a:lnTo>
                  <a:pt x="306" y="664"/>
                </a:lnTo>
                <a:lnTo>
                  <a:pt x="306" y="664"/>
                </a:lnTo>
                <a:lnTo>
                  <a:pt x="306" y="664"/>
                </a:lnTo>
                <a:lnTo>
                  <a:pt x="306" y="664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1"/>
                </a:lnTo>
                <a:lnTo>
                  <a:pt x="306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3" y="660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7"/>
                </a:lnTo>
                <a:lnTo>
                  <a:pt x="302" y="657"/>
                </a:lnTo>
                <a:lnTo>
                  <a:pt x="302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6"/>
                </a:lnTo>
                <a:lnTo>
                  <a:pt x="301" y="656"/>
                </a:lnTo>
                <a:lnTo>
                  <a:pt x="301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5"/>
                </a:lnTo>
                <a:lnTo>
                  <a:pt x="300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3"/>
                </a:lnTo>
                <a:lnTo>
                  <a:pt x="299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7" y="653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1"/>
                </a:lnTo>
                <a:lnTo>
                  <a:pt x="295" y="651"/>
                </a:lnTo>
                <a:lnTo>
                  <a:pt x="295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3" y="651"/>
                </a:lnTo>
                <a:lnTo>
                  <a:pt x="293" y="651"/>
                </a:lnTo>
                <a:lnTo>
                  <a:pt x="293" y="651"/>
                </a:lnTo>
                <a:lnTo>
                  <a:pt x="293" y="650"/>
                </a:lnTo>
                <a:lnTo>
                  <a:pt x="293" y="650"/>
                </a:lnTo>
                <a:lnTo>
                  <a:pt x="293" y="650"/>
                </a:lnTo>
                <a:lnTo>
                  <a:pt x="293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1" y="650"/>
                </a:lnTo>
                <a:lnTo>
                  <a:pt x="291" y="650"/>
                </a:lnTo>
                <a:lnTo>
                  <a:pt x="291" y="650"/>
                </a:lnTo>
                <a:lnTo>
                  <a:pt x="291" y="649"/>
                </a:lnTo>
                <a:lnTo>
                  <a:pt x="291" y="649"/>
                </a:lnTo>
                <a:lnTo>
                  <a:pt x="291" y="649"/>
                </a:lnTo>
                <a:lnTo>
                  <a:pt x="291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8" y="649"/>
                </a:lnTo>
                <a:lnTo>
                  <a:pt x="288" y="649"/>
                </a:lnTo>
                <a:lnTo>
                  <a:pt x="288" y="649"/>
                </a:lnTo>
                <a:lnTo>
                  <a:pt x="288" y="648"/>
                </a:lnTo>
                <a:lnTo>
                  <a:pt x="288" y="648"/>
                </a:lnTo>
                <a:lnTo>
                  <a:pt x="288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79" y="648"/>
                </a:lnTo>
                <a:lnTo>
                  <a:pt x="279" y="648"/>
                </a:lnTo>
                <a:lnTo>
                  <a:pt x="279" y="648"/>
                </a:lnTo>
                <a:lnTo>
                  <a:pt x="279" y="648"/>
                </a:lnTo>
                <a:lnTo>
                  <a:pt x="279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2" y="648"/>
                </a:lnTo>
                <a:lnTo>
                  <a:pt x="272" y="648"/>
                </a:lnTo>
                <a:lnTo>
                  <a:pt x="272" y="648"/>
                </a:lnTo>
                <a:lnTo>
                  <a:pt x="272" y="649"/>
                </a:lnTo>
                <a:lnTo>
                  <a:pt x="272" y="649"/>
                </a:lnTo>
                <a:lnTo>
                  <a:pt x="272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68" y="649"/>
                </a:lnTo>
                <a:lnTo>
                  <a:pt x="268" y="649"/>
                </a:lnTo>
                <a:lnTo>
                  <a:pt x="268" y="649"/>
                </a:lnTo>
                <a:lnTo>
                  <a:pt x="268" y="650"/>
                </a:lnTo>
                <a:lnTo>
                  <a:pt x="268" y="650"/>
                </a:lnTo>
                <a:lnTo>
                  <a:pt x="268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6" y="650"/>
                </a:lnTo>
                <a:lnTo>
                  <a:pt x="266" y="650"/>
                </a:lnTo>
                <a:lnTo>
                  <a:pt x="266" y="650"/>
                </a:lnTo>
                <a:lnTo>
                  <a:pt x="266" y="650"/>
                </a:lnTo>
                <a:lnTo>
                  <a:pt x="266" y="651"/>
                </a:lnTo>
                <a:lnTo>
                  <a:pt x="266" y="651"/>
                </a:lnTo>
                <a:lnTo>
                  <a:pt x="266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4" y="651"/>
                </a:lnTo>
                <a:lnTo>
                  <a:pt x="264" y="651"/>
                </a:lnTo>
                <a:lnTo>
                  <a:pt x="264" y="652"/>
                </a:lnTo>
                <a:lnTo>
                  <a:pt x="264" y="652"/>
                </a:lnTo>
                <a:lnTo>
                  <a:pt x="264" y="652"/>
                </a:lnTo>
                <a:lnTo>
                  <a:pt x="264" y="652"/>
                </a:lnTo>
                <a:lnTo>
                  <a:pt x="264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3"/>
                </a:lnTo>
                <a:lnTo>
                  <a:pt x="263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1" y="653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59" y="655"/>
                </a:lnTo>
                <a:lnTo>
                  <a:pt x="259" y="655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8" y="656"/>
                </a:lnTo>
                <a:lnTo>
                  <a:pt x="258" y="656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7" y="657"/>
                </a:lnTo>
                <a:lnTo>
                  <a:pt x="257" y="657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6" y="658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60"/>
                </a:lnTo>
                <a:lnTo>
                  <a:pt x="256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1"/>
                </a:lnTo>
                <a:lnTo>
                  <a:pt x="255" y="661"/>
                </a:lnTo>
                <a:lnTo>
                  <a:pt x="255" y="661"/>
                </a:lnTo>
                <a:lnTo>
                  <a:pt x="255" y="661"/>
                </a:lnTo>
                <a:lnTo>
                  <a:pt x="255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4"/>
                </a:lnTo>
                <a:lnTo>
                  <a:pt x="254" y="664"/>
                </a:lnTo>
                <a:lnTo>
                  <a:pt x="254" y="664"/>
                </a:lnTo>
                <a:lnTo>
                  <a:pt x="254" y="664"/>
                </a:lnTo>
                <a:lnTo>
                  <a:pt x="253" y="664"/>
                </a:lnTo>
                <a:lnTo>
                  <a:pt x="253" y="664"/>
                </a:lnTo>
                <a:lnTo>
                  <a:pt x="253" y="664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6"/>
                </a:lnTo>
                <a:lnTo>
                  <a:pt x="253" y="666"/>
                </a:lnTo>
                <a:lnTo>
                  <a:pt x="253" y="666"/>
                </a:lnTo>
                <a:lnTo>
                  <a:pt x="253" y="666"/>
                </a:lnTo>
                <a:lnTo>
                  <a:pt x="253" y="666"/>
                </a:lnTo>
                <a:lnTo>
                  <a:pt x="252" y="666"/>
                </a:lnTo>
                <a:lnTo>
                  <a:pt x="252" y="666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9"/>
                </a:lnTo>
                <a:lnTo>
                  <a:pt x="252" y="669"/>
                </a:lnTo>
                <a:lnTo>
                  <a:pt x="252" y="669"/>
                </a:lnTo>
                <a:lnTo>
                  <a:pt x="252" y="669"/>
                </a:lnTo>
                <a:lnTo>
                  <a:pt x="252" y="669"/>
                </a:lnTo>
                <a:lnTo>
                  <a:pt x="250" y="669"/>
                </a:lnTo>
                <a:lnTo>
                  <a:pt x="250" y="669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1"/>
                </a:lnTo>
                <a:lnTo>
                  <a:pt x="253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4"/>
                </a:lnTo>
                <a:lnTo>
                  <a:pt x="255" y="694"/>
                </a:lnTo>
                <a:lnTo>
                  <a:pt x="255" y="694"/>
                </a:lnTo>
                <a:lnTo>
                  <a:pt x="255" y="694"/>
                </a:lnTo>
                <a:lnTo>
                  <a:pt x="256" y="694"/>
                </a:lnTo>
                <a:lnTo>
                  <a:pt x="256" y="694"/>
                </a:lnTo>
                <a:lnTo>
                  <a:pt x="256" y="694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2" y="700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3" y="701"/>
                </a:lnTo>
                <a:lnTo>
                  <a:pt x="263" y="701"/>
                </a:lnTo>
                <a:lnTo>
                  <a:pt x="263" y="701"/>
                </a:lnTo>
                <a:lnTo>
                  <a:pt x="263" y="701"/>
                </a:lnTo>
                <a:lnTo>
                  <a:pt x="263" y="702"/>
                </a:lnTo>
                <a:lnTo>
                  <a:pt x="263" y="702"/>
                </a:lnTo>
                <a:lnTo>
                  <a:pt x="263" y="702"/>
                </a:lnTo>
                <a:lnTo>
                  <a:pt x="263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4"/>
                </a:lnTo>
                <a:lnTo>
                  <a:pt x="266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3" y="705"/>
                </a:lnTo>
                <a:lnTo>
                  <a:pt x="273" y="706"/>
                </a:lnTo>
                <a:lnTo>
                  <a:pt x="273" y="706"/>
                </a:lnTo>
                <a:lnTo>
                  <a:pt x="273" y="706"/>
                </a:lnTo>
                <a:lnTo>
                  <a:pt x="273" y="706"/>
                </a:lnTo>
                <a:lnTo>
                  <a:pt x="273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9" y="706"/>
                </a:lnTo>
                <a:lnTo>
                  <a:pt x="279" y="706"/>
                </a:lnTo>
                <a:lnTo>
                  <a:pt x="279" y="706"/>
                </a:lnTo>
                <a:lnTo>
                  <a:pt x="279" y="706"/>
                </a:lnTo>
                <a:lnTo>
                  <a:pt x="279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1" y="705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3" y="704"/>
                </a:lnTo>
                <a:lnTo>
                  <a:pt x="293" y="704"/>
                </a:lnTo>
                <a:lnTo>
                  <a:pt x="293" y="703"/>
                </a:lnTo>
                <a:lnTo>
                  <a:pt x="293" y="703"/>
                </a:lnTo>
                <a:lnTo>
                  <a:pt x="293" y="703"/>
                </a:lnTo>
                <a:lnTo>
                  <a:pt x="293" y="703"/>
                </a:lnTo>
                <a:lnTo>
                  <a:pt x="293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5" y="703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7" y="702"/>
                </a:lnTo>
                <a:lnTo>
                  <a:pt x="297" y="702"/>
                </a:lnTo>
                <a:lnTo>
                  <a:pt x="297" y="702"/>
                </a:lnTo>
                <a:lnTo>
                  <a:pt x="297" y="702"/>
                </a:lnTo>
                <a:lnTo>
                  <a:pt x="297" y="701"/>
                </a:lnTo>
                <a:lnTo>
                  <a:pt x="297" y="701"/>
                </a:lnTo>
                <a:lnTo>
                  <a:pt x="297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300" y="700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1" y="699"/>
                </a:lnTo>
                <a:lnTo>
                  <a:pt x="301" y="699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2" y="697"/>
                </a:lnTo>
                <a:lnTo>
                  <a:pt x="302" y="697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4"/>
                </a:lnTo>
                <a:lnTo>
                  <a:pt x="303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6" y="693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1"/>
                </a:lnTo>
                <a:lnTo>
                  <a:pt x="306" y="691"/>
                </a:lnTo>
                <a:lnTo>
                  <a:pt x="306" y="691"/>
                </a:lnTo>
                <a:lnTo>
                  <a:pt x="306" y="691"/>
                </a:lnTo>
                <a:lnTo>
                  <a:pt x="306" y="691"/>
                </a:lnTo>
                <a:lnTo>
                  <a:pt x="307" y="691"/>
                </a:lnTo>
                <a:lnTo>
                  <a:pt x="307" y="691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8" y="688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5"/>
                </a:lnTo>
                <a:lnTo>
                  <a:pt x="308" y="685"/>
                </a:lnTo>
                <a:lnTo>
                  <a:pt x="308" y="685"/>
                </a:lnTo>
                <a:lnTo>
                  <a:pt x="308" y="685"/>
                </a:lnTo>
                <a:lnTo>
                  <a:pt x="308" y="685"/>
                </a:lnTo>
                <a:lnTo>
                  <a:pt x="309" y="685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7"/>
                </a:lnTo>
                <a:lnTo>
                  <a:pt x="309" y="677"/>
                </a:lnTo>
                <a:lnTo>
                  <a:pt x="309" y="677"/>
                </a:lnTo>
                <a:lnTo>
                  <a:pt x="309" y="677"/>
                </a:lnTo>
                <a:lnTo>
                  <a:pt x="309" y="677"/>
                </a:lnTo>
                <a:close/>
                <a:moveTo>
                  <a:pt x="280" y="640"/>
                </a:moveTo>
                <a:lnTo>
                  <a:pt x="280" y="640"/>
                </a:lnTo>
                <a:lnTo>
                  <a:pt x="280" y="640"/>
                </a:lnTo>
                <a:lnTo>
                  <a:pt x="281" y="640"/>
                </a:lnTo>
                <a:lnTo>
                  <a:pt x="281" y="640"/>
                </a:lnTo>
                <a:lnTo>
                  <a:pt x="281" y="640"/>
                </a:lnTo>
                <a:lnTo>
                  <a:pt x="281" y="640"/>
                </a:lnTo>
                <a:lnTo>
                  <a:pt x="282" y="640"/>
                </a:lnTo>
                <a:lnTo>
                  <a:pt x="282" y="640"/>
                </a:lnTo>
                <a:lnTo>
                  <a:pt x="282" y="640"/>
                </a:lnTo>
                <a:lnTo>
                  <a:pt x="282" y="640"/>
                </a:lnTo>
                <a:lnTo>
                  <a:pt x="282" y="640"/>
                </a:lnTo>
                <a:lnTo>
                  <a:pt x="283" y="640"/>
                </a:lnTo>
                <a:lnTo>
                  <a:pt x="283" y="640"/>
                </a:lnTo>
                <a:lnTo>
                  <a:pt x="283" y="640"/>
                </a:lnTo>
                <a:lnTo>
                  <a:pt x="283" y="640"/>
                </a:lnTo>
                <a:lnTo>
                  <a:pt x="283" y="640"/>
                </a:lnTo>
                <a:lnTo>
                  <a:pt x="284" y="640"/>
                </a:lnTo>
                <a:lnTo>
                  <a:pt x="284" y="640"/>
                </a:lnTo>
                <a:lnTo>
                  <a:pt x="284" y="640"/>
                </a:lnTo>
                <a:lnTo>
                  <a:pt x="284" y="640"/>
                </a:lnTo>
                <a:lnTo>
                  <a:pt x="284" y="640"/>
                </a:lnTo>
                <a:lnTo>
                  <a:pt x="285" y="640"/>
                </a:lnTo>
                <a:lnTo>
                  <a:pt x="285" y="640"/>
                </a:lnTo>
                <a:lnTo>
                  <a:pt x="285" y="640"/>
                </a:lnTo>
                <a:lnTo>
                  <a:pt x="285" y="640"/>
                </a:lnTo>
                <a:lnTo>
                  <a:pt x="286" y="640"/>
                </a:lnTo>
                <a:lnTo>
                  <a:pt x="286" y="640"/>
                </a:lnTo>
                <a:lnTo>
                  <a:pt x="286" y="640"/>
                </a:lnTo>
                <a:lnTo>
                  <a:pt x="286" y="640"/>
                </a:lnTo>
                <a:lnTo>
                  <a:pt x="286" y="640"/>
                </a:lnTo>
                <a:lnTo>
                  <a:pt x="288" y="640"/>
                </a:lnTo>
                <a:lnTo>
                  <a:pt x="288" y="640"/>
                </a:lnTo>
                <a:lnTo>
                  <a:pt x="288" y="640"/>
                </a:lnTo>
                <a:lnTo>
                  <a:pt x="288" y="640"/>
                </a:lnTo>
                <a:lnTo>
                  <a:pt x="288" y="640"/>
                </a:lnTo>
                <a:lnTo>
                  <a:pt x="289" y="640"/>
                </a:lnTo>
                <a:lnTo>
                  <a:pt x="289" y="640"/>
                </a:lnTo>
                <a:lnTo>
                  <a:pt x="289" y="640"/>
                </a:lnTo>
                <a:lnTo>
                  <a:pt x="289" y="641"/>
                </a:lnTo>
                <a:lnTo>
                  <a:pt x="289" y="641"/>
                </a:lnTo>
                <a:lnTo>
                  <a:pt x="290" y="641"/>
                </a:lnTo>
                <a:lnTo>
                  <a:pt x="290" y="641"/>
                </a:lnTo>
                <a:lnTo>
                  <a:pt x="290" y="641"/>
                </a:lnTo>
                <a:lnTo>
                  <a:pt x="290" y="641"/>
                </a:lnTo>
                <a:lnTo>
                  <a:pt x="290" y="641"/>
                </a:lnTo>
                <a:lnTo>
                  <a:pt x="291" y="641"/>
                </a:lnTo>
                <a:lnTo>
                  <a:pt x="291" y="641"/>
                </a:lnTo>
                <a:lnTo>
                  <a:pt x="291" y="641"/>
                </a:lnTo>
                <a:lnTo>
                  <a:pt x="291" y="641"/>
                </a:lnTo>
                <a:lnTo>
                  <a:pt x="291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2"/>
                </a:lnTo>
                <a:lnTo>
                  <a:pt x="293" y="642"/>
                </a:lnTo>
                <a:lnTo>
                  <a:pt x="293" y="642"/>
                </a:lnTo>
                <a:lnTo>
                  <a:pt x="293" y="642"/>
                </a:lnTo>
                <a:lnTo>
                  <a:pt x="293" y="642"/>
                </a:lnTo>
                <a:lnTo>
                  <a:pt x="293" y="642"/>
                </a:lnTo>
                <a:lnTo>
                  <a:pt x="294" y="642"/>
                </a:lnTo>
                <a:lnTo>
                  <a:pt x="294" y="642"/>
                </a:lnTo>
                <a:lnTo>
                  <a:pt x="294" y="642"/>
                </a:lnTo>
                <a:lnTo>
                  <a:pt x="294" y="642"/>
                </a:lnTo>
                <a:lnTo>
                  <a:pt x="294" y="642"/>
                </a:lnTo>
                <a:lnTo>
                  <a:pt x="295" y="642"/>
                </a:lnTo>
                <a:lnTo>
                  <a:pt x="295" y="642"/>
                </a:lnTo>
                <a:lnTo>
                  <a:pt x="295" y="643"/>
                </a:lnTo>
                <a:lnTo>
                  <a:pt x="295" y="643"/>
                </a:lnTo>
                <a:lnTo>
                  <a:pt x="295" y="643"/>
                </a:lnTo>
                <a:lnTo>
                  <a:pt x="295" y="643"/>
                </a:lnTo>
                <a:lnTo>
                  <a:pt x="297" y="643"/>
                </a:lnTo>
                <a:lnTo>
                  <a:pt x="297" y="643"/>
                </a:lnTo>
                <a:lnTo>
                  <a:pt x="297" y="643"/>
                </a:lnTo>
                <a:lnTo>
                  <a:pt x="297" y="643"/>
                </a:lnTo>
                <a:lnTo>
                  <a:pt x="297" y="643"/>
                </a:lnTo>
                <a:lnTo>
                  <a:pt x="298" y="643"/>
                </a:lnTo>
                <a:lnTo>
                  <a:pt x="298" y="643"/>
                </a:lnTo>
                <a:lnTo>
                  <a:pt x="298" y="644"/>
                </a:lnTo>
                <a:lnTo>
                  <a:pt x="298" y="644"/>
                </a:lnTo>
                <a:lnTo>
                  <a:pt x="298" y="644"/>
                </a:lnTo>
                <a:lnTo>
                  <a:pt x="298" y="644"/>
                </a:lnTo>
                <a:lnTo>
                  <a:pt x="299" y="644"/>
                </a:lnTo>
                <a:lnTo>
                  <a:pt x="299" y="644"/>
                </a:lnTo>
                <a:lnTo>
                  <a:pt x="299" y="644"/>
                </a:lnTo>
                <a:lnTo>
                  <a:pt x="299" y="644"/>
                </a:lnTo>
                <a:lnTo>
                  <a:pt x="299" y="644"/>
                </a:lnTo>
                <a:lnTo>
                  <a:pt x="300" y="644"/>
                </a:lnTo>
                <a:lnTo>
                  <a:pt x="300" y="646"/>
                </a:lnTo>
                <a:lnTo>
                  <a:pt x="300" y="646"/>
                </a:lnTo>
                <a:lnTo>
                  <a:pt x="300" y="646"/>
                </a:lnTo>
                <a:lnTo>
                  <a:pt x="300" y="646"/>
                </a:lnTo>
                <a:lnTo>
                  <a:pt x="300" y="646"/>
                </a:lnTo>
                <a:lnTo>
                  <a:pt x="301" y="646"/>
                </a:lnTo>
                <a:lnTo>
                  <a:pt x="301" y="646"/>
                </a:lnTo>
                <a:lnTo>
                  <a:pt x="301" y="646"/>
                </a:lnTo>
                <a:lnTo>
                  <a:pt x="301" y="646"/>
                </a:lnTo>
                <a:lnTo>
                  <a:pt x="301" y="647"/>
                </a:lnTo>
                <a:lnTo>
                  <a:pt x="301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4" y="648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6" y="649"/>
                </a:lnTo>
                <a:lnTo>
                  <a:pt x="306" y="649"/>
                </a:lnTo>
                <a:lnTo>
                  <a:pt x="306" y="650"/>
                </a:lnTo>
                <a:lnTo>
                  <a:pt x="306" y="650"/>
                </a:lnTo>
                <a:lnTo>
                  <a:pt x="306" y="650"/>
                </a:lnTo>
                <a:lnTo>
                  <a:pt x="306" y="650"/>
                </a:lnTo>
                <a:lnTo>
                  <a:pt x="306" y="650"/>
                </a:lnTo>
                <a:lnTo>
                  <a:pt x="307" y="650"/>
                </a:lnTo>
                <a:lnTo>
                  <a:pt x="307" y="650"/>
                </a:lnTo>
                <a:lnTo>
                  <a:pt x="307" y="651"/>
                </a:lnTo>
                <a:lnTo>
                  <a:pt x="307" y="651"/>
                </a:lnTo>
                <a:lnTo>
                  <a:pt x="307" y="651"/>
                </a:lnTo>
                <a:lnTo>
                  <a:pt x="307" y="651"/>
                </a:lnTo>
                <a:lnTo>
                  <a:pt x="307" y="651"/>
                </a:lnTo>
                <a:lnTo>
                  <a:pt x="308" y="651"/>
                </a:lnTo>
                <a:lnTo>
                  <a:pt x="308" y="651"/>
                </a:lnTo>
                <a:lnTo>
                  <a:pt x="308" y="652"/>
                </a:lnTo>
                <a:lnTo>
                  <a:pt x="308" y="652"/>
                </a:lnTo>
                <a:lnTo>
                  <a:pt x="308" y="652"/>
                </a:lnTo>
                <a:lnTo>
                  <a:pt x="308" y="652"/>
                </a:lnTo>
                <a:lnTo>
                  <a:pt x="308" y="652"/>
                </a:lnTo>
                <a:lnTo>
                  <a:pt x="309" y="652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6"/>
                </a:lnTo>
                <a:lnTo>
                  <a:pt x="310" y="656"/>
                </a:lnTo>
                <a:lnTo>
                  <a:pt x="310" y="656"/>
                </a:lnTo>
                <a:lnTo>
                  <a:pt x="311" y="656"/>
                </a:lnTo>
                <a:lnTo>
                  <a:pt x="311" y="656"/>
                </a:lnTo>
                <a:lnTo>
                  <a:pt x="311" y="656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9"/>
                </a:lnTo>
                <a:lnTo>
                  <a:pt x="312" y="659"/>
                </a:lnTo>
                <a:lnTo>
                  <a:pt x="312" y="659"/>
                </a:lnTo>
                <a:lnTo>
                  <a:pt x="312" y="659"/>
                </a:lnTo>
                <a:lnTo>
                  <a:pt x="313" y="659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1"/>
                </a:lnTo>
                <a:lnTo>
                  <a:pt x="313" y="661"/>
                </a:lnTo>
                <a:lnTo>
                  <a:pt x="313" y="661"/>
                </a:lnTo>
                <a:lnTo>
                  <a:pt x="313" y="661"/>
                </a:lnTo>
                <a:lnTo>
                  <a:pt x="315" y="661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4"/>
                </a:lnTo>
                <a:lnTo>
                  <a:pt x="315" y="664"/>
                </a:lnTo>
                <a:lnTo>
                  <a:pt x="315" y="664"/>
                </a:lnTo>
                <a:lnTo>
                  <a:pt x="315" y="664"/>
                </a:lnTo>
                <a:lnTo>
                  <a:pt x="315" y="664"/>
                </a:lnTo>
                <a:lnTo>
                  <a:pt x="315" y="665"/>
                </a:lnTo>
                <a:lnTo>
                  <a:pt x="316" y="665"/>
                </a:lnTo>
                <a:lnTo>
                  <a:pt x="316" y="665"/>
                </a:lnTo>
                <a:lnTo>
                  <a:pt x="316" y="665"/>
                </a:lnTo>
                <a:lnTo>
                  <a:pt x="316" y="665"/>
                </a:lnTo>
                <a:lnTo>
                  <a:pt x="316" y="666"/>
                </a:lnTo>
                <a:lnTo>
                  <a:pt x="316" y="666"/>
                </a:lnTo>
                <a:lnTo>
                  <a:pt x="316" y="666"/>
                </a:lnTo>
                <a:lnTo>
                  <a:pt x="316" y="666"/>
                </a:lnTo>
                <a:lnTo>
                  <a:pt x="316" y="666"/>
                </a:lnTo>
                <a:lnTo>
                  <a:pt x="316" y="667"/>
                </a:lnTo>
                <a:lnTo>
                  <a:pt x="316" y="667"/>
                </a:lnTo>
                <a:lnTo>
                  <a:pt x="316" y="667"/>
                </a:lnTo>
                <a:lnTo>
                  <a:pt x="316" y="667"/>
                </a:lnTo>
                <a:lnTo>
                  <a:pt x="316" y="667"/>
                </a:lnTo>
                <a:lnTo>
                  <a:pt x="316" y="668"/>
                </a:lnTo>
                <a:lnTo>
                  <a:pt x="316" y="668"/>
                </a:lnTo>
                <a:lnTo>
                  <a:pt x="316" y="668"/>
                </a:lnTo>
                <a:lnTo>
                  <a:pt x="317" y="668"/>
                </a:lnTo>
                <a:lnTo>
                  <a:pt x="317" y="668"/>
                </a:lnTo>
                <a:lnTo>
                  <a:pt x="317" y="669"/>
                </a:lnTo>
                <a:lnTo>
                  <a:pt x="317" y="669"/>
                </a:lnTo>
                <a:lnTo>
                  <a:pt x="317" y="669"/>
                </a:lnTo>
                <a:lnTo>
                  <a:pt x="317" y="669"/>
                </a:lnTo>
                <a:lnTo>
                  <a:pt x="317" y="669"/>
                </a:lnTo>
                <a:lnTo>
                  <a:pt x="317" y="670"/>
                </a:lnTo>
                <a:lnTo>
                  <a:pt x="317" y="670"/>
                </a:lnTo>
                <a:lnTo>
                  <a:pt x="317" y="670"/>
                </a:lnTo>
                <a:lnTo>
                  <a:pt x="317" y="670"/>
                </a:lnTo>
                <a:lnTo>
                  <a:pt x="317" y="670"/>
                </a:lnTo>
                <a:lnTo>
                  <a:pt x="317" y="671"/>
                </a:lnTo>
                <a:lnTo>
                  <a:pt x="317" y="671"/>
                </a:lnTo>
                <a:lnTo>
                  <a:pt x="317" y="671"/>
                </a:lnTo>
                <a:lnTo>
                  <a:pt x="317" y="671"/>
                </a:lnTo>
                <a:lnTo>
                  <a:pt x="317" y="671"/>
                </a:lnTo>
                <a:lnTo>
                  <a:pt x="317" y="673"/>
                </a:lnTo>
                <a:lnTo>
                  <a:pt x="317" y="673"/>
                </a:lnTo>
                <a:lnTo>
                  <a:pt x="317" y="673"/>
                </a:lnTo>
                <a:lnTo>
                  <a:pt x="317" y="673"/>
                </a:lnTo>
                <a:lnTo>
                  <a:pt x="317" y="674"/>
                </a:lnTo>
                <a:lnTo>
                  <a:pt x="317" y="674"/>
                </a:lnTo>
                <a:lnTo>
                  <a:pt x="317" y="674"/>
                </a:lnTo>
                <a:lnTo>
                  <a:pt x="317" y="674"/>
                </a:lnTo>
                <a:lnTo>
                  <a:pt x="317" y="674"/>
                </a:lnTo>
                <a:lnTo>
                  <a:pt x="317" y="675"/>
                </a:lnTo>
                <a:lnTo>
                  <a:pt x="317" y="675"/>
                </a:lnTo>
                <a:lnTo>
                  <a:pt x="317" y="675"/>
                </a:lnTo>
                <a:lnTo>
                  <a:pt x="317" y="675"/>
                </a:lnTo>
                <a:lnTo>
                  <a:pt x="317" y="675"/>
                </a:lnTo>
                <a:lnTo>
                  <a:pt x="317" y="676"/>
                </a:lnTo>
                <a:lnTo>
                  <a:pt x="317" y="676"/>
                </a:lnTo>
                <a:lnTo>
                  <a:pt x="317" y="676"/>
                </a:lnTo>
                <a:lnTo>
                  <a:pt x="317" y="676"/>
                </a:lnTo>
                <a:lnTo>
                  <a:pt x="317" y="676"/>
                </a:lnTo>
                <a:lnTo>
                  <a:pt x="317" y="677"/>
                </a:lnTo>
                <a:lnTo>
                  <a:pt x="317" y="677"/>
                </a:lnTo>
                <a:lnTo>
                  <a:pt x="317" y="677"/>
                </a:lnTo>
                <a:lnTo>
                  <a:pt x="317" y="677"/>
                </a:lnTo>
                <a:lnTo>
                  <a:pt x="317" y="678"/>
                </a:lnTo>
                <a:lnTo>
                  <a:pt x="317" y="678"/>
                </a:lnTo>
                <a:lnTo>
                  <a:pt x="317" y="678"/>
                </a:lnTo>
                <a:lnTo>
                  <a:pt x="317" y="678"/>
                </a:lnTo>
                <a:lnTo>
                  <a:pt x="317" y="678"/>
                </a:lnTo>
                <a:lnTo>
                  <a:pt x="317" y="679"/>
                </a:lnTo>
                <a:lnTo>
                  <a:pt x="317" y="679"/>
                </a:lnTo>
                <a:lnTo>
                  <a:pt x="317" y="679"/>
                </a:lnTo>
                <a:lnTo>
                  <a:pt x="317" y="679"/>
                </a:lnTo>
                <a:lnTo>
                  <a:pt x="317" y="679"/>
                </a:lnTo>
                <a:lnTo>
                  <a:pt x="317" y="681"/>
                </a:lnTo>
                <a:lnTo>
                  <a:pt x="317" y="681"/>
                </a:lnTo>
                <a:lnTo>
                  <a:pt x="317" y="681"/>
                </a:lnTo>
                <a:lnTo>
                  <a:pt x="317" y="681"/>
                </a:lnTo>
                <a:lnTo>
                  <a:pt x="317" y="682"/>
                </a:lnTo>
                <a:lnTo>
                  <a:pt x="317" y="682"/>
                </a:lnTo>
                <a:lnTo>
                  <a:pt x="317" y="682"/>
                </a:lnTo>
                <a:lnTo>
                  <a:pt x="317" y="682"/>
                </a:lnTo>
                <a:lnTo>
                  <a:pt x="317" y="682"/>
                </a:lnTo>
                <a:lnTo>
                  <a:pt x="317" y="683"/>
                </a:lnTo>
                <a:lnTo>
                  <a:pt x="317" y="683"/>
                </a:lnTo>
                <a:lnTo>
                  <a:pt x="317" y="683"/>
                </a:lnTo>
                <a:lnTo>
                  <a:pt x="317" y="683"/>
                </a:lnTo>
                <a:lnTo>
                  <a:pt x="317" y="683"/>
                </a:lnTo>
                <a:lnTo>
                  <a:pt x="317" y="684"/>
                </a:lnTo>
                <a:lnTo>
                  <a:pt x="317" y="684"/>
                </a:lnTo>
                <a:lnTo>
                  <a:pt x="317" y="684"/>
                </a:lnTo>
                <a:lnTo>
                  <a:pt x="317" y="684"/>
                </a:lnTo>
                <a:lnTo>
                  <a:pt x="317" y="684"/>
                </a:lnTo>
                <a:lnTo>
                  <a:pt x="317" y="685"/>
                </a:lnTo>
                <a:lnTo>
                  <a:pt x="317" y="685"/>
                </a:lnTo>
                <a:lnTo>
                  <a:pt x="317" y="685"/>
                </a:lnTo>
                <a:lnTo>
                  <a:pt x="317" y="685"/>
                </a:lnTo>
                <a:lnTo>
                  <a:pt x="317" y="685"/>
                </a:lnTo>
                <a:lnTo>
                  <a:pt x="317" y="686"/>
                </a:lnTo>
                <a:lnTo>
                  <a:pt x="316" y="686"/>
                </a:lnTo>
                <a:lnTo>
                  <a:pt x="316" y="686"/>
                </a:lnTo>
                <a:lnTo>
                  <a:pt x="316" y="686"/>
                </a:lnTo>
                <a:lnTo>
                  <a:pt x="316" y="686"/>
                </a:lnTo>
                <a:lnTo>
                  <a:pt x="316" y="687"/>
                </a:lnTo>
                <a:lnTo>
                  <a:pt x="316" y="687"/>
                </a:lnTo>
                <a:lnTo>
                  <a:pt x="316" y="687"/>
                </a:lnTo>
                <a:lnTo>
                  <a:pt x="316" y="687"/>
                </a:lnTo>
                <a:lnTo>
                  <a:pt x="316" y="687"/>
                </a:lnTo>
                <a:lnTo>
                  <a:pt x="316" y="688"/>
                </a:lnTo>
                <a:lnTo>
                  <a:pt x="316" y="688"/>
                </a:lnTo>
                <a:lnTo>
                  <a:pt x="316" y="688"/>
                </a:lnTo>
                <a:lnTo>
                  <a:pt x="316" y="688"/>
                </a:lnTo>
                <a:lnTo>
                  <a:pt x="316" y="688"/>
                </a:lnTo>
                <a:lnTo>
                  <a:pt x="316" y="690"/>
                </a:lnTo>
                <a:lnTo>
                  <a:pt x="316" y="690"/>
                </a:lnTo>
                <a:lnTo>
                  <a:pt x="316" y="690"/>
                </a:lnTo>
                <a:lnTo>
                  <a:pt x="315" y="690"/>
                </a:lnTo>
                <a:lnTo>
                  <a:pt x="315" y="690"/>
                </a:lnTo>
                <a:lnTo>
                  <a:pt x="315" y="691"/>
                </a:lnTo>
                <a:lnTo>
                  <a:pt x="315" y="691"/>
                </a:lnTo>
                <a:lnTo>
                  <a:pt x="315" y="691"/>
                </a:lnTo>
                <a:lnTo>
                  <a:pt x="315" y="691"/>
                </a:lnTo>
                <a:lnTo>
                  <a:pt x="315" y="691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3" y="693"/>
                </a:lnTo>
                <a:lnTo>
                  <a:pt x="313" y="693"/>
                </a:lnTo>
                <a:lnTo>
                  <a:pt x="313" y="693"/>
                </a:lnTo>
                <a:lnTo>
                  <a:pt x="313" y="693"/>
                </a:lnTo>
                <a:lnTo>
                  <a:pt x="313" y="693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2" y="695"/>
                </a:lnTo>
                <a:lnTo>
                  <a:pt x="312" y="695"/>
                </a:lnTo>
                <a:lnTo>
                  <a:pt x="312" y="695"/>
                </a:lnTo>
                <a:lnTo>
                  <a:pt x="312" y="695"/>
                </a:lnTo>
                <a:lnTo>
                  <a:pt x="312" y="695"/>
                </a:lnTo>
                <a:lnTo>
                  <a:pt x="312" y="696"/>
                </a:lnTo>
                <a:lnTo>
                  <a:pt x="312" y="696"/>
                </a:lnTo>
                <a:lnTo>
                  <a:pt x="312" y="696"/>
                </a:lnTo>
                <a:lnTo>
                  <a:pt x="312" y="696"/>
                </a:lnTo>
                <a:lnTo>
                  <a:pt x="312" y="696"/>
                </a:lnTo>
                <a:lnTo>
                  <a:pt x="311" y="696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9"/>
                </a:lnTo>
                <a:lnTo>
                  <a:pt x="311" y="699"/>
                </a:lnTo>
                <a:lnTo>
                  <a:pt x="310" y="699"/>
                </a:lnTo>
                <a:lnTo>
                  <a:pt x="310" y="699"/>
                </a:lnTo>
                <a:lnTo>
                  <a:pt x="310" y="699"/>
                </a:lnTo>
                <a:lnTo>
                  <a:pt x="310" y="699"/>
                </a:lnTo>
                <a:lnTo>
                  <a:pt x="310" y="700"/>
                </a:lnTo>
                <a:lnTo>
                  <a:pt x="310" y="700"/>
                </a:lnTo>
                <a:lnTo>
                  <a:pt x="310" y="700"/>
                </a:lnTo>
                <a:lnTo>
                  <a:pt x="310" y="700"/>
                </a:lnTo>
                <a:lnTo>
                  <a:pt x="310" y="700"/>
                </a:lnTo>
                <a:lnTo>
                  <a:pt x="309" y="700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2" y="706"/>
                </a:lnTo>
                <a:lnTo>
                  <a:pt x="302" y="706"/>
                </a:lnTo>
                <a:lnTo>
                  <a:pt x="302" y="708"/>
                </a:lnTo>
                <a:lnTo>
                  <a:pt x="302" y="708"/>
                </a:lnTo>
                <a:lnTo>
                  <a:pt x="302" y="708"/>
                </a:lnTo>
                <a:lnTo>
                  <a:pt x="302" y="708"/>
                </a:lnTo>
                <a:lnTo>
                  <a:pt x="302" y="708"/>
                </a:lnTo>
                <a:lnTo>
                  <a:pt x="301" y="708"/>
                </a:lnTo>
                <a:lnTo>
                  <a:pt x="301" y="708"/>
                </a:lnTo>
                <a:lnTo>
                  <a:pt x="301" y="708"/>
                </a:lnTo>
                <a:lnTo>
                  <a:pt x="301" y="708"/>
                </a:lnTo>
                <a:lnTo>
                  <a:pt x="301" y="709"/>
                </a:lnTo>
                <a:lnTo>
                  <a:pt x="301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299" y="709"/>
                </a:lnTo>
                <a:lnTo>
                  <a:pt x="299" y="710"/>
                </a:lnTo>
                <a:lnTo>
                  <a:pt x="299" y="710"/>
                </a:lnTo>
                <a:lnTo>
                  <a:pt x="299" y="710"/>
                </a:lnTo>
                <a:lnTo>
                  <a:pt x="299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7" y="711"/>
                </a:lnTo>
                <a:lnTo>
                  <a:pt x="297" y="711"/>
                </a:lnTo>
                <a:lnTo>
                  <a:pt x="297" y="711"/>
                </a:lnTo>
                <a:lnTo>
                  <a:pt x="297" y="711"/>
                </a:lnTo>
                <a:lnTo>
                  <a:pt x="297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4" y="712"/>
                </a:lnTo>
                <a:lnTo>
                  <a:pt x="294" y="712"/>
                </a:lnTo>
                <a:lnTo>
                  <a:pt x="294" y="712"/>
                </a:lnTo>
                <a:lnTo>
                  <a:pt x="294" y="712"/>
                </a:lnTo>
                <a:lnTo>
                  <a:pt x="294" y="712"/>
                </a:lnTo>
                <a:lnTo>
                  <a:pt x="293" y="712"/>
                </a:lnTo>
                <a:lnTo>
                  <a:pt x="293" y="712"/>
                </a:lnTo>
                <a:lnTo>
                  <a:pt x="293" y="712"/>
                </a:lnTo>
                <a:lnTo>
                  <a:pt x="293" y="712"/>
                </a:lnTo>
                <a:lnTo>
                  <a:pt x="293" y="712"/>
                </a:lnTo>
                <a:lnTo>
                  <a:pt x="292" y="712"/>
                </a:lnTo>
                <a:lnTo>
                  <a:pt x="292" y="712"/>
                </a:lnTo>
                <a:lnTo>
                  <a:pt x="292" y="712"/>
                </a:lnTo>
                <a:lnTo>
                  <a:pt x="292" y="712"/>
                </a:lnTo>
                <a:lnTo>
                  <a:pt x="292" y="713"/>
                </a:lnTo>
                <a:lnTo>
                  <a:pt x="292" y="713"/>
                </a:lnTo>
                <a:lnTo>
                  <a:pt x="291" y="713"/>
                </a:lnTo>
                <a:lnTo>
                  <a:pt x="291" y="713"/>
                </a:lnTo>
                <a:lnTo>
                  <a:pt x="291" y="713"/>
                </a:lnTo>
                <a:lnTo>
                  <a:pt x="291" y="713"/>
                </a:lnTo>
                <a:lnTo>
                  <a:pt x="291" y="713"/>
                </a:lnTo>
                <a:lnTo>
                  <a:pt x="290" y="713"/>
                </a:lnTo>
                <a:lnTo>
                  <a:pt x="290" y="713"/>
                </a:lnTo>
                <a:lnTo>
                  <a:pt x="290" y="713"/>
                </a:lnTo>
                <a:lnTo>
                  <a:pt x="290" y="713"/>
                </a:lnTo>
                <a:lnTo>
                  <a:pt x="290" y="713"/>
                </a:lnTo>
                <a:lnTo>
                  <a:pt x="289" y="713"/>
                </a:lnTo>
                <a:lnTo>
                  <a:pt x="289" y="713"/>
                </a:lnTo>
                <a:lnTo>
                  <a:pt x="289" y="713"/>
                </a:lnTo>
                <a:lnTo>
                  <a:pt x="289" y="713"/>
                </a:lnTo>
                <a:lnTo>
                  <a:pt x="289" y="713"/>
                </a:lnTo>
                <a:lnTo>
                  <a:pt x="288" y="714"/>
                </a:lnTo>
                <a:lnTo>
                  <a:pt x="288" y="714"/>
                </a:lnTo>
                <a:lnTo>
                  <a:pt x="288" y="714"/>
                </a:lnTo>
                <a:lnTo>
                  <a:pt x="288" y="714"/>
                </a:lnTo>
                <a:lnTo>
                  <a:pt x="288" y="714"/>
                </a:lnTo>
                <a:lnTo>
                  <a:pt x="286" y="714"/>
                </a:lnTo>
                <a:lnTo>
                  <a:pt x="286" y="714"/>
                </a:lnTo>
                <a:lnTo>
                  <a:pt x="286" y="714"/>
                </a:lnTo>
                <a:lnTo>
                  <a:pt x="286" y="714"/>
                </a:lnTo>
                <a:lnTo>
                  <a:pt x="286" y="714"/>
                </a:lnTo>
                <a:lnTo>
                  <a:pt x="285" y="714"/>
                </a:lnTo>
                <a:lnTo>
                  <a:pt x="285" y="714"/>
                </a:lnTo>
                <a:lnTo>
                  <a:pt x="285" y="714"/>
                </a:lnTo>
                <a:lnTo>
                  <a:pt x="285" y="714"/>
                </a:lnTo>
                <a:lnTo>
                  <a:pt x="284" y="714"/>
                </a:lnTo>
                <a:lnTo>
                  <a:pt x="284" y="714"/>
                </a:lnTo>
                <a:lnTo>
                  <a:pt x="284" y="714"/>
                </a:lnTo>
                <a:lnTo>
                  <a:pt x="284" y="714"/>
                </a:lnTo>
                <a:lnTo>
                  <a:pt x="284" y="714"/>
                </a:lnTo>
                <a:lnTo>
                  <a:pt x="283" y="714"/>
                </a:lnTo>
                <a:lnTo>
                  <a:pt x="283" y="714"/>
                </a:lnTo>
                <a:lnTo>
                  <a:pt x="283" y="714"/>
                </a:lnTo>
                <a:lnTo>
                  <a:pt x="283" y="714"/>
                </a:lnTo>
                <a:lnTo>
                  <a:pt x="283" y="714"/>
                </a:lnTo>
                <a:lnTo>
                  <a:pt x="282" y="714"/>
                </a:lnTo>
                <a:lnTo>
                  <a:pt x="282" y="714"/>
                </a:lnTo>
                <a:lnTo>
                  <a:pt x="282" y="714"/>
                </a:lnTo>
                <a:lnTo>
                  <a:pt x="282" y="714"/>
                </a:lnTo>
                <a:lnTo>
                  <a:pt x="282" y="714"/>
                </a:lnTo>
                <a:lnTo>
                  <a:pt x="281" y="714"/>
                </a:lnTo>
                <a:lnTo>
                  <a:pt x="281" y="714"/>
                </a:lnTo>
                <a:lnTo>
                  <a:pt x="281" y="714"/>
                </a:lnTo>
                <a:lnTo>
                  <a:pt x="281" y="714"/>
                </a:lnTo>
                <a:lnTo>
                  <a:pt x="280" y="714"/>
                </a:lnTo>
                <a:lnTo>
                  <a:pt x="280" y="714"/>
                </a:lnTo>
                <a:lnTo>
                  <a:pt x="280" y="714"/>
                </a:lnTo>
                <a:lnTo>
                  <a:pt x="280" y="714"/>
                </a:lnTo>
                <a:lnTo>
                  <a:pt x="280" y="714"/>
                </a:lnTo>
                <a:lnTo>
                  <a:pt x="279" y="714"/>
                </a:lnTo>
                <a:lnTo>
                  <a:pt x="279" y="714"/>
                </a:lnTo>
                <a:lnTo>
                  <a:pt x="279" y="714"/>
                </a:lnTo>
                <a:lnTo>
                  <a:pt x="279" y="714"/>
                </a:lnTo>
                <a:lnTo>
                  <a:pt x="279" y="714"/>
                </a:lnTo>
                <a:lnTo>
                  <a:pt x="277" y="714"/>
                </a:lnTo>
                <a:lnTo>
                  <a:pt x="277" y="714"/>
                </a:lnTo>
                <a:lnTo>
                  <a:pt x="277" y="714"/>
                </a:lnTo>
                <a:lnTo>
                  <a:pt x="277" y="714"/>
                </a:lnTo>
                <a:lnTo>
                  <a:pt x="276" y="714"/>
                </a:lnTo>
                <a:lnTo>
                  <a:pt x="276" y="714"/>
                </a:lnTo>
                <a:lnTo>
                  <a:pt x="276" y="714"/>
                </a:lnTo>
                <a:lnTo>
                  <a:pt x="276" y="714"/>
                </a:lnTo>
                <a:lnTo>
                  <a:pt x="276" y="714"/>
                </a:lnTo>
                <a:lnTo>
                  <a:pt x="275" y="714"/>
                </a:lnTo>
                <a:lnTo>
                  <a:pt x="275" y="714"/>
                </a:lnTo>
                <a:lnTo>
                  <a:pt x="275" y="714"/>
                </a:lnTo>
                <a:lnTo>
                  <a:pt x="275" y="714"/>
                </a:lnTo>
                <a:lnTo>
                  <a:pt x="275" y="714"/>
                </a:lnTo>
                <a:lnTo>
                  <a:pt x="274" y="714"/>
                </a:lnTo>
                <a:lnTo>
                  <a:pt x="274" y="714"/>
                </a:lnTo>
                <a:lnTo>
                  <a:pt x="274" y="714"/>
                </a:lnTo>
                <a:lnTo>
                  <a:pt x="274" y="714"/>
                </a:lnTo>
                <a:lnTo>
                  <a:pt x="274" y="714"/>
                </a:lnTo>
                <a:lnTo>
                  <a:pt x="273" y="714"/>
                </a:lnTo>
                <a:lnTo>
                  <a:pt x="273" y="714"/>
                </a:lnTo>
                <a:lnTo>
                  <a:pt x="273" y="714"/>
                </a:lnTo>
                <a:lnTo>
                  <a:pt x="273" y="714"/>
                </a:lnTo>
                <a:lnTo>
                  <a:pt x="272" y="714"/>
                </a:lnTo>
                <a:lnTo>
                  <a:pt x="272" y="714"/>
                </a:lnTo>
                <a:lnTo>
                  <a:pt x="272" y="714"/>
                </a:lnTo>
                <a:lnTo>
                  <a:pt x="272" y="714"/>
                </a:lnTo>
                <a:lnTo>
                  <a:pt x="272" y="714"/>
                </a:lnTo>
                <a:lnTo>
                  <a:pt x="271" y="713"/>
                </a:lnTo>
                <a:lnTo>
                  <a:pt x="271" y="713"/>
                </a:lnTo>
                <a:lnTo>
                  <a:pt x="271" y="713"/>
                </a:lnTo>
                <a:lnTo>
                  <a:pt x="271" y="713"/>
                </a:lnTo>
                <a:lnTo>
                  <a:pt x="271" y="713"/>
                </a:lnTo>
                <a:lnTo>
                  <a:pt x="270" y="713"/>
                </a:lnTo>
                <a:lnTo>
                  <a:pt x="270" y="713"/>
                </a:lnTo>
                <a:lnTo>
                  <a:pt x="270" y="713"/>
                </a:lnTo>
                <a:lnTo>
                  <a:pt x="270" y="713"/>
                </a:lnTo>
                <a:lnTo>
                  <a:pt x="270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7" y="713"/>
                </a:lnTo>
                <a:lnTo>
                  <a:pt x="267" y="712"/>
                </a:lnTo>
                <a:lnTo>
                  <a:pt x="267" y="712"/>
                </a:lnTo>
                <a:lnTo>
                  <a:pt x="267" y="712"/>
                </a:lnTo>
                <a:lnTo>
                  <a:pt x="267" y="712"/>
                </a:lnTo>
                <a:lnTo>
                  <a:pt x="266" y="712"/>
                </a:lnTo>
                <a:lnTo>
                  <a:pt x="266" y="712"/>
                </a:lnTo>
                <a:lnTo>
                  <a:pt x="266" y="712"/>
                </a:lnTo>
                <a:lnTo>
                  <a:pt x="266" y="712"/>
                </a:lnTo>
                <a:lnTo>
                  <a:pt x="266" y="712"/>
                </a:lnTo>
                <a:lnTo>
                  <a:pt x="265" y="712"/>
                </a:lnTo>
                <a:lnTo>
                  <a:pt x="265" y="712"/>
                </a:lnTo>
                <a:lnTo>
                  <a:pt x="265" y="712"/>
                </a:lnTo>
                <a:lnTo>
                  <a:pt x="265" y="712"/>
                </a:lnTo>
                <a:lnTo>
                  <a:pt x="265" y="712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3" y="711"/>
                </a:lnTo>
                <a:lnTo>
                  <a:pt x="263" y="711"/>
                </a:lnTo>
                <a:lnTo>
                  <a:pt x="263" y="711"/>
                </a:lnTo>
                <a:lnTo>
                  <a:pt x="263" y="711"/>
                </a:lnTo>
                <a:lnTo>
                  <a:pt x="263" y="711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1" y="710"/>
                </a:lnTo>
                <a:lnTo>
                  <a:pt x="261" y="710"/>
                </a:lnTo>
                <a:lnTo>
                  <a:pt x="261" y="710"/>
                </a:lnTo>
                <a:lnTo>
                  <a:pt x="261" y="710"/>
                </a:lnTo>
                <a:lnTo>
                  <a:pt x="261" y="709"/>
                </a:lnTo>
                <a:lnTo>
                  <a:pt x="261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8" y="709"/>
                </a:lnTo>
                <a:lnTo>
                  <a:pt x="258" y="708"/>
                </a:lnTo>
                <a:lnTo>
                  <a:pt x="258" y="708"/>
                </a:lnTo>
                <a:lnTo>
                  <a:pt x="258" y="708"/>
                </a:lnTo>
                <a:lnTo>
                  <a:pt x="258" y="708"/>
                </a:lnTo>
                <a:lnTo>
                  <a:pt x="258" y="708"/>
                </a:lnTo>
                <a:lnTo>
                  <a:pt x="257" y="708"/>
                </a:lnTo>
                <a:lnTo>
                  <a:pt x="257" y="708"/>
                </a:lnTo>
                <a:lnTo>
                  <a:pt x="257" y="708"/>
                </a:lnTo>
                <a:lnTo>
                  <a:pt x="257" y="708"/>
                </a:lnTo>
                <a:lnTo>
                  <a:pt x="257" y="706"/>
                </a:lnTo>
                <a:lnTo>
                  <a:pt x="257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3" y="704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0"/>
                </a:lnTo>
                <a:lnTo>
                  <a:pt x="250" y="700"/>
                </a:lnTo>
                <a:lnTo>
                  <a:pt x="249" y="700"/>
                </a:lnTo>
                <a:lnTo>
                  <a:pt x="249" y="700"/>
                </a:lnTo>
                <a:lnTo>
                  <a:pt x="249" y="700"/>
                </a:lnTo>
                <a:lnTo>
                  <a:pt x="249" y="700"/>
                </a:lnTo>
                <a:lnTo>
                  <a:pt x="249" y="699"/>
                </a:lnTo>
                <a:lnTo>
                  <a:pt x="249" y="699"/>
                </a:lnTo>
                <a:lnTo>
                  <a:pt x="249" y="699"/>
                </a:lnTo>
                <a:lnTo>
                  <a:pt x="249" y="699"/>
                </a:lnTo>
                <a:lnTo>
                  <a:pt x="248" y="699"/>
                </a:lnTo>
                <a:lnTo>
                  <a:pt x="248" y="699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5"/>
                </a:lnTo>
                <a:lnTo>
                  <a:pt x="247" y="695"/>
                </a:lnTo>
                <a:lnTo>
                  <a:pt x="247" y="695"/>
                </a:lnTo>
                <a:lnTo>
                  <a:pt x="247" y="695"/>
                </a:lnTo>
                <a:lnTo>
                  <a:pt x="247" y="695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3"/>
                </a:lnTo>
                <a:lnTo>
                  <a:pt x="246" y="693"/>
                </a:lnTo>
                <a:lnTo>
                  <a:pt x="246" y="693"/>
                </a:lnTo>
                <a:lnTo>
                  <a:pt x="246" y="693"/>
                </a:lnTo>
                <a:lnTo>
                  <a:pt x="246" y="693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1"/>
                </a:lnTo>
                <a:lnTo>
                  <a:pt x="245" y="691"/>
                </a:lnTo>
                <a:lnTo>
                  <a:pt x="245" y="691"/>
                </a:lnTo>
                <a:lnTo>
                  <a:pt x="245" y="691"/>
                </a:lnTo>
                <a:lnTo>
                  <a:pt x="245" y="691"/>
                </a:lnTo>
                <a:lnTo>
                  <a:pt x="245" y="690"/>
                </a:lnTo>
                <a:lnTo>
                  <a:pt x="245" y="690"/>
                </a:lnTo>
                <a:lnTo>
                  <a:pt x="245" y="690"/>
                </a:lnTo>
                <a:lnTo>
                  <a:pt x="244" y="690"/>
                </a:lnTo>
                <a:lnTo>
                  <a:pt x="244" y="690"/>
                </a:lnTo>
                <a:lnTo>
                  <a:pt x="244" y="688"/>
                </a:lnTo>
                <a:lnTo>
                  <a:pt x="244" y="688"/>
                </a:lnTo>
                <a:lnTo>
                  <a:pt x="244" y="688"/>
                </a:lnTo>
                <a:lnTo>
                  <a:pt x="244" y="688"/>
                </a:lnTo>
                <a:lnTo>
                  <a:pt x="244" y="688"/>
                </a:lnTo>
                <a:lnTo>
                  <a:pt x="244" y="687"/>
                </a:lnTo>
                <a:lnTo>
                  <a:pt x="244" y="687"/>
                </a:lnTo>
                <a:lnTo>
                  <a:pt x="244" y="687"/>
                </a:lnTo>
                <a:lnTo>
                  <a:pt x="244" y="687"/>
                </a:lnTo>
                <a:lnTo>
                  <a:pt x="244" y="687"/>
                </a:lnTo>
                <a:lnTo>
                  <a:pt x="244" y="686"/>
                </a:lnTo>
                <a:lnTo>
                  <a:pt x="244" y="686"/>
                </a:lnTo>
                <a:lnTo>
                  <a:pt x="244" y="686"/>
                </a:lnTo>
                <a:lnTo>
                  <a:pt x="244" y="686"/>
                </a:lnTo>
                <a:lnTo>
                  <a:pt x="244" y="686"/>
                </a:lnTo>
                <a:lnTo>
                  <a:pt x="243" y="685"/>
                </a:lnTo>
                <a:lnTo>
                  <a:pt x="243" y="685"/>
                </a:lnTo>
                <a:lnTo>
                  <a:pt x="243" y="685"/>
                </a:lnTo>
                <a:lnTo>
                  <a:pt x="243" y="685"/>
                </a:lnTo>
                <a:lnTo>
                  <a:pt x="243" y="685"/>
                </a:lnTo>
                <a:lnTo>
                  <a:pt x="243" y="684"/>
                </a:lnTo>
                <a:lnTo>
                  <a:pt x="243" y="684"/>
                </a:lnTo>
                <a:lnTo>
                  <a:pt x="243" y="684"/>
                </a:lnTo>
                <a:lnTo>
                  <a:pt x="243" y="684"/>
                </a:lnTo>
                <a:lnTo>
                  <a:pt x="243" y="684"/>
                </a:lnTo>
                <a:lnTo>
                  <a:pt x="243" y="683"/>
                </a:lnTo>
                <a:lnTo>
                  <a:pt x="243" y="683"/>
                </a:lnTo>
                <a:lnTo>
                  <a:pt x="243" y="683"/>
                </a:lnTo>
                <a:lnTo>
                  <a:pt x="243" y="683"/>
                </a:lnTo>
                <a:lnTo>
                  <a:pt x="243" y="683"/>
                </a:lnTo>
                <a:lnTo>
                  <a:pt x="243" y="682"/>
                </a:lnTo>
                <a:lnTo>
                  <a:pt x="243" y="682"/>
                </a:lnTo>
                <a:lnTo>
                  <a:pt x="243" y="682"/>
                </a:lnTo>
                <a:lnTo>
                  <a:pt x="243" y="682"/>
                </a:lnTo>
                <a:lnTo>
                  <a:pt x="243" y="682"/>
                </a:lnTo>
                <a:lnTo>
                  <a:pt x="243" y="681"/>
                </a:lnTo>
                <a:lnTo>
                  <a:pt x="243" y="681"/>
                </a:lnTo>
                <a:lnTo>
                  <a:pt x="243" y="681"/>
                </a:lnTo>
                <a:lnTo>
                  <a:pt x="243" y="681"/>
                </a:lnTo>
                <a:lnTo>
                  <a:pt x="243" y="679"/>
                </a:lnTo>
                <a:lnTo>
                  <a:pt x="243" y="679"/>
                </a:lnTo>
                <a:lnTo>
                  <a:pt x="243" y="679"/>
                </a:lnTo>
                <a:lnTo>
                  <a:pt x="243" y="679"/>
                </a:lnTo>
                <a:lnTo>
                  <a:pt x="243" y="679"/>
                </a:lnTo>
                <a:lnTo>
                  <a:pt x="243" y="678"/>
                </a:lnTo>
                <a:lnTo>
                  <a:pt x="243" y="678"/>
                </a:lnTo>
                <a:lnTo>
                  <a:pt x="243" y="678"/>
                </a:lnTo>
                <a:lnTo>
                  <a:pt x="243" y="678"/>
                </a:lnTo>
                <a:lnTo>
                  <a:pt x="243" y="678"/>
                </a:lnTo>
                <a:lnTo>
                  <a:pt x="243" y="677"/>
                </a:lnTo>
                <a:lnTo>
                  <a:pt x="243" y="677"/>
                </a:lnTo>
                <a:lnTo>
                  <a:pt x="243" y="677"/>
                </a:lnTo>
                <a:lnTo>
                  <a:pt x="243" y="677"/>
                </a:lnTo>
                <a:lnTo>
                  <a:pt x="243" y="676"/>
                </a:lnTo>
                <a:lnTo>
                  <a:pt x="243" y="676"/>
                </a:lnTo>
                <a:lnTo>
                  <a:pt x="243" y="676"/>
                </a:lnTo>
                <a:lnTo>
                  <a:pt x="243" y="676"/>
                </a:lnTo>
                <a:lnTo>
                  <a:pt x="243" y="676"/>
                </a:lnTo>
                <a:lnTo>
                  <a:pt x="243" y="675"/>
                </a:lnTo>
                <a:lnTo>
                  <a:pt x="243" y="675"/>
                </a:lnTo>
                <a:lnTo>
                  <a:pt x="243" y="675"/>
                </a:lnTo>
                <a:lnTo>
                  <a:pt x="243" y="675"/>
                </a:lnTo>
                <a:lnTo>
                  <a:pt x="243" y="675"/>
                </a:lnTo>
                <a:lnTo>
                  <a:pt x="243" y="674"/>
                </a:lnTo>
                <a:lnTo>
                  <a:pt x="243" y="674"/>
                </a:lnTo>
                <a:lnTo>
                  <a:pt x="243" y="674"/>
                </a:lnTo>
                <a:lnTo>
                  <a:pt x="243" y="674"/>
                </a:lnTo>
                <a:lnTo>
                  <a:pt x="243" y="674"/>
                </a:lnTo>
                <a:lnTo>
                  <a:pt x="243" y="673"/>
                </a:lnTo>
                <a:lnTo>
                  <a:pt x="243" y="673"/>
                </a:lnTo>
                <a:lnTo>
                  <a:pt x="243" y="673"/>
                </a:lnTo>
                <a:lnTo>
                  <a:pt x="243" y="673"/>
                </a:lnTo>
                <a:lnTo>
                  <a:pt x="243" y="671"/>
                </a:lnTo>
                <a:lnTo>
                  <a:pt x="243" y="671"/>
                </a:lnTo>
                <a:lnTo>
                  <a:pt x="243" y="671"/>
                </a:lnTo>
                <a:lnTo>
                  <a:pt x="243" y="671"/>
                </a:lnTo>
                <a:lnTo>
                  <a:pt x="243" y="671"/>
                </a:lnTo>
                <a:lnTo>
                  <a:pt x="243" y="670"/>
                </a:lnTo>
                <a:lnTo>
                  <a:pt x="243" y="670"/>
                </a:lnTo>
                <a:lnTo>
                  <a:pt x="243" y="670"/>
                </a:lnTo>
                <a:lnTo>
                  <a:pt x="243" y="670"/>
                </a:lnTo>
                <a:lnTo>
                  <a:pt x="243" y="670"/>
                </a:lnTo>
                <a:lnTo>
                  <a:pt x="243" y="669"/>
                </a:lnTo>
                <a:lnTo>
                  <a:pt x="243" y="669"/>
                </a:lnTo>
                <a:lnTo>
                  <a:pt x="243" y="669"/>
                </a:lnTo>
                <a:lnTo>
                  <a:pt x="243" y="669"/>
                </a:lnTo>
                <a:lnTo>
                  <a:pt x="243" y="669"/>
                </a:lnTo>
                <a:lnTo>
                  <a:pt x="243" y="668"/>
                </a:lnTo>
                <a:lnTo>
                  <a:pt x="244" y="668"/>
                </a:lnTo>
                <a:lnTo>
                  <a:pt x="244" y="668"/>
                </a:lnTo>
                <a:lnTo>
                  <a:pt x="244" y="668"/>
                </a:lnTo>
                <a:lnTo>
                  <a:pt x="244" y="668"/>
                </a:lnTo>
                <a:lnTo>
                  <a:pt x="244" y="667"/>
                </a:lnTo>
                <a:lnTo>
                  <a:pt x="244" y="667"/>
                </a:lnTo>
                <a:lnTo>
                  <a:pt x="244" y="667"/>
                </a:lnTo>
                <a:lnTo>
                  <a:pt x="244" y="667"/>
                </a:lnTo>
                <a:lnTo>
                  <a:pt x="244" y="667"/>
                </a:lnTo>
                <a:lnTo>
                  <a:pt x="244" y="666"/>
                </a:lnTo>
                <a:lnTo>
                  <a:pt x="244" y="666"/>
                </a:lnTo>
                <a:lnTo>
                  <a:pt x="244" y="666"/>
                </a:lnTo>
                <a:lnTo>
                  <a:pt x="244" y="666"/>
                </a:lnTo>
                <a:lnTo>
                  <a:pt x="244" y="666"/>
                </a:lnTo>
                <a:lnTo>
                  <a:pt x="244" y="665"/>
                </a:lnTo>
                <a:lnTo>
                  <a:pt x="244" y="665"/>
                </a:lnTo>
                <a:lnTo>
                  <a:pt x="244" y="665"/>
                </a:lnTo>
                <a:lnTo>
                  <a:pt x="245" y="665"/>
                </a:lnTo>
                <a:lnTo>
                  <a:pt x="245" y="665"/>
                </a:lnTo>
                <a:lnTo>
                  <a:pt x="245" y="664"/>
                </a:lnTo>
                <a:lnTo>
                  <a:pt x="245" y="664"/>
                </a:lnTo>
                <a:lnTo>
                  <a:pt x="245" y="664"/>
                </a:lnTo>
                <a:lnTo>
                  <a:pt x="245" y="664"/>
                </a:lnTo>
                <a:lnTo>
                  <a:pt x="245" y="664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1"/>
                </a:lnTo>
                <a:lnTo>
                  <a:pt x="246" y="661"/>
                </a:lnTo>
                <a:lnTo>
                  <a:pt x="246" y="661"/>
                </a:lnTo>
                <a:lnTo>
                  <a:pt x="246" y="661"/>
                </a:lnTo>
                <a:lnTo>
                  <a:pt x="246" y="661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59"/>
                </a:lnTo>
                <a:lnTo>
                  <a:pt x="247" y="659"/>
                </a:lnTo>
                <a:lnTo>
                  <a:pt x="247" y="659"/>
                </a:lnTo>
                <a:lnTo>
                  <a:pt x="247" y="659"/>
                </a:lnTo>
                <a:lnTo>
                  <a:pt x="247" y="659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6"/>
                </a:lnTo>
                <a:lnTo>
                  <a:pt x="248" y="656"/>
                </a:lnTo>
                <a:lnTo>
                  <a:pt x="248" y="656"/>
                </a:lnTo>
                <a:lnTo>
                  <a:pt x="249" y="656"/>
                </a:lnTo>
                <a:lnTo>
                  <a:pt x="249" y="656"/>
                </a:lnTo>
                <a:lnTo>
                  <a:pt x="249" y="656"/>
                </a:lnTo>
                <a:lnTo>
                  <a:pt x="249" y="655"/>
                </a:lnTo>
                <a:lnTo>
                  <a:pt x="249" y="655"/>
                </a:lnTo>
                <a:lnTo>
                  <a:pt x="249" y="655"/>
                </a:lnTo>
                <a:lnTo>
                  <a:pt x="249" y="655"/>
                </a:lnTo>
                <a:lnTo>
                  <a:pt x="249" y="655"/>
                </a:lnTo>
                <a:lnTo>
                  <a:pt x="250" y="655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1"/>
                </a:lnTo>
                <a:lnTo>
                  <a:pt x="252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0"/>
                </a:lnTo>
                <a:lnTo>
                  <a:pt x="253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49"/>
                </a:lnTo>
                <a:lnTo>
                  <a:pt x="254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7" y="648"/>
                </a:lnTo>
                <a:lnTo>
                  <a:pt x="257" y="647"/>
                </a:lnTo>
                <a:lnTo>
                  <a:pt x="257" y="647"/>
                </a:lnTo>
                <a:lnTo>
                  <a:pt x="257" y="647"/>
                </a:lnTo>
                <a:lnTo>
                  <a:pt x="257" y="647"/>
                </a:lnTo>
                <a:lnTo>
                  <a:pt x="257" y="647"/>
                </a:lnTo>
                <a:lnTo>
                  <a:pt x="258" y="647"/>
                </a:lnTo>
                <a:lnTo>
                  <a:pt x="258" y="647"/>
                </a:lnTo>
                <a:lnTo>
                  <a:pt x="258" y="647"/>
                </a:lnTo>
                <a:lnTo>
                  <a:pt x="258" y="646"/>
                </a:lnTo>
                <a:lnTo>
                  <a:pt x="258" y="646"/>
                </a:lnTo>
                <a:lnTo>
                  <a:pt x="258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2" y="644"/>
                </a:lnTo>
                <a:lnTo>
                  <a:pt x="262" y="644"/>
                </a:lnTo>
                <a:lnTo>
                  <a:pt x="262" y="644"/>
                </a:lnTo>
                <a:lnTo>
                  <a:pt x="262" y="644"/>
                </a:lnTo>
                <a:lnTo>
                  <a:pt x="262" y="643"/>
                </a:lnTo>
                <a:lnTo>
                  <a:pt x="262" y="643"/>
                </a:lnTo>
                <a:lnTo>
                  <a:pt x="263" y="643"/>
                </a:lnTo>
                <a:lnTo>
                  <a:pt x="263" y="643"/>
                </a:lnTo>
                <a:lnTo>
                  <a:pt x="263" y="643"/>
                </a:lnTo>
                <a:lnTo>
                  <a:pt x="263" y="643"/>
                </a:lnTo>
                <a:lnTo>
                  <a:pt x="263" y="643"/>
                </a:lnTo>
                <a:lnTo>
                  <a:pt x="264" y="643"/>
                </a:lnTo>
                <a:lnTo>
                  <a:pt x="264" y="643"/>
                </a:lnTo>
                <a:lnTo>
                  <a:pt x="264" y="643"/>
                </a:lnTo>
                <a:lnTo>
                  <a:pt x="264" y="643"/>
                </a:lnTo>
                <a:lnTo>
                  <a:pt x="264" y="642"/>
                </a:lnTo>
                <a:lnTo>
                  <a:pt x="264" y="642"/>
                </a:lnTo>
                <a:lnTo>
                  <a:pt x="265" y="642"/>
                </a:lnTo>
                <a:lnTo>
                  <a:pt x="265" y="642"/>
                </a:lnTo>
                <a:lnTo>
                  <a:pt x="265" y="642"/>
                </a:lnTo>
                <a:lnTo>
                  <a:pt x="265" y="642"/>
                </a:lnTo>
                <a:lnTo>
                  <a:pt x="265" y="642"/>
                </a:lnTo>
                <a:lnTo>
                  <a:pt x="266" y="642"/>
                </a:lnTo>
                <a:lnTo>
                  <a:pt x="266" y="642"/>
                </a:lnTo>
                <a:lnTo>
                  <a:pt x="266" y="642"/>
                </a:lnTo>
                <a:lnTo>
                  <a:pt x="266" y="642"/>
                </a:lnTo>
                <a:lnTo>
                  <a:pt x="266" y="642"/>
                </a:lnTo>
                <a:lnTo>
                  <a:pt x="267" y="642"/>
                </a:lnTo>
                <a:lnTo>
                  <a:pt x="267" y="641"/>
                </a:lnTo>
                <a:lnTo>
                  <a:pt x="267" y="641"/>
                </a:lnTo>
                <a:lnTo>
                  <a:pt x="267" y="641"/>
                </a:lnTo>
                <a:lnTo>
                  <a:pt x="267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70" y="641"/>
                </a:lnTo>
                <a:lnTo>
                  <a:pt x="270" y="641"/>
                </a:lnTo>
                <a:lnTo>
                  <a:pt x="270" y="641"/>
                </a:lnTo>
                <a:lnTo>
                  <a:pt x="270" y="641"/>
                </a:lnTo>
                <a:lnTo>
                  <a:pt x="270" y="641"/>
                </a:lnTo>
                <a:lnTo>
                  <a:pt x="271" y="641"/>
                </a:lnTo>
                <a:lnTo>
                  <a:pt x="271" y="641"/>
                </a:lnTo>
                <a:lnTo>
                  <a:pt x="271" y="640"/>
                </a:lnTo>
                <a:lnTo>
                  <a:pt x="271" y="640"/>
                </a:lnTo>
                <a:lnTo>
                  <a:pt x="271" y="640"/>
                </a:lnTo>
                <a:lnTo>
                  <a:pt x="272" y="640"/>
                </a:lnTo>
                <a:lnTo>
                  <a:pt x="272" y="640"/>
                </a:lnTo>
                <a:lnTo>
                  <a:pt x="272" y="640"/>
                </a:lnTo>
                <a:lnTo>
                  <a:pt x="272" y="640"/>
                </a:lnTo>
                <a:lnTo>
                  <a:pt x="272" y="640"/>
                </a:lnTo>
                <a:lnTo>
                  <a:pt x="273" y="640"/>
                </a:lnTo>
                <a:lnTo>
                  <a:pt x="273" y="640"/>
                </a:lnTo>
                <a:lnTo>
                  <a:pt x="273" y="640"/>
                </a:lnTo>
                <a:lnTo>
                  <a:pt x="273" y="640"/>
                </a:lnTo>
                <a:lnTo>
                  <a:pt x="274" y="640"/>
                </a:lnTo>
                <a:lnTo>
                  <a:pt x="274" y="640"/>
                </a:lnTo>
                <a:lnTo>
                  <a:pt x="274" y="640"/>
                </a:lnTo>
                <a:lnTo>
                  <a:pt x="274" y="640"/>
                </a:lnTo>
                <a:lnTo>
                  <a:pt x="274" y="640"/>
                </a:lnTo>
                <a:lnTo>
                  <a:pt x="275" y="640"/>
                </a:lnTo>
                <a:lnTo>
                  <a:pt x="275" y="640"/>
                </a:lnTo>
                <a:lnTo>
                  <a:pt x="275" y="640"/>
                </a:lnTo>
                <a:lnTo>
                  <a:pt x="275" y="640"/>
                </a:lnTo>
                <a:lnTo>
                  <a:pt x="275" y="640"/>
                </a:lnTo>
                <a:lnTo>
                  <a:pt x="276" y="640"/>
                </a:lnTo>
                <a:lnTo>
                  <a:pt x="276" y="640"/>
                </a:lnTo>
                <a:lnTo>
                  <a:pt x="276" y="640"/>
                </a:lnTo>
                <a:lnTo>
                  <a:pt x="276" y="640"/>
                </a:lnTo>
                <a:lnTo>
                  <a:pt x="276" y="640"/>
                </a:lnTo>
                <a:lnTo>
                  <a:pt x="277" y="640"/>
                </a:lnTo>
                <a:lnTo>
                  <a:pt x="277" y="640"/>
                </a:lnTo>
                <a:lnTo>
                  <a:pt x="277" y="640"/>
                </a:lnTo>
                <a:lnTo>
                  <a:pt x="277" y="640"/>
                </a:lnTo>
                <a:lnTo>
                  <a:pt x="279" y="640"/>
                </a:lnTo>
                <a:lnTo>
                  <a:pt x="279" y="640"/>
                </a:lnTo>
                <a:lnTo>
                  <a:pt x="279" y="640"/>
                </a:lnTo>
                <a:lnTo>
                  <a:pt x="279" y="640"/>
                </a:lnTo>
                <a:lnTo>
                  <a:pt x="279" y="640"/>
                </a:lnTo>
                <a:lnTo>
                  <a:pt x="280" y="640"/>
                </a:lnTo>
                <a:lnTo>
                  <a:pt x="280" y="640"/>
                </a:lnTo>
                <a:lnTo>
                  <a:pt x="280" y="640"/>
                </a:lnTo>
                <a:lnTo>
                  <a:pt x="280" y="640"/>
                </a:lnTo>
                <a:close/>
                <a:moveTo>
                  <a:pt x="284" y="637"/>
                </a:moveTo>
                <a:lnTo>
                  <a:pt x="276" y="637"/>
                </a:lnTo>
                <a:lnTo>
                  <a:pt x="276" y="621"/>
                </a:lnTo>
                <a:lnTo>
                  <a:pt x="284" y="621"/>
                </a:lnTo>
                <a:lnTo>
                  <a:pt x="284" y="637"/>
                </a:lnTo>
                <a:lnTo>
                  <a:pt x="284" y="637"/>
                </a:lnTo>
                <a:close/>
                <a:moveTo>
                  <a:pt x="284" y="589"/>
                </a:moveTo>
                <a:lnTo>
                  <a:pt x="276" y="589"/>
                </a:lnTo>
                <a:lnTo>
                  <a:pt x="276" y="574"/>
                </a:lnTo>
                <a:lnTo>
                  <a:pt x="284" y="574"/>
                </a:lnTo>
                <a:lnTo>
                  <a:pt x="284" y="589"/>
                </a:lnTo>
                <a:lnTo>
                  <a:pt x="284" y="589"/>
                </a:lnTo>
                <a:close/>
                <a:moveTo>
                  <a:pt x="284" y="543"/>
                </a:moveTo>
                <a:lnTo>
                  <a:pt x="282" y="543"/>
                </a:lnTo>
                <a:lnTo>
                  <a:pt x="280" y="544"/>
                </a:lnTo>
                <a:lnTo>
                  <a:pt x="266" y="544"/>
                </a:lnTo>
                <a:lnTo>
                  <a:pt x="266" y="537"/>
                </a:lnTo>
                <a:lnTo>
                  <a:pt x="280" y="537"/>
                </a:lnTo>
                <a:lnTo>
                  <a:pt x="284" y="537"/>
                </a:lnTo>
                <a:lnTo>
                  <a:pt x="284" y="541"/>
                </a:lnTo>
                <a:lnTo>
                  <a:pt x="284" y="543"/>
                </a:lnTo>
                <a:lnTo>
                  <a:pt x="284" y="543"/>
                </a:lnTo>
                <a:close/>
                <a:moveTo>
                  <a:pt x="235" y="537"/>
                </a:moveTo>
                <a:lnTo>
                  <a:pt x="235" y="544"/>
                </a:lnTo>
                <a:lnTo>
                  <a:pt x="219" y="544"/>
                </a:lnTo>
                <a:lnTo>
                  <a:pt x="219" y="537"/>
                </a:lnTo>
                <a:lnTo>
                  <a:pt x="235" y="537"/>
                </a:lnTo>
                <a:lnTo>
                  <a:pt x="235" y="537"/>
                </a:lnTo>
                <a:close/>
                <a:moveTo>
                  <a:pt x="187" y="537"/>
                </a:moveTo>
                <a:lnTo>
                  <a:pt x="187" y="544"/>
                </a:lnTo>
                <a:lnTo>
                  <a:pt x="172" y="544"/>
                </a:lnTo>
                <a:lnTo>
                  <a:pt x="172" y="537"/>
                </a:lnTo>
                <a:lnTo>
                  <a:pt x="187" y="537"/>
                </a:lnTo>
                <a:lnTo>
                  <a:pt x="187" y="537"/>
                </a:lnTo>
                <a:close/>
                <a:moveTo>
                  <a:pt x="140" y="537"/>
                </a:moveTo>
                <a:lnTo>
                  <a:pt x="140" y="544"/>
                </a:lnTo>
                <a:lnTo>
                  <a:pt x="124" y="544"/>
                </a:lnTo>
                <a:lnTo>
                  <a:pt x="124" y="537"/>
                </a:lnTo>
                <a:lnTo>
                  <a:pt x="140" y="537"/>
                </a:lnTo>
                <a:lnTo>
                  <a:pt x="140" y="537"/>
                </a:lnTo>
                <a:close/>
                <a:moveTo>
                  <a:pt x="93" y="537"/>
                </a:moveTo>
                <a:lnTo>
                  <a:pt x="93" y="544"/>
                </a:lnTo>
                <a:lnTo>
                  <a:pt x="77" y="544"/>
                </a:lnTo>
                <a:lnTo>
                  <a:pt x="77" y="537"/>
                </a:lnTo>
                <a:lnTo>
                  <a:pt x="93" y="537"/>
                </a:lnTo>
                <a:lnTo>
                  <a:pt x="93" y="537"/>
                </a:lnTo>
                <a:close/>
                <a:moveTo>
                  <a:pt x="46" y="537"/>
                </a:moveTo>
                <a:lnTo>
                  <a:pt x="46" y="544"/>
                </a:lnTo>
                <a:lnTo>
                  <a:pt x="30" y="544"/>
                </a:lnTo>
                <a:lnTo>
                  <a:pt x="30" y="537"/>
                </a:lnTo>
                <a:lnTo>
                  <a:pt x="46" y="537"/>
                </a:lnTo>
                <a:lnTo>
                  <a:pt x="46" y="537"/>
                </a:lnTo>
                <a:close/>
                <a:moveTo>
                  <a:pt x="8" y="535"/>
                </a:moveTo>
                <a:lnTo>
                  <a:pt x="0" y="535"/>
                </a:lnTo>
                <a:lnTo>
                  <a:pt x="0" y="519"/>
                </a:lnTo>
                <a:lnTo>
                  <a:pt x="8" y="519"/>
                </a:lnTo>
                <a:lnTo>
                  <a:pt x="8" y="535"/>
                </a:lnTo>
                <a:lnTo>
                  <a:pt x="8" y="535"/>
                </a:lnTo>
                <a:close/>
                <a:moveTo>
                  <a:pt x="8" y="488"/>
                </a:moveTo>
                <a:lnTo>
                  <a:pt x="0" y="488"/>
                </a:lnTo>
                <a:lnTo>
                  <a:pt x="0" y="472"/>
                </a:lnTo>
                <a:lnTo>
                  <a:pt x="8" y="472"/>
                </a:lnTo>
                <a:lnTo>
                  <a:pt x="8" y="488"/>
                </a:lnTo>
                <a:lnTo>
                  <a:pt x="8" y="488"/>
                </a:lnTo>
                <a:close/>
                <a:moveTo>
                  <a:pt x="8" y="441"/>
                </a:moveTo>
                <a:lnTo>
                  <a:pt x="0" y="441"/>
                </a:lnTo>
                <a:lnTo>
                  <a:pt x="0" y="425"/>
                </a:lnTo>
                <a:lnTo>
                  <a:pt x="8" y="425"/>
                </a:lnTo>
                <a:lnTo>
                  <a:pt x="8" y="441"/>
                </a:lnTo>
                <a:lnTo>
                  <a:pt x="8" y="441"/>
                </a:lnTo>
                <a:close/>
                <a:moveTo>
                  <a:pt x="8" y="393"/>
                </a:moveTo>
                <a:lnTo>
                  <a:pt x="0" y="393"/>
                </a:lnTo>
                <a:lnTo>
                  <a:pt x="0" y="378"/>
                </a:lnTo>
                <a:lnTo>
                  <a:pt x="8" y="378"/>
                </a:lnTo>
                <a:lnTo>
                  <a:pt x="8" y="393"/>
                </a:lnTo>
                <a:lnTo>
                  <a:pt x="8" y="393"/>
                </a:lnTo>
                <a:close/>
                <a:moveTo>
                  <a:pt x="8" y="346"/>
                </a:moveTo>
                <a:lnTo>
                  <a:pt x="0" y="346"/>
                </a:lnTo>
                <a:lnTo>
                  <a:pt x="0" y="330"/>
                </a:lnTo>
                <a:lnTo>
                  <a:pt x="8" y="330"/>
                </a:lnTo>
                <a:lnTo>
                  <a:pt x="8" y="346"/>
                </a:lnTo>
                <a:lnTo>
                  <a:pt x="8" y="346"/>
                </a:lnTo>
                <a:close/>
                <a:moveTo>
                  <a:pt x="8" y="299"/>
                </a:moveTo>
                <a:lnTo>
                  <a:pt x="0" y="299"/>
                </a:lnTo>
                <a:lnTo>
                  <a:pt x="0" y="283"/>
                </a:lnTo>
                <a:lnTo>
                  <a:pt x="8" y="283"/>
                </a:lnTo>
                <a:lnTo>
                  <a:pt x="8" y="299"/>
                </a:lnTo>
                <a:lnTo>
                  <a:pt x="8" y="299"/>
                </a:lnTo>
                <a:close/>
                <a:moveTo>
                  <a:pt x="8" y="253"/>
                </a:moveTo>
                <a:lnTo>
                  <a:pt x="0" y="253"/>
                </a:lnTo>
                <a:lnTo>
                  <a:pt x="0" y="237"/>
                </a:lnTo>
                <a:lnTo>
                  <a:pt x="8" y="237"/>
                </a:lnTo>
                <a:lnTo>
                  <a:pt x="8" y="253"/>
                </a:lnTo>
                <a:lnTo>
                  <a:pt x="8" y="253"/>
                </a:lnTo>
                <a:close/>
                <a:moveTo>
                  <a:pt x="8" y="205"/>
                </a:moveTo>
                <a:lnTo>
                  <a:pt x="0" y="205"/>
                </a:lnTo>
                <a:lnTo>
                  <a:pt x="0" y="189"/>
                </a:lnTo>
                <a:lnTo>
                  <a:pt x="8" y="189"/>
                </a:lnTo>
                <a:lnTo>
                  <a:pt x="8" y="205"/>
                </a:lnTo>
                <a:lnTo>
                  <a:pt x="8" y="205"/>
                </a:lnTo>
                <a:close/>
                <a:moveTo>
                  <a:pt x="8" y="158"/>
                </a:moveTo>
                <a:lnTo>
                  <a:pt x="0" y="158"/>
                </a:lnTo>
                <a:lnTo>
                  <a:pt x="0" y="142"/>
                </a:lnTo>
                <a:lnTo>
                  <a:pt x="8" y="142"/>
                </a:lnTo>
                <a:lnTo>
                  <a:pt x="8" y="158"/>
                </a:lnTo>
                <a:lnTo>
                  <a:pt x="8" y="158"/>
                </a:lnTo>
                <a:close/>
                <a:moveTo>
                  <a:pt x="8" y="111"/>
                </a:moveTo>
                <a:lnTo>
                  <a:pt x="0" y="111"/>
                </a:lnTo>
                <a:lnTo>
                  <a:pt x="0" y="95"/>
                </a:lnTo>
                <a:lnTo>
                  <a:pt x="8" y="95"/>
                </a:lnTo>
                <a:lnTo>
                  <a:pt x="8" y="111"/>
                </a:lnTo>
                <a:lnTo>
                  <a:pt x="8" y="111"/>
                </a:lnTo>
                <a:close/>
                <a:moveTo>
                  <a:pt x="8" y="63"/>
                </a:moveTo>
                <a:lnTo>
                  <a:pt x="0" y="63"/>
                </a:lnTo>
                <a:lnTo>
                  <a:pt x="0" y="48"/>
                </a:lnTo>
                <a:lnTo>
                  <a:pt x="8" y="48"/>
                </a:lnTo>
                <a:lnTo>
                  <a:pt x="8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77">
            <a:extLst>
              <a:ext uri="{FF2B5EF4-FFF2-40B4-BE49-F238E27FC236}">
                <a16:creationId xmlns:a16="http://schemas.microsoft.com/office/drawing/2014/main" id="{F100D3C2-F52F-DCF3-E52A-64479359AA0F}"/>
              </a:ext>
            </a:extLst>
          </p:cNvPr>
          <p:cNvSpPr>
            <a:spLocks noEditPoints="1"/>
          </p:cNvSpPr>
          <p:nvPr/>
        </p:nvSpPr>
        <p:spPr bwMode="auto">
          <a:xfrm>
            <a:off x="4534346" y="1817688"/>
            <a:ext cx="558800" cy="757237"/>
          </a:xfrm>
          <a:custGeom>
            <a:avLst/>
            <a:gdLst>
              <a:gd name="T0" fmla="*/ 344 w 352"/>
              <a:gd name="T1" fmla="*/ 434 h 477"/>
              <a:gd name="T2" fmla="*/ 342 w 352"/>
              <a:gd name="T3" fmla="*/ 429 h 477"/>
              <a:gd name="T4" fmla="*/ 339 w 352"/>
              <a:gd name="T5" fmla="*/ 423 h 477"/>
              <a:gd name="T6" fmla="*/ 335 w 352"/>
              <a:gd name="T7" fmla="*/ 419 h 477"/>
              <a:gd name="T8" fmla="*/ 330 w 352"/>
              <a:gd name="T9" fmla="*/ 415 h 477"/>
              <a:gd name="T10" fmla="*/ 325 w 352"/>
              <a:gd name="T11" fmla="*/ 412 h 477"/>
              <a:gd name="T12" fmla="*/ 319 w 352"/>
              <a:gd name="T13" fmla="*/ 411 h 477"/>
              <a:gd name="T14" fmla="*/ 312 w 352"/>
              <a:gd name="T15" fmla="*/ 411 h 477"/>
              <a:gd name="T16" fmla="*/ 307 w 352"/>
              <a:gd name="T17" fmla="*/ 412 h 477"/>
              <a:gd name="T18" fmla="*/ 301 w 352"/>
              <a:gd name="T19" fmla="*/ 414 h 477"/>
              <a:gd name="T20" fmla="*/ 295 w 352"/>
              <a:gd name="T21" fmla="*/ 416 h 477"/>
              <a:gd name="T22" fmla="*/ 291 w 352"/>
              <a:gd name="T23" fmla="*/ 421 h 477"/>
              <a:gd name="T24" fmla="*/ 287 w 352"/>
              <a:gd name="T25" fmla="*/ 427 h 477"/>
              <a:gd name="T26" fmla="*/ 285 w 352"/>
              <a:gd name="T27" fmla="*/ 432 h 477"/>
              <a:gd name="T28" fmla="*/ 284 w 352"/>
              <a:gd name="T29" fmla="*/ 438 h 477"/>
              <a:gd name="T30" fmla="*/ 285 w 352"/>
              <a:gd name="T31" fmla="*/ 445 h 477"/>
              <a:gd name="T32" fmla="*/ 286 w 352"/>
              <a:gd name="T33" fmla="*/ 450 h 477"/>
              <a:gd name="T34" fmla="*/ 290 w 352"/>
              <a:gd name="T35" fmla="*/ 456 h 477"/>
              <a:gd name="T36" fmla="*/ 293 w 352"/>
              <a:gd name="T37" fmla="*/ 460 h 477"/>
              <a:gd name="T38" fmla="*/ 298 w 352"/>
              <a:gd name="T39" fmla="*/ 465 h 477"/>
              <a:gd name="T40" fmla="*/ 303 w 352"/>
              <a:gd name="T41" fmla="*/ 467 h 477"/>
              <a:gd name="T42" fmla="*/ 309 w 352"/>
              <a:gd name="T43" fmla="*/ 469 h 477"/>
              <a:gd name="T44" fmla="*/ 316 w 352"/>
              <a:gd name="T45" fmla="*/ 469 h 477"/>
              <a:gd name="T46" fmla="*/ 322 w 352"/>
              <a:gd name="T47" fmla="*/ 468 h 477"/>
              <a:gd name="T48" fmla="*/ 328 w 352"/>
              <a:gd name="T49" fmla="*/ 466 h 477"/>
              <a:gd name="T50" fmla="*/ 333 w 352"/>
              <a:gd name="T51" fmla="*/ 464 h 477"/>
              <a:gd name="T52" fmla="*/ 337 w 352"/>
              <a:gd name="T53" fmla="*/ 459 h 477"/>
              <a:gd name="T54" fmla="*/ 340 w 352"/>
              <a:gd name="T55" fmla="*/ 454 h 477"/>
              <a:gd name="T56" fmla="*/ 343 w 352"/>
              <a:gd name="T57" fmla="*/ 448 h 477"/>
              <a:gd name="T58" fmla="*/ 344 w 352"/>
              <a:gd name="T59" fmla="*/ 442 h 477"/>
              <a:gd name="T60" fmla="*/ 323 w 352"/>
              <a:gd name="T61" fmla="*/ 403 h 477"/>
              <a:gd name="T62" fmla="*/ 330 w 352"/>
              <a:gd name="T63" fmla="*/ 406 h 477"/>
              <a:gd name="T64" fmla="*/ 337 w 352"/>
              <a:gd name="T65" fmla="*/ 410 h 477"/>
              <a:gd name="T66" fmla="*/ 343 w 352"/>
              <a:gd name="T67" fmla="*/ 415 h 477"/>
              <a:gd name="T68" fmla="*/ 347 w 352"/>
              <a:gd name="T69" fmla="*/ 421 h 477"/>
              <a:gd name="T70" fmla="*/ 351 w 352"/>
              <a:gd name="T71" fmla="*/ 429 h 477"/>
              <a:gd name="T72" fmla="*/ 352 w 352"/>
              <a:gd name="T73" fmla="*/ 437 h 477"/>
              <a:gd name="T74" fmla="*/ 352 w 352"/>
              <a:gd name="T75" fmla="*/ 445 h 477"/>
              <a:gd name="T76" fmla="*/ 349 w 352"/>
              <a:gd name="T77" fmla="*/ 453 h 477"/>
              <a:gd name="T78" fmla="*/ 346 w 352"/>
              <a:gd name="T79" fmla="*/ 459 h 477"/>
              <a:gd name="T80" fmla="*/ 342 w 352"/>
              <a:gd name="T81" fmla="*/ 465 h 477"/>
              <a:gd name="T82" fmla="*/ 336 w 352"/>
              <a:gd name="T83" fmla="*/ 471 h 477"/>
              <a:gd name="T84" fmla="*/ 329 w 352"/>
              <a:gd name="T85" fmla="*/ 474 h 477"/>
              <a:gd name="T86" fmla="*/ 322 w 352"/>
              <a:gd name="T87" fmla="*/ 477 h 477"/>
              <a:gd name="T88" fmla="*/ 314 w 352"/>
              <a:gd name="T89" fmla="*/ 477 h 477"/>
              <a:gd name="T90" fmla="*/ 305 w 352"/>
              <a:gd name="T91" fmla="*/ 477 h 477"/>
              <a:gd name="T92" fmla="*/ 299 w 352"/>
              <a:gd name="T93" fmla="*/ 474 h 477"/>
              <a:gd name="T94" fmla="*/ 292 w 352"/>
              <a:gd name="T95" fmla="*/ 471 h 477"/>
              <a:gd name="T96" fmla="*/ 286 w 352"/>
              <a:gd name="T97" fmla="*/ 465 h 477"/>
              <a:gd name="T98" fmla="*/ 282 w 352"/>
              <a:gd name="T99" fmla="*/ 459 h 477"/>
              <a:gd name="T100" fmla="*/ 278 w 352"/>
              <a:gd name="T101" fmla="*/ 451 h 477"/>
              <a:gd name="T102" fmla="*/ 277 w 352"/>
              <a:gd name="T103" fmla="*/ 445 h 477"/>
              <a:gd name="T104" fmla="*/ 277 w 352"/>
              <a:gd name="T105" fmla="*/ 436 h 477"/>
              <a:gd name="T106" fmla="*/ 278 w 352"/>
              <a:gd name="T107" fmla="*/ 428 h 477"/>
              <a:gd name="T108" fmla="*/ 282 w 352"/>
              <a:gd name="T109" fmla="*/ 421 h 477"/>
              <a:gd name="T110" fmla="*/ 286 w 352"/>
              <a:gd name="T111" fmla="*/ 415 h 477"/>
              <a:gd name="T112" fmla="*/ 292 w 352"/>
              <a:gd name="T113" fmla="*/ 410 h 477"/>
              <a:gd name="T114" fmla="*/ 299 w 352"/>
              <a:gd name="T115" fmla="*/ 406 h 477"/>
              <a:gd name="T116" fmla="*/ 305 w 352"/>
              <a:gd name="T117" fmla="*/ 403 h 477"/>
              <a:gd name="T118" fmla="*/ 318 w 352"/>
              <a:gd name="T119" fmla="*/ 317 h 477"/>
              <a:gd name="T120" fmla="*/ 54 w 352"/>
              <a:gd name="T121" fmla="*/ 282 h 477"/>
              <a:gd name="T122" fmla="*/ 8 w 352"/>
              <a:gd name="T123" fmla="*/ 62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2" h="477">
                <a:moveTo>
                  <a:pt x="8" y="16"/>
                </a:move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lnTo>
                  <a:pt x="8" y="16"/>
                </a:lnTo>
                <a:lnTo>
                  <a:pt x="8" y="16"/>
                </a:lnTo>
                <a:close/>
                <a:moveTo>
                  <a:pt x="344" y="440"/>
                </a:moveTo>
                <a:lnTo>
                  <a:pt x="344" y="440"/>
                </a:lnTo>
                <a:lnTo>
                  <a:pt x="344" y="440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3"/>
                </a:lnTo>
                <a:lnTo>
                  <a:pt x="344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2" y="430"/>
                </a:lnTo>
                <a:lnTo>
                  <a:pt x="342" y="430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39" y="425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3"/>
                </a:lnTo>
                <a:lnTo>
                  <a:pt x="339" y="423"/>
                </a:lnTo>
                <a:lnTo>
                  <a:pt x="339" y="423"/>
                </a:lnTo>
                <a:lnTo>
                  <a:pt x="339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7" y="422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1" y="416"/>
                </a:lnTo>
                <a:lnTo>
                  <a:pt x="331" y="416"/>
                </a:lnTo>
                <a:lnTo>
                  <a:pt x="331" y="416"/>
                </a:lnTo>
                <a:lnTo>
                  <a:pt x="331" y="415"/>
                </a:lnTo>
                <a:lnTo>
                  <a:pt x="331" y="415"/>
                </a:lnTo>
                <a:lnTo>
                  <a:pt x="331" y="415"/>
                </a:lnTo>
                <a:lnTo>
                  <a:pt x="331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3"/>
                </a:lnTo>
                <a:lnTo>
                  <a:pt x="328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2"/>
                </a:lnTo>
                <a:lnTo>
                  <a:pt x="326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1"/>
                </a:lnTo>
                <a:lnTo>
                  <a:pt x="322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2"/>
                </a:lnTo>
                <a:lnTo>
                  <a:pt x="307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3"/>
                </a:lnTo>
                <a:lnTo>
                  <a:pt x="303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5"/>
                </a:lnTo>
                <a:lnTo>
                  <a:pt x="299" y="415"/>
                </a:lnTo>
                <a:lnTo>
                  <a:pt x="299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5" y="416"/>
                </a:lnTo>
                <a:lnTo>
                  <a:pt x="295" y="416"/>
                </a:lnTo>
                <a:lnTo>
                  <a:pt x="295" y="416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9"/>
                </a:lnTo>
                <a:lnTo>
                  <a:pt x="294" y="419"/>
                </a:lnTo>
                <a:lnTo>
                  <a:pt x="294" y="419"/>
                </a:lnTo>
                <a:lnTo>
                  <a:pt x="294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20"/>
                </a:lnTo>
                <a:lnTo>
                  <a:pt x="293" y="420"/>
                </a:lnTo>
                <a:lnTo>
                  <a:pt x="293" y="420"/>
                </a:lnTo>
                <a:lnTo>
                  <a:pt x="293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1" y="421"/>
                </a:lnTo>
                <a:lnTo>
                  <a:pt x="291" y="421"/>
                </a:lnTo>
                <a:lnTo>
                  <a:pt x="291" y="421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0" y="422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4"/>
                </a:lnTo>
                <a:lnTo>
                  <a:pt x="290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5" y="431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2"/>
                </a:lnTo>
                <a:lnTo>
                  <a:pt x="284" y="442"/>
                </a:lnTo>
                <a:lnTo>
                  <a:pt x="284" y="442"/>
                </a:lnTo>
                <a:lnTo>
                  <a:pt x="284" y="442"/>
                </a:lnTo>
                <a:lnTo>
                  <a:pt x="285" y="442"/>
                </a:lnTo>
                <a:lnTo>
                  <a:pt x="285" y="442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7" y="451"/>
                </a:lnTo>
                <a:lnTo>
                  <a:pt x="287" y="451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9" y="454"/>
                </a:lnTo>
                <a:lnTo>
                  <a:pt x="289" y="454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6"/>
                </a:lnTo>
                <a:lnTo>
                  <a:pt x="289" y="456"/>
                </a:lnTo>
                <a:lnTo>
                  <a:pt x="289" y="456"/>
                </a:lnTo>
                <a:lnTo>
                  <a:pt x="289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9"/>
                </a:lnTo>
                <a:lnTo>
                  <a:pt x="291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60"/>
                </a:lnTo>
                <a:lnTo>
                  <a:pt x="292" y="460"/>
                </a:lnTo>
                <a:lnTo>
                  <a:pt x="292" y="460"/>
                </a:lnTo>
                <a:lnTo>
                  <a:pt x="292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2"/>
                </a:lnTo>
                <a:lnTo>
                  <a:pt x="293" y="462"/>
                </a:lnTo>
                <a:lnTo>
                  <a:pt x="293" y="462"/>
                </a:lnTo>
                <a:lnTo>
                  <a:pt x="293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3"/>
                </a:lnTo>
                <a:lnTo>
                  <a:pt x="294" y="463"/>
                </a:lnTo>
                <a:lnTo>
                  <a:pt x="294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8" y="464"/>
                </a:lnTo>
                <a:lnTo>
                  <a:pt x="298" y="464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6"/>
                </a:lnTo>
                <a:lnTo>
                  <a:pt x="299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1" y="466"/>
                </a:lnTo>
                <a:lnTo>
                  <a:pt x="301" y="466"/>
                </a:lnTo>
                <a:lnTo>
                  <a:pt x="301" y="466"/>
                </a:lnTo>
                <a:lnTo>
                  <a:pt x="301" y="467"/>
                </a:lnTo>
                <a:lnTo>
                  <a:pt x="301" y="467"/>
                </a:lnTo>
                <a:lnTo>
                  <a:pt x="301" y="467"/>
                </a:lnTo>
                <a:lnTo>
                  <a:pt x="301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8"/>
                </a:lnTo>
                <a:lnTo>
                  <a:pt x="303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8"/>
                </a:lnTo>
                <a:lnTo>
                  <a:pt x="321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1" y="465"/>
                </a:lnTo>
                <a:lnTo>
                  <a:pt x="331" y="465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3"/>
                </a:lnTo>
                <a:lnTo>
                  <a:pt x="333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8"/>
                </a:lnTo>
                <a:lnTo>
                  <a:pt x="337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9" y="457"/>
                </a:lnTo>
                <a:lnTo>
                  <a:pt x="339" y="457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5"/>
                </a:lnTo>
                <a:lnTo>
                  <a:pt x="339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0"/>
                </a:lnTo>
                <a:lnTo>
                  <a:pt x="342" y="450"/>
                </a:lnTo>
                <a:lnTo>
                  <a:pt x="342" y="450"/>
                </a:lnTo>
                <a:lnTo>
                  <a:pt x="343" y="450"/>
                </a:lnTo>
                <a:lnTo>
                  <a:pt x="343" y="450"/>
                </a:lnTo>
                <a:lnTo>
                  <a:pt x="343" y="450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4" y="447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close/>
                <a:moveTo>
                  <a:pt x="318" y="403"/>
                </a:moveTo>
                <a:lnTo>
                  <a:pt x="318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2" y="403"/>
                </a:lnTo>
                <a:lnTo>
                  <a:pt x="322" y="403"/>
                </a:lnTo>
                <a:lnTo>
                  <a:pt x="322" y="403"/>
                </a:lnTo>
                <a:lnTo>
                  <a:pt x="322" y="403"/>
                </a:lnTo>
                <a:lnTo>
                  <a:pt x="323" y="403"/>
                </a:lnTo>
                <a:lnTo>
                  <a:pt x="323" y="403"/>
                </a:lnTo>
                <a:lnTo>
                  <a:pt x="323" y="404"/>
                </a:lnTo>
                <a:lnTo>
                  <a:pt x="323" y="404"/>
                </a:lnTo>
                <a:lnTo>
                  <a:pt x="323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7" y="404"/>
                </a:lnTo>
                <a:lnTo>
                  <a:pt x="327" y="404"/>
                </a:lnTo>
                <a:lnTo>
                  <a:pt x="327" y="404"/>
                </a:lnTo>
                <a:lnTo>
                  <a:pt x="327" y="405"/>
                </a:lnTo>
                <a:lnTo>
                  <a:pt x="327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30" y="405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3" y="406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6" y="409"/>
                </a:lnTo>
                <a:lnTo>
                  <a:pt x="336" y="409"/>
                </a:lnTo>
                <a:lnTo>
                  <a:pt x="336" y="410"/>
                </a:lnTo>
                <a:lnTo>
                  <a:pt x="336" y="410"/>
                </a:lnTo>
                <a:lnTo>
                  <a:pt x="336" y="410"/>
                </a:lnTo>
                <a:lnTo>
                  <a:pt x="336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1"/>
                </a:lnTo>
                <a:lnTo>
                  <a:pt x="337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40" y="412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2" y="413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8"/>
                </a:lnTo>
                <a:lnTo>
                  <a:pt x="344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6" y="419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1"/>
                </a:lnTo>
                <a:lnTo>
                  <a:pt x="346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5"/>
                </a:lnTo>
                <a:lnTo>
                  <a:pt x="348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2"/>
                </a:lnTo>
                <a:lnTo>
                  <a:pt x="351" y="432"/>
                </a:lnTo>
                <a:lnTo>
                  <a:pt x="351" y="432"/>
                </a:lnTo>
                <a:lnTo>
                  <a:pt x="351" y="432"/>
                </a:lnTo>
                <a:lnTo>
                  <a:pt x="352" y="432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6"/>
                </a:lnTo>
                <a:lnTo>
                  <a:pt x="352" y="436"/>
                </a:lnTo>
                <a:lnTo>
                  <a:pt x="352" y="436"/>
                </a:lnTo>
                <a:lnTo>
                  <a:pt x="352" y="436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40"/>
                </a:lnTo>
                <a:lnTo>
                  <a:pt x="352" y="440"/>
                </a:lnTo>
                <a:lnTo>
                  <a:pt x="352" y="440"/>
                </a:lnTo>
                <a:lnTo>
                  <a:pt x="352" y="440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4"/>
                </a:lnTo>
                <a:lnTo>
                  <a:pt x="352" y="444"/>
                </a:lnTo>
                <a:lnTo>
                  <a:pt x="352" y="444"/>
                </a:lnTo>
                <a:lnTo>
                  <a:pt x="352" y="444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1"/>
                </a:lnTo>
                <a:lnTo>
                  <a:pt x="351" y="451"/>
                </a:lnTo>
                <a:lnTo>
                  <a:pt x="351" y="451"/>
                </a:lnTo>
                <a:lnTo>
                  <a:pt x="351" y="451"/>
                </a:lnTo>
                <a:lnTo>
                  <a:pt x="349" y="451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5"/>
                </a:lnTo>
                <a:lnTo>
                  <a:pt x="349" y="455"/>
                </a:lnTo>
                <a:lnTo>
                  <a:pt x="349" y="455"/>
                </a:lnTo>
                <a:lnTo>
                  <a:pt x="348" y="455"/>
                </a:lnTo>
                <a:lnTo>
                  <a:pt x="348" y="455"/>
                </a:lnTo>
                <a:lnTo>
                  <a:pt x="348" y="455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7"/>
                </a:lnTo>
                <a:lnTo>
                  <a:pt x="348" y="457"/>
                </a:lnTo>
                <a:lnTo>
                  <a:pt x="348" y="457"/>
                </a:lnTo>
                <a:lnTo>
                  <a:pt x="348" y="457"/>
                </a:lnTo>
                <a:lnTo>
                  <a:pt x="347" y="457"/>
                </a:lnTo>
                <a:lnTo>
                  <a:pt x="347" y="457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9"/>
                </a:lnTo>
                <a:lnTo>
                  <a:pt x="347" y="459"/>
                </a:lnTo>
                <a:lnTo>
                  <a:pt x="347" y="459"/>
                </a:lnTo>
                <a:lnTo>
                  <a:pt x="346" y="459"/>
                </a:lnTo>
                <a:lnTo>
                  <a:pt x="346" y="459"/>
                </a:lnTo>
                <a:lnTo>
                  <a:pt x="346" y="459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3"/>
                </a:lnTo>
                <a:lnTo>
                  <a:pt x="345" y="463"/>
                </a:lnTo>
                <a:lnTo>
                  <a:pt x="345" y="463"/>
                </a:lnTo>
                <a:lnTo>
                  <a:pt x="344" y="463"/>
                </a:lnTo>
                <a:lnTo>
                  <a:pt x="344" y="463"/>
                </a:lnTo>
                <a:lnTo>
                  <a:pt x="344" y="463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3" y="464"/>
                </a:lnTo>
                <a:lnTo>
                  <a:pt x="343" y="464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2" y="465"/>
                </a:lnTo>
                <a:lnTo>
                  <a:pt x="342" y="465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39" y="467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8" y="468"/>
                </a:lnTo>
                <a:lnTo>
                  <a:pt x="338" y="468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7" y="469"/>
                </a:lnTo>
                <a:lnTo>
                  <a:pt x="337" y="469"/>
                </a:lnTo>
                <a:lnTo>
                  <a:pt x="337" y="469"/>
                </a:lnTo>
                <a:lnTo>
                  <a:pt x="337" y="471"/>
                </a:lnTo>
                <a:lnTo>
                  <a:pt x="337" y="471"/>
                </a:lnTo>
                <a:lnTo>
                  <a:pt x="337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4" y="472"/>
                </a:lnTo>
                <a:lnTo>
                  <a:pt x="334" y="472"/>
                </a:lnTo>
                <a:lnTo>
                  <a:pt x="334" y="472"/>
                </a:lnTo>
                <a:lnTo>
                  <a:pt x="334" y="473"/>
                </a:lnTo>
                <a:lnTo>
                  <a:pt x="334" y="473"/>
                </a:lnTo>
                <a:lnTo>
                  <a:pt x="334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1" y="473"/>
                </a:lnTo>
                <a:lnTo>
                  <a:pt x="331" y="474"/>
                </a:lnTo>
                <a:lnTo>
                  <a:pt x="331" y="474"/>
                </a:lnTo>
                <a:lnTo>
                  <a:pt x="331" y="474"/>
                </a:lnTo>
                <a:lnTo>
                  <a:pt x="331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29" y="474"/>
                </a:lnTo>
                <a:lnTo>
                  <a:pt x="329" y="475"/>
                </a:lnTo>
                <a:lnTo>
                  <a:pt x="329" y="475"/>
                </a:lnTo>
                <a:lnTo>
                  <a:pt x="329" y="475"/>
                </a:lnTo>
                <a:lnTo>
                  <a:pt x="329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2" y="476"/>
                </a:lnTo>
                <a:lnTo>
                  <a:pt x="322" y="477"/>
                </a:lnTo>
                <a:lnTo>
                  <a:pt x="322" y="477"/>
                </a:lnTo>
                <a:lnTo>
                  <a:pt x="322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7" y="477"/>
                </a:lnTo>
                <a:lnTo>
                  <a:pt x="317" y="477"/>
                </a:lnTo>
                <a:lnTo>
                  <a:pt x="317" y="477"/>
                </a:lnTo>
                <a:lnTo>
                  <a:pt x="317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3" y="477"/>
                </a:lnTo>
                <a:lnTo>
                  <a:pt x="313" y="477"/>
                </a:lnTo>
                <a:lnTo>
                  <a:pt x="313" y="477"/>
                </a:lnTo>
                <a:lnTo>
                  <a:pt x="313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09" y="477"/>
                </a:lnTo>
                <a:lnTo>
                  <a:pt x="309" y="477"/>
                </a:lnTo>
                <a:lnTo>
                  <a:pt x="309" y="477"/>
                </a:lnTo>
                <a:lnTo>
                  <a:pt x="309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5" y="477"/>
                </a:lnTo>
                <a:lnTo>
                  <a:pt x="305" y="476"/>
                </a:lnTo>
                <a:lnTo>
                  <a:pt x="305" y="476"/>
                </a:lnTo>
                <a:lnTo>
                  <a:pt x="305" y="476"/>
                </a:lnTo>
                <a:lnTo>
                  <a:pt x="305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2" y="476"/>
                </a:lnTo>
                <a:lnTo>
                  <a:pt x="302" y="476"/>
                </a:lnTo>
                <a:lnTo>
                  <a:pt x="302" y="476"/>
                </a:lnTo>
                <a:lnTo>
                  <a:pt x="302" y="475"/>
                </a:lnTo>
                <a:lnTo>
                  <a:pt x="302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299" y="475"/>
                </a:lnTo>
                <a:lnTo>
                  <a:pt x="299" y="474"/>
                </a:lnTo>
                <a:lnTo>
                  <a:pt x="299" y="474"/>
                </a:lnTo>
                <a:lnTo>
                  <a:pt x="299" y="474"/>
                </a:lnTo>
                <a:lnTo>
                  <a:pt x="299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6" y="474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3" y="472"/>
                </a:lnTo>
                <a:lnTo>
                  <a:pt x="293" y="472"/>
                </a:lnTo>
                <a:lnTo>
                  <a:pt x="293" y="472"/>
                </a:lnTo>
                <a:lnTo>
                  <a:pt x="293" y="471"/>
                </a:lnTo>
                <a:lnTo>
                  <a:pt x="293" y="471"/>
                </a:lnTo>
                <a:lnTo>
                  <a:pt x="293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0" y="469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89" y="468"/>
                </a:lnTo>
                <a:lnTo>
                  <a:pt x="289" y="468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7" y="467"/>
                </a:lnTo>
                <a:lnTo>
                  <a:pt x="287" y="467"/>
                </a:lnTo>
                <a:lnTo>
                  <a:pt x="287" y="467"/>
                </a:lnTo>
                <a:lnTo>
                  <a:pt x="287" y="466"/>
                </a:lnTo>
                <a:lnTo>
                  <a:pt x="287" y="466"/>
                </a:lnTo>
                <a:lnTo>
                  <a:pt x="287" y="466"/>
                </a:lnTo>
                <a:lnTo>
                  <a:pt x="287" y="466"/>
                </a:lnTo>
                <a:lnTo>
                  <a:pt x="286" y="466"/>
                </a:lnTo>
                <a:lnTo>
                  <a:pt x="286" y="466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5" y="465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2"/>
                </a:lnTo>
                <a:lnTo>
                  <a:pt x="284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2" y="460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8"/>
                </a:lnTo>
                <a:lnTo>
                  <a:pt x="282" y="458"/>
                </a:lnTo>
                <a:lnTo>
                  <a:pt x="282" y="458"/>
                </a:lnTo>
                <a:lnTo>
                  <a:pt x="281" y="458"/>
                </a:lnTo>
                <a:lnTo>
                  <a:pt x="281" y="458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6"/>
                </a:lnTo>
                <a:lnTo>
                  <a:pt x="281" y="456"/>
                </a:lnTo>
                <a:lnTo>
                  <a:pt x="280" y="456"/>
                </a:lnTo>
                <a:lnTo>
                  <a:pt x="280" y="456"/>
                </a:lnTo>
                <a:lnTo>
                  <a:pt x="280" y="456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4"/>
                </a:lnTo>
                <a:lnTo>
                  <a:pt x="280" y="454"/>
                </a:lnTo>
                <a:lnTo>
                  <a:pt x="280" y="454"/>
                </a:lnTo>
                <a:lnTo>
                  <a:pt x="280" y="454"/>
                </a:lnTo>
                <a:lnTo>
                  <a:pt x="278" y="454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4"/>
                </a:lnTo>
                <a:lnTo>
                  <a:pt x="277" y="444"/>
                </a:lnTo>
                <a:lnTo>
                  <a:pt x="277" y="444"/>
                </a:lnTo>
                <a:lnTo>
                  <a:pt x="276" y="444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0"/>
                </a:lnTo>
                <a:lnTo>
                  <a:pt x="276" y="440"/>
                </a:lnTo>
                <a:lnTo>
                  <a:pt x="276" y="440"/>
                </a:lnTo>
                <a:lnTo>
                  <a:pt x="276" y="440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7"/>
                </a:lnTo>
                <a:lnTo>
                  <a:pt x="276" y="437"/>
                </a:lnTo>
                <a:lnTo>
                  <a:pt x="277" y="437"/>
                </a:lnTo>
                <a:lnTo>
                  <a:pt x="277" y="437"/>
                </a:lnTo>
                <a:lnTo>
                  <a:pt x="277" y="437"/>
                </a:lnTo>
                <a:lnTo>
                  <a:pt x="277" y="436"/>
                </a:lnTo>
                <a:lnTo>
                  <a:pt x="277" y="436"/>
                </a:lnTo>
                <a:lnTo>
                  <a:pt x="277" y="436"/>
                </a:lnTo>
                <a:lnTo>
                  <a:pt x="277" y="436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7"/>
                </a:lnTo>
                <a:lnTo>
                  <a:pt x="278" y="427"/>
                </a:lnTo>
                <a:lnTo>
                  <a:pt x="280" y="427"/>
                </a:lnTo>
                <a:lnTo>
                  <a:pt x="280" y="427"/>
                </a:lnTo>
                <a:lnTo>
                  <a:pt x="280" y="427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4"/>
                </a:lnTo>
                <a:lnTo>
                  <a:pt x="280" y="424"/>
                </a:lnTo>
                <a:lnTo>
                  <a:pt x="280" y="424"/>
                </a:lnTo>
                <a:lnTo>
                  <a:pt x="280" y="424"/>
                </a:lnTo>
                <a:lnTo>
                  <a:pt x="281" y="424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2"/>
                </a:lnTo>
                <a:lnTo>
                  <a:pt x="281" y="422"/>
                </a:lnTo>
                <a:lnTo>
                  <a:pt x="281" y="422"/>
                </a:lnTo>
                <a:lnTo>
                  <a:pt x="282" y="422"/>
                </a:lnTo>
                <a:lnTo>
                  <a:pt x="282" y="422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0"/>
                </a:lnTo>
                <a:lnTo>
                  <a:pt x="282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4" y="419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5"/>
                </a:lnTo>
                <a:lnTo>
                  <a:pt x="285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4"/>
                </a:lnTo>
                <a:lnTo>
                  <a:pt x="286" y="414"/>
                </a:lnTo>
                <a:lnTo>
                  <a:pt x="286" y="414"/>
                </a:lnTo>
                <a:lnTo>
                  <a:pt x="286" y="414"/>
                </a:lnTo>
                <a:lnTo>
                  <a:pt x="287" y="414"/>
                </a:lnTo>
                <a:lnTo>
                  <a:pt x="287" y="414"/>
                </a:lnTo>
                <a:lnTo>
                  <a:pt x="287" y="414"/>
                </a:lnTo>
                <a:lnTo>
                  <a:pt x="287" y="413"/>
                </a:lnTo>
                <a:lnTo>
                  <a:pt x="287" y="413"/>
                </a:lnTo>
                <a:lnTo>
                  <a:pt x="287" y="413"/>
                </a:lnTo>
                <a:lnTo>
                  <a:pt x="287" y="413"/>
                </a:lnTo>
                <a:lnTo>
                  <a:pt x="289" y="413"/>
                </a:lnTo>
                <a:lnTo>
                  <a:pt x="289" y="413"/>
                </a:lnTo>
                <a:lnTo>
                  <a:pt x="289" y="413"/>
                </a:lnTo>
                <a:lnTo>
                  <a:pt x="289" y="412"/>
                </a:lnTo>
                <a:lnTo>
                  <a:pt x="289" y="412"/>
                </a:lnTo>
                <a:lnTo>
                  <a:pt x="289" y="412"/>
                </a:lnTo>
                <a:lnTo>
                  <a:pt x="289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1"/>
                </a:lnTo>
                <a:lnTo>
                  <a:pt x="290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3" y="410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7"/>
                </a:lnTo>
                <a:lnTo>
                  <a:pt x="294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6" y="407"/>
                </a:lnTo>
                <a:lnTo>
                  <a:pt x="296" y="407"/>
                </a:lnTo>
                <a:lnTo>
                  <a:pt x="296" y="407"/>
                </a:lnTo>
                <a:lnTo>
                  <a:pt x="296" y="406"/>
                </a:lnTo>
                <a:lnTo>
                  <a:pt x="296" y="406"/>
                </a:lnTo>
                <a:lnTo>
                  <a:pt x="296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9" y="406"/>
                </a:lnTo>
                <a:lnTo>
                  <a:pt x="299" y="406"/>
                </a:lnTo>
                <a:lnTo>
                  <a:pt x="299" y="405"/>
                </a:lnTo>
                <a:lnTo>
                  <a:pt x="299" y="405"/>
                </a:lnTo>
                <a:lnTo>
                  <a:pt x="299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5" y="404"/>
                </a:lnTo>
                <a:lnTo>
                  <a:pt x="305" y="403"/>
                </a:lnTo>
                <a:lnTo>
                  <a:pt x="305" y="403"/>
                </a:lnTo>
                <a:lnTo>
                  <a:pt x="305" y="403"/>
                </a:lnTo>
                <a:lnTo>
                  <a:pt x="305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9" y="403"/>
                </a:lnTo>
                <a:lnTo>
                  <a:pt x="309" y="403"/>
                </a:lnTo>
                <a:lnTo>
                  <a:pt x="309" y="403"/>
                </a:lnTo>
                <a:lnTo>
                  <a:pt x="309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396"/>
                </a:lnTo>
                <a:lnTo>
                  <a:pt x="318" y="396"/>
                </a:lnTo>
                <a:lnTo>
                  <a:pt x="318" y="403"/>
                </a:lnTo>
                <a:lnTo>
                  <a:pt x="318" y="403"/>
                </a:lnTo>
                <a:close/>
                <a:moveTo>
                  <a:pt x="318" y="365"/>
                </a:moveTo>
                <a:lnTo>
                  <a:pt x="310" y="365"/>
                </a:lnTo>
                <a:lnTo>
                  <a:pt x="310" y="349"/>
                </a:lnTo>
                <a:lnTo>
                  <a:pt x="318" y="349"/>
                </a:lnTo>
                <a:lnTo>
                  <a:pt x="318" y="365"/>
                </a:lnTo>
                <a:lnTo>
                  <a:pt x="318" y="365"/>
                </a:lnTo>
                <a:close/>
                <a:moveTo>
                  <a:pt x="318" y="317"/>
                </a:moveTo>
                <a:lnTo>
                  <a:pt x="310" y="317"/>
                </a:lnTo>
                <a:lnTo>
                  <a:pt x="310" y="302"/>
                </a:lnTo>
                <a:lnTo>
                  <a:pt x="318" y="302"/>
                </a:lnTo>
                <a:lnTo>
                  <a:pt x="318" y="317"/>
                </a:lnTo>
                <a:lnTo>
                  <a:pt x="318" y="317"/>
                </a:lnTo>
                <a:close/>
                <a:moveTo>
                  <a:pt x="307" y="275"/>
                </a:moveTo>
                <a:lnTo>
                  <a:pt x="307" y="282"/>
                </a:lnTo>
                <a:lnTo>
                  <a:pt x="291" y="282"/>
                </a:lnTo>
                <a:lnTo>
                  <a:pt x="291" y="275"/>
                </a:lnTo>
                <a:lnTo>
                  <a:pt x="307" y="275"/>
                </a:lnTo>
                <a:lnTo>
                  <a:pt x="307" y="275"/>
                </a:lnTo>
                <a:close/>
                <a:moveTo>
                  <a:pt x="259" y="275"/>
                </a:moveTo>
                <a:lnTo>
                  <a:pt x="259" y="282"/>
                </a:lnTo>
                <a:lnTo>
                  <a:pt x="244" y="282"/>
                </a:lnTo>
                <a:lnTo>
                  <a:pt x="244" y="275"/>
                </a:lnTo>
                <a:lnTo>
                  <a:pt x="259" y="275"/>
                </a:lnTo>
                <a:lnTo>
                  <a:pt x="259" y="275"/>
                </a:lnTo>
                <a:close/>
                <a:moveTo>
                  <a:pt x="212" y="275"/>
                </a:moveTo>
                <a:lnTo>
                  <a:pt x="212" y="282"/>
                </a:lnTo>
                <a:lnTo>
                  <a:pt x="196" y="282"/>
                </a:lnTo>
                <a:lnTo>
                  <a:pt x="196" y="275"/>
                </a:lnTo>
                <a:lnTo>
                  <a:pt x="212" y="275"/>
                </a:lnTo>
                <a:lnTo>
                  <a:pt x="212" y="275"/>
                </a:lnTo>
                <a:close/>
                <a:moveTo>
                  <a:pt x="165" y="275"/>
                </a:moveTo>
                <a:lnTo>
                  <a:pt x="165" y="282"/>
                </a:lnTo>
                <a:lnTo>
                  <a:pt x="149" y="282"/>
                </a:lnTo>
                <a:lnTo>
                  <a:pt x="149" y="275"/>
                </a:lnTo>
                <a:lnTo>
                  <a:pt x="165" y="275"/>
                </a:lnTo>
                <a:lnTo>
                  <a:pt x="165" y="275"/>
                </a:lnTo>
                <a:close/>
                <a:moveTo>
                  <a:pt x="117" y="275"/>
                </a:moveTo>
                <a:lnTo>
                  <a:pt x="117" y="282"/>
                </a:lnTo>
                <a:lnTo>
                  <a:pt x="102" y="282"/>
                </a:lnTo>
                <a:lnTo>
                  <a:pt x="102" y="275"/>
                </a:lnTo>
                <a:lnTo>
                  <a:pt x="117" y="275"/>
                </a:lnTo>
                <a:lnTo>
                  <a:pt x="117" y="275"/>
                </a:lnTo>
                <a:close/>
                <a:moveTo>
                  <a:pt x="70" y="275"/>
                </a:moveTo>
                <a:lnTo>
                  <a:pt x="70" y="282"/>
                </a:lnTo>
                <a:lnTo>
                  <a:pt x="54" y="282"/>
                </a:lnTo>
                <a:lnTo>
                  <a:pt x="54" y="275"/>
                </a:lnTo>
                <a:lnTo>
                  <a:pt x="70" y="275"/>
                </a:lnTo>
                <a:lnTo>
                  <a:pt x="70" y="275"/>
                </a:lnTo>
                <a:close/>
                <a:moveTo>
                  <a:pt x="24" y="275"/>
                </a:moveTo>
                <a:lnTo>
                  <a:pt x="24" y="282"/>
                </a:lnTo>
                <a:lnTo>
                  <a:pt x="8" y="282"/>
                </a:lnTo>
                <a:lnTo>
                  <a:pt x="8" y="275"/>
                </a:lnTo>
                <a:lnTo>
                  <a:pt x="24" y="275"/>
                </a:lnTo>
                <a:lnTo>
                  <a:pt x="24" y="275"/>
                </a:lnTo>
                <a:close/>
                <a:moveTo>
                  <a:pt x="8" y="251"/>
                </a:moveTo>
                <a:lnTo>
                  <a:pt x="0" y="251"/>
                </a:lnTo>
                <a:lnTo>
                  <a:pt x="0" y="235"/>
                </a:lnTo>
                <a:lnTo>
                  <a:pt x="8" y="235"/>
                </a:lnTo>
                <a:lnTo>
                  <a:pt x="8" y="251"/>
                </a:lnTo>
                <a:lnTo>
                  <a:pt x="8" y="251"/>
                </a:lnTo>
                <a:close/>
                <a:moveTo>
                  <a:pt x="8" y="204"/>
                </a:moveTo>
                <a:lnTo>
                  <a:pt x="0" y="204"/>
                </a:lnTo>
                <a:lnTo>
                  <a:pt x="0" y="188"/>
                </a:lnTo>
                <a:lnTo>
                  <a:pt x="8" y="188"/>
                </a:lnTo>
                <a:lnTo>
                  <a:pt x="8" y="204"/>
                </a:lnTo>
                <a:lnTo>
                  <a:pt x="8" y="204"/>
                </a:lnTo>
                <a:close/>
                <a:moveTo>
                  <a:pt x="8" y="156"/>
                </a:moveTo>
                <a:lnTo>
                  <a:pt x="0" y="156"/>
                </a:lnTo>
                <a:lnTo>
                  <a:pt x="0" y="141"/>
                </a:lnTo>
                <a:lnTo>
                  <a:pt x="8" y="141"/>
                </a:lnTo>
                <a:lnTo>
                  <a:pt x="8" y="156"/>
                </a:lnTo>
                <a:lnTo>
                  <a:pt x="8" y="156"/>
                </a:lnTo>
                <a:close/>
                <a:moveTo>
                  <a:pt x="8" y="109"/>
                </a:moveTo>
                <a:lnTo>
                  <a:pt x="0" y="109"/>
                </a:lnTo>
                <a:lnTo>
                  <a:pt x="0" y="93"/>
                </a:lnTo>
                <a:lnTo>
                  <a:pt x="8" y="93"/>
                </a:lnTo>
                <a:lnTo>
                  <a:pt x="8" y="109"/>
                </a:lnTo>
                <a:lnTo>
                  <a:pt x="8" y="109"/>
                </a:lnTo>
                <a:close/>
                <a:moveTo>
                  <a:pt x="8" y="62"/>
                </a:moveTo>
                <a:lnTo>
                  <a:pt x="0" y="62"/>
                </a:lnTo>
                <a:lnTo>
                  <a:pt x="0" y="46"/>
                </a:lnTo>
                <a:lnTo>
                  <a:pt x="8" y="46"/>
                </a:lnTo>
                <a:lnTo>
                  <a:pt x="8" y="62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78">
            <a:extLst>
              <a:ext uri="{FF2B5EF4-FFF2-40B4-BE49-F238E27FC236}">
                <a16:creationId xmlns:a16="http://schemas.microsoft.com/office/drawing/2014/main" id="{972934AD-6FC0-B649-B91E-65B07C15E377}"/>
              </a:ext>
            </a:extLst>
          </p:cNvPr>
          <p:cNvSpPr>
            <a:spLocks noEditPoints="1"/>
          </p:cNvSpPr>
          <p:nvPr/>
        </p:nvSpPr>
        <p:spPr bwMode="auto">
          <a:xfrm>
            <a:off x="6936233" y="1804988"/>
            <a:ext cx="720725" cy="769937"/>
          </a:xfrm>
          <a:custGeom>
            <a:avLst/>
            <a:gdLst>
              <a:gd name="T0" fmla="*/ 68 w 454"/>
              <a:gd name="T1" fmla="*/ 442 h 485"/>
              <a:gd name="T2" fmla="*/ 66 w 454"/>
              <a:gd name="T3" fmla="*/ 437 h 485"/>
              <a:gd name="T4" fmla="*/ 64 w 454"/>
              <a:gd name="T5" fmla="*/ 431 h 485"/>
              <a:gd name="T6" fmla="*/ 59 w 454"/>
              <a:gd name="T7" fmla="*/ 427 h 485"/>
              <a:gd name="T8" fmla="*/ 55 w 454"/>
              <a:gd name="T9" fmla="*/ 423 h 485"/>
              <a:gd name="T10" fmla="*/ 49 w 454"/>
              <a:gd name="T11" fmla="*/ 420 h 485"/>
              <a:gd name="T12" fmla="*/ 43 w 454"/>
              <a:gd name="T13" fmla="*/ 419 h 485"/>
              <a:gd name="T14" fmla="*/ 36 w 454"/>
              <a:gd name="T15" fmla="*/ 419 h 485"/>
              <a:gd name="T16" fmla="*/ 31 w 454"/>
              <a:gd name="T17" fmla="*/ 420 h 485"/>
              <a:gd name="T18" fmla="*/ 25 w 454"/>
              <a:gd name="T19" fmla="*/ 422 h 485"/>
              <a:gd name="T20" fmla="*/ 20 w 454"/>
              <a:gd name="T21" fmla="*/ 424 h 485"/>
              <a:gd name="T22" fmla="*/ 15 w 454"/>
              <a:gd name="T23" fmla="*/ 429 h 485"/>
              <a:gd name="T24" fmla="*/ 12 w 454"/>
              <a:gd name="T25" fmla="*/ 435 h 485"/>
              <a:gd name="T26" fmla="*/ 9 w 454"/>
              <a:gd name="T27" fmla="*/ 440 h 485"/>
              <a:gd name="T28" fmla="*/ 8 w 454"/>
              <a:gd name="T29" fmla="*/ 446 h 485"/>
              <a:gd name="T30" fmla="*/ 9 w 454"/>
              <a:gd name="T31" fmla="*/ 453 h 485"/>
              <a:gd name="T32" fmla="*/ 11 w 454"/>
              <a:gd name="T33" fmla="*/ 458 h 485"/>
              <a:gd name="T34" fmla="*/ 14 w 454"/>
              <a:gd name="T35" fmla="*/ 464 h 485"/>
              <a:gd name="T36" fmla="*/ 17 w 454"/>
              <a:gd name="T37" fmla="*/ 468 h 485"/>
              <a:gd name="T38" fmla="*/ 22 w 454"/>
              <a:gd name="T39" fmla="*/ 473 h 485"/>
              <a:gd name="T40" fmla="*/ 27 w 454"/>
              <a:gd name="T41" fmla="*/ 475 h 485"/>
              <a:gd name="T42" fmla="*/ 33 w 454"/>
              <a:gd name="T43" fmla="*/ 477 h 485"/>
              <a:gd name="T44" fmla="*/ 40 w 454"/>
              <a:gd name="T45" fmla="*/ 477 h 485"/>
              <a:gd name="T46" fmla="*/ 46 w 454"/>
              <a:gd name="T47" fmla="*/ 476 h 485"/>
              <a:gd name="T48" fmla="*/ 52 w 454"/>
              <a:gd name="T49" fmla="*/ 474 h 485"/>
              <a:gd name="T50" fmla="*/ 57 w 454"/>
              <a:gd name="T51" fmla="*/ 472 h 485"/>
              <a:gd name="T52" fmla="*/ 61 w 454"/>
              <a:gd name="T53" fmla="*/ 467 h 485"/>
              <a:gd name="T54" fmla="*/ 65 w 454"/>
              <a:gd name="T55" fmla="*/ 462 h 485"/>
              <a:gd name="T56" fmla="*/ 67 w 454"/>
              <a:gd name="T57" fmla="*/ 456 h 485"/>
              <a:gd name="T58" fmla="*/ 68 w 454"/>
              <a:gd name="T59" fmla="*/ 450 h 485"/>
              <a:gd name="T60" fmla="*/ 43 w 454"/>
              <a:gd name="T61" fmla="*/ 411 h 485"/>
              <a:gd name="T62" fmla="*/ 51 w 454"/>
              <a:gd name="T63" fmla="*/ 412 h 485"/>
              <a:gd name="T64" fmla="*/ 58 w 454"/>
              <a:gd name="T65" fmla="*/ 415 h 485"/>
              <a:gd name="T66" fmla="*/ 65 w 454"/>
              <a:gd name="T67" fmla="*/ 421 h 485"/>
              <a:gd name="T68" fmla="*/ 69 w 454"/>
              <a:gd name="T69" fmla="*/ 427 h 485"/>
              <a:gd name="T70" fmla="*/ 73 w 454"/>
              <a:gd name="T71" fmla="*/ 433 h 485"/>
              <a:gd name="T72" fmla="*/ 75 w 454"/>
              <a:gd name="T73" fmla="*/ 440 h 485"/>
              <a:gd name="T74" fmla="*/ 76 w 454"/>
              <a:gd name="T75" fmla="*/ 449 h 485"/>
              <a:gd name="T76" fmla="*/ 75 w 454"/>
              <a:gd name="T77" fmla="*/ 457 h 485"/>
              <a:gd name="T78" fmla="*/ 73 w 454"/>
              <a:gd name="T79" fmla="*/ 464 h 485"/>
              <a:gd name="T80" fmla="*/ 68 w 454"/>
              <a:gd name="T81" fmla="*/ 471 h 485"/>
              <a:gd name="T82" fmla="*/ 64 w 454"/>
              <a:gd name="T83" fmla="*/ 476 h 485"/>
              <a:gd name="T84" fmla="*/ 57 w 454"/>
              <a:gd name="T85" fmla="*/ 481 h 485"/>
              <a:gd name="T86" fmla="*/ 50 w 454"/>
              <a:gd name="T87" fmla="*/ 484 h 485"/>
              <a:gd name="T88" fmla="*/ 42 w 454"/>
              <a:gd name="T89" fmla="*/ 485 h 485"/>
              <a:gd name="T90" fmla="*/ 34 w 454"/>
              <a:gd name="T91" fmla="*/ 485 h 485"/>
              <a:gd name="T92" fmla="*/ 26 w 454"/>
              <a:gd name="T93" fmla="*/ 483 h 485"/>
              <a:gd name="T94" fmla="*/ 20 w 454"/>
              <a:gd name="T95" fmla="*/ 481 h 485"/>
              <a:gd name="T96" fmla="*/ 13 w 454"/>
              <a:gd name="T97" fmla="*/ 475 h 485"/>
              <a:gd name="T98" fmla="*/ 8 w 454"/>
              <a:gd name="T99" fmla="*/ 470 h 485"/>
              <a:gd name="T100" fmla="*/ 4 w 454"/>
              <a:gd name="T101" fmla="*/ 463 h 485"/>
              <a:gd name="T102" fmla="*/ 2 w 454"/>
              <a:gd name="T103" fmla="*/ 456 h 485"/>
              <a:gd name="T104" fmla="*/ 0 w 454"/>
              <a:gd name="T105" fmla="*/ 448 h 485"/>
              <a:gd name="T106" fmla="*/ 2 w 454"/>
              <a:gd name="T107" fmla="*/ 440 h 485"/>
              <a:gd name="T108" fmla="*/ 4 w 454"/>
              <a:gd name="T109" fmla="*/ 432 h 485"/>
              <a:gd name="T110" fmla="*/ 8 w 454"/>
              <a:gd name="T111" fmla="*/ 426 h 485"/>
              <a:gd name="T112" fmla="*/ 13 w 454"/>
              <a:gd name="T113" fmla="*/ 420 h 485"/>
              <a:gd name="T114" fmla="*/ 20 w 454"/>
              <a:gd name="T115" fmla="*/ 415 h 485"/>
              <a:gd name="T116" fmla="*/ 26 w 454"/>
              <a:gd name="T117" fmla="*/ 412 h 485"/>
              <a:gd name="T118" fmla="*/ 34 w 454"/>
              <a:gd name="T119" fmla="*/ 411 h 485"/>
              <a:gd name="T120" fmla="*/ 42 w 454"/>
              <a:gd name="T121" fmla="*/ 294 h 485"/>
              <a:gd name="T122" fmla="*/ 274 w 454"/>
              <a:gd name="T123" fmla="*/ 259 h 485"/>
              <a:gd name="T124" fmla="*/ 454 w 454"/>
              <a:gd name="T125" fmla="*/ 204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4" h="485">
                <a:moveTo>
                  <a:pt x="454" y="16"/>
                </a:moveTo>
                <a:lnTo>
                  <a:pt x="447" y="16"/>
                </a:lnTo>
                <a:lnTo>
                  <a:pt x="447" y="0"/>
                </a:lnTo>
                <a:lnTo>
                  <a:pt x="454" y="0"/>
                </a:lnTo>
                <a:lnTo>
                  <a:pt x="454" y="16"/>
                </a:lnTo>
                <a:lnTo>
                  <a:pt x="454" y="16"/>
                </a:lnTo>
                <a:close/>
                <a:moveTo>
                  <a:pt x="68" y="448"/>
                </a:moveTo>
                <a:lnTo>
                  <a:pt x="68" y="448"/>
                </a:lnTo>
                <a:lnTo>
                  <a:pt x="68" y="448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8"/>
                </a:lnTo>
                <a:lnTo>
                  <a:pt x="67" y="438"/>
                </a:lnTo>
                <a:lnTo>
                  <a:pt x="67" y="438"/>
                </a:lnTo>
                <a:lnTo>
                  <a:pt x="67" y="438"/>
                </a:lnTo>
                <a:lnTo>
                  <a:pt x="66" y="438"/>
                </a:lnTo>
                <a:lnTo>
                  <a:pt x="66" y="438"/>
                </a:lnTo>
                <a:lnTo>
                  <a:pt x="66" y="438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5" y="436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4" y="433"/>
                </a:lnTo>
                <a:lnTo>
                  <a:pt x="64" y="433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1"/>
                </a:lnTo>
                <a:lnTo>
                  <a:pt x="64" y="431"/>
                </a:lnTo>
                <a:lnTo>
                  <a:pt x="64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1" y="430"/>
                </a:lnTo>
                <a:lnTo>
                  <a:pt x="61" y="430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7" y="426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3"/>
                </a:lnTo>
                <a:lnTo>
                  <a:pt x="56" y="423"/>
                </a:lnTo>
                <a:lnTo>
                  <a:pt x="56" y="423"/>
                </a:lnTo>
                <a:lnTo>
                  <a:pt x="56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1"/>
                </a:lnTo>
                <a:lnTo>
                  <a:pt x="52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3"/>
                </a:lnTo>
                <a:lnTo>
                  <a:pt x="23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1" y="423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6"/>
                </a:lnTo>
                <a:lnTo>
                  <a:pt x="20" y="426"/>
                </a:lnTo>
                <a:lnTo>
                  <a:pt x="20" y="426"/>
                </a:lnTo>
                <a:lnTo>
                  <a:pt x="20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7"/>
                </a:lnTo>
                <a:lnTo>
                  <a:pt x="18" y="427"/>
                </a:lnTo>
                <a:lnTo>
                  <a:pt x="18" y="427"/>
                </a:lnTo>
                <a:lnTo>
                  <a:pt x="18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8"/>
                </a:lnTo>
                <a:lnTo>
                  <a:pt x="17" y="428"/>
                </a:lnTo>
                <a:lnTo>
                  <a:pt x="17" y="428"/>
                </a:lnTo>
                <a:lnTo>
                  <a:pt x="17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9"/>
                </a:lnTo>
                <a:lnTo>
                  <a:pt x="16" y="429"/>
                </a:lnTo>
                <a:lnTo>
                  <a:pt x="16" y="429"/>
                </a:lnTo>
                <a:lnTo>
                  <a:pt x="16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4" y="430"/>
                </a:lnTo>
                <a:lnTo>
                  <a:pt x="14" y="430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9"/>
                </a:lnTo>
                <a:lnTo>
                  <a:pt x="11" y="439"/>
                </a:lnTo>
                <a:lnTo>
                  <a:pt x="11" y="439"/>
                </a:lnTo>
                <a:lnTo>
                  <a:pt x="11" y="439"/>
                </a:lnTo>
                <a:lnTo>
                  <a:pt x="9" y="439"/>
                </a:lnTo>
                <a:lnTo>
                  <a:pt x="9" y="439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5"/>
                </a:lnTo>
                <a:lnTo>
                  <a:pt x="9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2"/>
                </a:lnTo>
                <a:lnTo>
                  <a:pt x="8" y="452"/>
                </a:lnTo>
                <a:lnTo>
                  <a:pt x="8" y="452"/>
                </a:lnTo>
                <a:lnTo>
                  <a:pt x="9" y="452"/>
                </a:lnTo>
                <a:lnTo>
                  <a:pt x="9" y="452"/>
                </a:lnTo>
                <a:lnTo>
                  <a:pt x="9" y="452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2" y="459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3" y="462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4" y="464"/>
                </a:lnTo>
                <a:lnTo>
                  <a:pt x="14" y="464"/>
                </a:lnTo>
                <a:lnTo>
                  <a:pt x="14" y="464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7"/>
                </a:lnTo>
                <a:lnTo>
                  <a:pt x="15" y="467"/>
                </a:lnTo>
                <a:lnTo>
                  <a:pt x="15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8"/>
                </a:lnTo>
                <a:lnTo>
                  <a:pt x="16" y="468"/>
                </a:lnTo>
                <a:lnTo>
                  <a:pt x="16" y="468"/>
                </a:lnTo>
                <a:lnTo>
                  <a:pt x="16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70"/>
                </a:lnTo>
                <a:lnTo>
                  <a:pt x="17" y="470"/>
                </a:lnTo>
                <a:lnTo>
                  <a:pt x="17" y="470"/>
                </a:lnTo>
                <a:lnTo>
                  <a:pt x="17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1"/>
                </a:lnTo>
                <a:lnTo>
                  <a:pt x="18" y="471"/>
                </a:lnTo>
                <a:lnTo>
                  <a:pt x="18" y="471"/>
                </a:lnTo>
                <a:lnTo>
                  <a:pt x="18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2"/>
                </a:lnTo>
                <a:lnTo>
                  <a:pt x="20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2" y="472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4"/>
                </a:lnTo>
                <a:lnTo>
                  <a:pt x="23" y="474"/>
                </a:lnTo>
                <a:lnTo>
                  <a:pt x="23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5" y="474"/>
                </a:lnTo>
                <a:lnTo>
                  <a:pt x="25" y="474"/>
                </a:lnTo>
                <a:lnTo>
                  <a:pt x="25" y="474"/>
                </a:lnTo>
                <a:lnTo>
                  <a:pt x="25" y="475"/>
                </a:lnTo>
                <a:lnTo>
                  <a:pt x="25" y="475"/>
                </a:lnTo>
                <a:lnTo>
                  <a:pt x="25" y="475"/>
                </a:lnTo>
                <a:lnTo>
                  <a:pt x="25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6"/>
                </a:lnTo>
                <a:lnTo>
                  <a:pt x="27" y="476"/>
                </a:lnTo>
                <a:lnTo>
                  <a:pt x="27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6" y="477"/>
                </a:lnTo>
                <a:lnTo>
                  <a:pt x="46" y="477"/>
                </a:lnTo>
                <a:lnTo>
                  <a:pt x="46" y="477"/>
                </a:lnTo>
                <a:lnTo>
                  <a:pt x="46" y="476"/>
                </a:lnTo>
                <a:lnTo>
                  <a:pt x="46" y="476"/>
                </a:lnTo>
                <a:lnTo>
                  <a:pt x="46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5"/>
                </a:lnTo>
                <a:lnTo>
                  <a:pt x="49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3"/>
                </a:lnTo>
                <a:lnTo>
                  <a:pt x="53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6" y="473"/>
                </a:lnTo>
                <a:lnTo>
                  <a:pt x="56" y="473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1"/>
                </a:lnTo>
                <a:lnTo>
                  <a:pt x="57" y="471"/>
                </a:lnTo>
                <a:lnTo>
                  <a:pt x="57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6"/>
                </a:lnTo>
                <a:lnTo>
                  <a:pt x="61" y="466"/>
                </a:lnTo>
                <a:lnTo>
                  <a:pt x="61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4" y="465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3"/>
                </a:lnTo>
                <a:lnTo>
                  <a:pt x="64" y="463"/>
                </a:lnTo>
                <a:lnTo>
                  <a:pt x="64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1"/>
                </a:lnTo>
                <a:lnTo>
                  <a:pt x="65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8"/>
                </a:lnTo>
                <a:lnTo>
                  <a:pt x="66" y="458"/>
                </a:lnTo>
                <a:lnTo>
                  <a:pt x="66" y="458"/>
                </a:lnTo>
                <a:lnTo>
                  <a:pt x="66" y="458"/>
                </a:lnTo>
                <a:lnTo>
                  <a:pt x="67" y="458"/>
                </a:lnTo>
                <a:lnTo>
                  <a:pt x="67" y="458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close/>
                <a:moveTo>
                  <a:pt x="39" y="411"/>
                </a:moveTo>
                <a:lnTo>
                  <a:pt x="39" y="411"/>
                </a:lnTo>
                <a:lnTo>
                  <a:pt x="39" y="411"/>
                </a:lnTo>
                <a:lnTo>
                  <a:pt x="39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2" y="411"/>
                </a:lnTo>
                <a:lnTo>
                  <a:pt x="42" y="411"/>
                </a:lnTo>
                <a:lnTo>
                  <a:pt x="42" y="411"/>
                </a:lnTo>
                <a:lnTo>
                  <a:pt x="42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8" y="411"/>
                </a:lnTo>
                <a:lnTo>
                  <a:pt x="48" y="412"/>
                </a:lnTo>
                <a:lnTo>
                  <a:pt x="48" y="412"/>
                </a:lnTo>
                <a:lnTo>
                  <a:pt x="48" y="412"/>
                </a:lnTo>
                <a:lnTo>
                  <a:pt x="48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1" y="412"/>
                </a:lnTo>
                <a:lnTo>
                  <a:pt x="51" y="412"/>
                </a:lnTo>
                <a:lnTo>
                  <a:pt x="51" y="412"/>
                </a:lnTo>
                <a:lnTo>
                  <a:pt x="51" y="413"/>
                </a:lnTo>
                <a:lnTo>
                  <a:pt x="51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60" y="417"/>
                </a:lnTo>
                <a:lnTo>
                  <a:pt x="60" y="417"/>
                </a:lnTo>
                <a:lnTo>
                  <a:pt x="60" y="418"/>
                </a:lnTo>
                <a:lnTo>
                  <a:pt x="60" y="418"/>
                </a:lnTo>
                <a:lnTo>
                  <a:pt x="60" y="418"/>
                </a:lnTo>
                <a:lnTo>
                  <a:pt x="60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9"/>
                </a:lnTo>
                <a:lnTo>
                  <a:pt x="61" y="419"/>
                </a:lnTo>
                <a:lnTo>
                  <a:pt x="61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4"/>
                </a:lnTo>
                <a:lnTo>
                  <a:pt x="67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6"/>
                </a:lnTo>
                <a:lnTo>
                  <a:pt x="68" y="426"/>
                </a:lnTo>
                <a:lnTo>
                  <a:pt x="68" y="426"/>
                </a:lnTo>
                <a:lnTo>
                  <a:pt x="69" y="426"/>
                </a:lnTo>
                <a:lnTo>
                  <a:pt x="69" y="426"/>
                </a:lnTo>
                <a:lnTo>
                  <a:pt x="69" y="426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9"/>
                </a:lnTo>
                <a:lnTo>
                  <a:pt x="70" y="429"/>
                </a:lnTo>
                <a:lnTo>
                  <a:pt x="70" y="429"/>
                </a:lnTo>
                <a:lnTo>
                  <a:pt x="71" y="429"/>
                </a:lnTo>
                <a:lnTo>
                  <a:pt x="71" y="429"/>
                </a:lnTo>
                <a:lnTo>
                  <a:pt x="71" y="429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1"/>
                </a:lnTo>
                <a:lnTo>
                  <a:pt x="71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3"/>
                </a:lnTo>
                <a:lnTo>
                  <a:pt x="73" y="433"/>
                </a:lnTo>
                <a:lnTo>
                  <a:pt x="73" y="433"/>
                </a:lnTo>
                <a:lnTo>
                  <a:pt x="74" y="433"/>
                </a:lnTo>
                <a:lnTo>
                  <a:pt x="74" y="433"/>
                </a:lnTo>
                <a:lnTo>
                  <a:pt x="74" y="433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4"/>
                </a:lnTo>
                <a:lnTo>
                  <a:pt x="76" y="444"/>
                </a:lnTo>
                <a:lnTo>
                  <a:pt x="76" y="444"/>
                </a:lnTo>
                <a:lnTo>
                  <a:pt x="76" y="444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8"/>
                </a:lnTo>
                <a:lnTo>
                  <a:pt x="76" y="448"/>
                </a:lnTo>
                <a:lnTo>
                  <a:pt x="76" y="448"/>
                </a:lnTo>
                <a:lnTo>
                  <a:pt x="76" y="448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2"/>
                </a:lnTo>
                <a:lnTo>
                  <a:pt x="76" y="452"/>
                </a:lnTo>
                <a:lnTo>
                  <a:pt x="76" y="452"/>
                </a:lnTo>
                <a:lnTo>
                  <a:pt x="76" y="452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5"/>
                </a:lnTo>
                <a:lnTo>
                  <a:pt x="76" y="455"/>
                </a:lnTo>
                <a:lnTo>
                  <a:pt x="76" y="455"/>
                </a:lnTo>
                <a:lnTo>
                  <a:pt x="75" y="455"/>
                </a:lnTo>
                <a:lnTo>
                  <a:pt x="75" y="455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9"/>
                </a:lnTo>
                <a:lnTo>
                  <a:pt x="75" y="459"/>
                </a:lnTo>
                <a:lnTo>
                  <a:pt x="75" y="459"/>
                </a:lnTo>
                <a:lnTo>
                  <a:pt x="74" y="459"/>
                </a:lnTo>
                <a:lnTo>
                  <a:pt x="74" y="459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3"/>
                </a:lnTo>
                <a:lnTo>
                  <a:pt x="74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5"/>
                </a:lnTo>
                <a:lnTo>
                  <a:pt x="73" y="465"/>
                </a:lnTo>
                <a:lnTo>
                  <a:pt x="73" y="465"/>
                </a:lnTo>
                <a:lnTo>
                  <a:pt x="71" y="465"/>
                </a:lnTo>
                <a:lnTo>
                  <a:pt x="71" y="465"/>
                </a:lnTo>
                <a:lnTo>
                  <a:pt x="71" y="465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7"/>
                </a:lnTo>
                <a:lnTo>
                  <a:pt x="71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69" y="468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1"/>
                </a:lnTo>
                <a:lnTo>
                  <a:pt x="69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2"/>
                </a:lnTo>
                <a:lnTo>
                  <a:pt x="68" y="472"/>
                </a:lnTo>
                <a:lnTo>
                  <a:pt x="68" y="472"/>
                </a:lnTo>
                <a:lnTo>
                  <a:pt x="68" y="472"/>
                </a:lnTo>
                <a:lnTo>
                  <a:pt x="67" y="472"/>
                </a:lnTo>
                <a:lnTo>
                  <a:pt x="67" y="472"/>
                </a:lnTo>
                <a:lnTo>
                  <a:pt x="67" y="472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6" y="473"/>
                </a:lnTo>
                <a:lnTo>
                  <a:pt x="66" y="473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5" y="474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4" y="475"/>
                </a:lnTo>
                <a:lnTo>
                  <a:pt x="64" y="475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2" y="476"/>
                </a:lnTo>
                <a:lnTo>
                  <a:pt x="62" y="476"/>
                </a:lnTo>
                <a:lnTo>
                  <a:pt x="62" y="477"/>
                </a:lnTo>
                <a:lnTo>
                  <a:pt x="62" y="477"/>
                </a:lnTo>
                <a:lnTo>
                  <a:pt x="62" y="477"/>
                </a:lnTo>
                <a:lnTo>
                  <a:pt x="62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9"/>
                </a:lnTo>
                <a:lnTo>
                  <a:pt x="61" y="479"/>
                </a:lnTo>
                <a:lnTo>
                  <a:pt x="61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8" y="480"/>
                </a:lnTo>
                <a:lnTo>
                  <a:pt x="58" y="480"/>
                </a:lnTo>
                <a:lnTo>
                  <a:pt x="58" y="480"/>
                </a:lnTo>
                <a:lnTo>
                  <a:pt x="58" y="481"/>
                </a:lnTo>
                <a:lnTo>
                  <a:pt x="58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6" y="481"/>
                </a:lnTo>
                <a:lnTo>
                  <a:pt x="56" y="481"/>
                </a:lnTo>
                <a:lnTo>
                  <a:pt x="56" y="482"/>
                </a:lnTo>
                <a:lnTo>
                  <a:pt x="56" y="482"/>
                </a:lnTo>
                <a:lnTo>
                  <a:pt x="56" y="482"/>
                </a:lnTo>
                <a:lnTo>
                  <a:pt x="56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3" y="482"/>
                </a:lnTo>
                <a:lnTo>
                  <a:pt x="53" y="482"/>
                </a:lnTo>
                <a:lnTo>
                  <a:pt x="53" y="483"/>
                </a:lnTo>
                <a:lnTo>
                  <a:pt x="53" y="483"/>
                </a:lnTo>
                <a:lnTo>
                  <a:pt x="53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7" y="484"/>
                </a:lnTo>
                <a:lnTo>
                  <a:pt x="47" y="484"/>
                </a:lnTo>
                <a:lnTo>
                  <a:pt x="47" y="485"/>
                </a:lnTo>
                <a:lnTo>
                  <a:pt x="47" y="485"/>
                </a:lnTo>
                <a:lnTo>
                  <a:pt x="47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2" y="485"/>
                </a:lnTo>
                <a:lnTo>
                  <a:pt x="42" y="485"/>
                </a:lnTo>
                <a:lnTo>
                  <a:pt x="42" y="485"/>
                </a:lnTo>
                <a:lnTo>
                  <a:pt x="42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39" y="485"/>
                </a:lnTo>
                <a:lnTo>
                  <a:pt x="39" y="485"/>
                </a:lnTo>
                <a:lnTo>
                  <a:pt x="39" y="485"/>
                </a:lnTo>
                <a:lnTo>
                  <a:pt x="39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5" y="485"/>
                </a:lnTo>
                <a:lnTo>
                  <a:pt x="35" y="485"/>
                </a:lnTo>
                <a:lnTo>
                  <a:pt x="35" y="485"/>
                </a:lnTo>
                <a:lnTo>
                  <a:pt x="35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0" y="485"/>
                </a:lnTo>
                <a:lnTo>
                  <a:pt x="30" y="484"/>
                </a:lnTo>
                <a:lnTo>
                  <a:pt x="30" y="484"/>
                </a:lnTo>
                <a:lnTo>
                  <a:pt x="30" y="484"/>
                </a:lnTo>
                <a:lnTo>
                  <a:pt x="30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6" y="484"/>
                </a:lnTo>
                <a:lnTo>
                  <a:pt x="26" y="484"/>
                </a:lnTo>
                <a:lnTo>
                  <a:pt x="26" y="484"/>
                </a:lnTo>
                <a:lnTo>
                  <a:pt x="26" y="483"/>
                </a:lnTo>
                <a:lnTo>
                  <a:pt x="26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3" y="483"/>
                </a:lnTo>
                <a:lnTo>
                  <a:pt x="23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1" y="482"/>
                </a:lnTo>
                <a:lnTo>
                  <a:pt x="21" y="482"/>
                </a:lnTo>
                <a:lnTo>
                  <a:pt x="21" y="481"/>
                </a:lnTo>
                <a:lnTo>
                  <a:pt x="21" y="481"/>
                </a:lnTo>
                <a:lnTo>
                  <a:pt x="21" y="481"/>
                </a:lnTo>
                <a:lnTo>
                  <a:pt x="21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7" y="480"/>
                </a:lnTo>
                <a:lnTo>
                  <a:pt x="17" y="480"/>
                </a:lnTo>
                <a:lnTo>
                  <a:pt x="17" y="480"/>
                </a:lnTo>
                <a:lnTo>
                  <a:pt x="17" y="479"/>
                </a:lnTo>
                <a:lnTo>
                  <a:pt x="17" y="479"/>
                </a:lnTo>
                <a:lnTo>
                  <a:pt x="17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4" y="477"/>
                </a:lnTo>
                <a:lnTo>
                  <a:pt x="14" y="477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3" y="476"/>
                </a:lnTo>
                <a:lnTo>
                  <a:pt x="13" y="476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2" y="475"/>
                </a:lnTo>
                <a:lnTo>
                  <a:pt x="12" y="475"/>
                </a:lnTo>
                <a:lnTo>
                  <a:pt x="12" y="475"/>
                </a:lnTo>
                <a:lnTo>
                  <a:pt x="12" y="474"/>
                </a:lnTo>
                <a:lnTo>
                  <a:pt x="12" y="474"/>
                </a:lnTo>
                <a:lnTo>
                  <a:pt x="12" y="474"/>
                </a:lnTo>
                <a:lnTo>
                  <a:pt x="12" y="474"/>
                </a:lnTo>
                <a:lnTo>
                  <a:pt x="11" y="474"/>
                </a:lnTo>
                <a:lnTo>
                  <a:pt x="11" y="474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9" y="473"/>
                </a:lnTo>
                <a:lnTo>
                  <a:pt x="9" y="473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8" y="472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68"/>
                </a:lnTo>
                <a:lnTo>
                  <a:pt x="7" y="468"/>
                </a:lnTo>
                <a:lnTo>
                  <a:pt x="7" y="468"/>
                </a:lnTo>
                <a:lnTo>
                  <a:pt x="7" y="468"/>
                </a:lnTo>
                <a:lnTo>
                  <a:pt x="6" y="468"/>
                </a:lnTo>
                <a:lnTo>
                  <a:pt x="6" y="468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6"/>
                </a:lnTo>
                <a:lnTo>
                  <a:pt x="6" y="466"/>
                </a:lnTo>
                <a:lnTo>
                  <a:pt x="5" y="466"/>
                </a:lnTo>
                <a:lnTo>
                  <a:pt x="5" y="466"/>
                </a:lnTo>
                <a:lnTo>
                  <a:pt x="5" y="466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4"/>
                </a:lnTo>
                <a:lnTo>
                  <a:pt x="5" y="464"/>
                </a:lnTo>
                <a:lnTo>
                  <a:pt x="4" y="464"/>
                </a:lnTo>
                <a:lnTo>
                  <a:pt x="4" y="464"/>
                </a:lnTo>
                <a:lnTo>
                  <a:pt x="4" y="464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2"/>
                </a:lnTo>
                <a:lnTo>
                  <a:pt x="4" y="462"/>
                </a:lnTo>
                <a:lnTo>
                  <a:pt x="4" y="462"/>
                </a:lnTo>
                <a:lnTo>
                  <a:pt x="3" y="462"/>
                </a:lnTo>
                <a:lnTo>
                  <a:pt x="3" y="462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8"/>
                </a:lnTo>
                <a:lnTo>
                  <a:pt x="3" y="458"/>
                </a:lnTo>
                <a:lnTo>
                  <a:pt x="3" y="458"/>
                </a:lnTo>
                <a:lnTo>
                  <a:pt x="2" y="458"/>
                </a:lnTo>
                <a:lnTo>
                  <a:pt x="2" y="458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3"/>
                </a:lnTo>
                <a:lnTo>
                  <a:pt x="2" y="453"/>
                </a:lnTo>
                <a:lnTo>
                  <a:pt x="2" y="453"/>
                </a:lnTo>
                <a:lnTo>
                  <a:pt x="2" y="453"/>
                </a:lnTo>
                <a:lnTo>
                  <a:pt x="0" y="453"/>
                </a:lnTo>
                <a:lnTo>
                  <a:pt x="0" y="452"/>
                </a:lnTo>
                <a:lnTo>
                  <a:pt x="0" y="452"/>
                </a:lnTo>
                <a:lnTo>
                  <a:pt x="0" y="452"/>
                </a:lnTo>
                <a:lnTo>
                  <a:pt x="0" y="452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8"/>
                </a:lnTo>
                <a:lnTo>
                  <a:pt x="0" y="448"/>
                </a:lnTo>
                <a:lnTo>
                  <a:pt x="0" y="448"/>
                </a:lnTo>
                <a:lnTo>
                  <a:pt x="0" y="448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4"/>
                </a:lnTo>
                <a:lnTo>
                  <a:pt x="2" y="444"/>
                </a:lnTo>
                <a:lnTo>
                  <a:pt x="2" y="444"/>
                </a:lnTo>
                <a:lnTo>
                  <a:pt x="2" y="444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8"/>
                </a:lnTo>
                <a:lnTo>
                  <a:pt x="2" y="438"/>
                </a:lnTo>
                <a:lnTo>
                  <a:pt x="2" y="438"/>
                </a:lnTo>
                <a:lnTo>
                  <a:pt x="3" y="438"/>
                </a:lnTo>
                <a:lnTo>
                  <a:pt x="3" y="438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5"/>
                </a:lnTo>
                <a:lnTo>
                  <a:pt x="3" y="435"/>
                </a:lnTo>
                <a:lnTo>
                  <a:pt x="3" y="435"/>
                </a:lnTo>
                <a:lnTo>
                  <a:pt x="4" y="435"/>
                </a:lnTo>
                <a:lnTo>
                  <a:pt x="4" y="435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2"/>
                </a:lnTo>
                <a:lnTo>
                  <a:pt x="4" y="432"/>
                </a:lnTo>
                <a:lnTo>
                  <a:pt x="4" y="432"/>
                </a:lnTo>
                <a:lnTo>
                  <a:pt x="4" y="432"/>
                </a:lnTo>
                <a:lnTo>
                  <a:pt x="5" y="432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0"/>
                </a:lnTo>
                <a:lnTo>
                  <a:pt x="5" y="430"/>
                </a:lnTo>
                <a:lnTo>
                  <a:pt x="5" y="430"/>
                </a:lnTo>
                <a:lnTo>
                  <a:pt x="5" y="430"/>
                </a:lnTo>
                <a:lnTo>
                  <a:pt x="6" y="430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8"/>
                </a:lnTo>
                <a:lnTo>
                  <a:pt x="6" y="428"/>
                </a:lnTo>
                <a:lnTo>
                  <a:pt x="6" y="428"/>
                </a:lnTo>
                <a:lnTo>
                  <a:pt x="7" y="428"/>
                </a:lnTo>
                <a:lnTo>
                  <a:pt x="7" y="428"/>
                </a:lnTo>
                <a:lnTo>
                  <a:pt x="7" y="428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4"/>
                </a:lnTo>
                <a:lnTo>
                  <a:pt x="8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3"/>
                </a:lnTo>
                <a:lnTo>
                  <a:pt x="9" y="423"/>
                </a:lnTo>
                <a:lnTo>
                  <a:pt x="9" y="423"/>
                </a:lnTo>
                <a:lnTo>
                  <a:pt x="11" y="423"/>
                </a:lnTo>
                <a:lnTo>
                  <a:pt x="11" y="423"/>
                </a:lnTo>
                <a:lnTo>
                  <a:pt x="11" y="423"/>
                </a:lnTo>
                <a:lnTo>
                  <a:pt x="11" y="422"/>
                </a:lnTo>
                <a:lnTo>
                  <a:pt x="11" y="422"/>
                </a:lnTo>
                <a:lnTo>
                  <a:pt x="11" y="422"/>
                </a:lnTo>
                <a:lnTo>
                  <a:pt x="11" y="422"/>
                </a:lnTo>
                <a:lnTo>
                  <a:pt x="12" y="422"/>
                </a:lnTo>
                <a:lnTo>
                  <a:pt x="12" y="422"/>
                </a:lnTo>
                <a:lnTo>
                  <a:pt x="12" y="422"/>
                </a:lnTo>
                <a:lnTo>
                  <a:pt x="12" y="421"/>
                </a:lnTo>
                <a:lnTo>
                  <a:pt x="12" y="421"/>
                </a:lnTo>
                <a:lnTo>
                  <a:pt x="12" y="421"/>
                </a:lnTo>
                <a:lnTo>
                  <a:pt x="12" y="421"/>
                </a:lnTo>
                <a:lnTo>
                  <a:pt x="13" y="421"/>
                </a:lnTo>
                <a:lnTo>
                  <a:pt x="13" y="421"/>
                </a:lnTo>
                <a:lnTo>
                  <a:pt x="13" y="421"/>
                </a:lnTo>
                <a:lnTo>
                  <a:pt x="13" y="420"/>
                </a:lnTo>
                <a:lnTo>
                  <a:pt x="13" y="420"/>
                </a:lnTo>
                <a:lnTo>
                  <a:pt x="13" y="420"/>
                </a:lnTo>
                <a:lnTo>
                  <a:pt x="13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19"/>
                </a:lnTo>
                <a:lnTo>
                  <a:pt x="14" y="419"/>
                </a:lnTo>
                <a:lnTo>
                  <a:pt x="14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7" y="418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5"/>
                </a:lnTo>
                <a:lnTo>
                  <a:pt x="18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1" y="415"/>
                </a:lnTo>
                <a:lnTo>
                  <a:pt x="21" y="415"/>
                </a:lnTo>
                <a:lnTo>
                  <a:pt x="21" y="414"/>
                </a:lnTo>
                <a:lnTo>
                  <a:pt x="21" y="414"/>
                </a:lnTo>
                <a:lnTo>
                  <a:pt x="21" y="414"/>
                </a:lnTo>
                <a:lnTo>
                  <a:pt x="21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3" y="414"/>
                </a:lnTo>
                <a:lnTo>
                  <a:pt x="23" y="414"/>
                </a:lnTo>
                <a:lnTo>
                  <a:pt x="23" y="413"/>
                </a:lnTo>
                <a:lnTo>
                  <a:pt x="23" y="413"/>
                </a:lnTo>
                <a:lnTo>
                  <a:pt x="23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30" y="412"/>
                </a:lnTo>
                <a:lnTo>
                  <a:pt x="30" y="411"/>
                </a:lnTo>
                <a:lnTo>
                  <a:pt x="30" y="411"/>
                </a:lnTo>
                <a:lnTo>
                  <a:pt x="30" y="411"/>
                </a:lnTo>
                <a:lnTo>
                  <a:pt x="30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5" y="411"/>
                </a:lnTo>
                <a:lnTo>
                  <a:pt x="35" y="411"/>
                </a:lnTo>
                <a:lnTo>
                  <a:pt x="35" y="411"/>
                </a:lnTo>
                <a:lnTo>
                  <a:pt x="35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9" y="411"/>
                </a:lnTo>
                <a:lnTo>
                  <a:pt x="39" y="411"/>
                </a:lnTo>
                <a:close/>
                <a:moveTo>
                  <a:pt x="42" y="404"/>
                </a:moveTo>
                <a:lnTo>
                  <a:pt x="34" y="404"/>
                </a:lnTo>
                <a:lnTo>
                  <a:pt x="34" y="388"/>
                </a:lnTo>
                <a:lnTo>
                  <a:pt x="42" y="388"/>
                </a:lnTo>
                <a:lnTo>
                  <a:pt x="42" y="404"/>
                </a:lnTo>
                <a:lnTo>
                  <a:pt x="42" y="404"/>
                </a:lnTo>
                <a:close/>
                <a:moveTo>
                  <a:pt x="42" y="357"/>
                </a:moveTo>
                <a:lnTo>
                  <a:pt x="34" y="357"/>
                </a:lnTo>
                <a:lnTo>
                  <a:pt x="34" y="341"/>
                </a:lnTo>
                <a:lnTo>
                  <a:pt x="42" y="341"/>
                </a:lnTo>
                <a:lnTo>
                  <a:pt x="42" y="357"/>
                </a:lnTo>
                <a:lnTo>
                  <a:pt x="42" y="357"/>
                </a:lnTo>
                <a:close/>
                <a:moveTo>
                  <a:pt x="42" y="310"/>
                </a:moveTo>
                <a:lnTo>
                  <a:pt x="34" y="310"/>
                </a:lnTo>
                <a:lnTo>
                  <a:pt x="34" y="294"/>
                </a:lnTo>
                <a:lnTo>
                  <a:pt x="42" y="294"/>
                </a:lnTo>
                <a:lnTo>
                  <a:pt x="42" y="310"/>
                </a:lnTo>
                <a:lnTo>
                  <a:pt x="42" y="310"/>
                </a:lnTo>
                <a:close/>
                <a:moveTo>
                  <a:pt x="39" y="267"/>
                </a:moveTo>
                <a:lnTo>
                  <a:pt x="39" y="259"/>
                </a:lnTo>
                <a:lnTo>
                  <a:pt x="55" y="259"/>
                </a:lnTo>
                <a:lnTo>
                  <a:pt x="55" y="267"/>
                </a:lnTo>
                <a:lnTo>
                  <a:pt x="39" y="267"/>
                </a:lnTo>
                <a:lnTo>
                  <a:pt x="39" y="267"/>
                </a:lnTo>
                <a:close/>
                <a:moveTo>
                  <a:pt x="86" y="267"/>
                </a:moveTo>
                <a:lnTo>
                  <a:pt x="86" y="259"/>
                </a:lnTo>
                <a:lnTo>
                  <a:pt x="102" y="259"/>
                </a:lnTo>
                <a:lnTo>
                  <a:pt x="102" y="267"/>
                </a:lnTo>
                <a:lnTo>
                  <a:pt x="86" y="267"/>
                </a:lnTo>
                <a:lnTo>
                  <a:pt x="86" y="267"/>
                </a:lnTo>
                <a:close/>
                <a:moveTo>
                  <a:pt x="133" y="267"/>
                </a:moveTo>
                <a:lnTo>
                  <a:pt x="133" y="259"/>
                </a:lnTo>
                <a:lnTo>
                  <a:pt x="148" y="259"/>
                </a:lnTo>
                <a:lnTo>
                  <a:pt x="148" y="267"/>
                </a:lnTo>
                <a:lnTo>
                  <a:pt x="133" y="267"/>
                </a:lnTo>
                <a:lnTo>
                  <a:pt x="133" y="267"/>
                </a:lnTo>
                <a:close/>
                <a:moveTo>
                  <a:pt x="179" y="267"/>
                </a:moveTo>
                <a:lnTo>
                  <a:pt x="179" y="259"/>
                </a:lnTo>
                <a:lnTo>
                  <a:pt x="195" y="259"/>
                </a:lnTo>
                <a:lnTo>
                  <a:pt x="195" y="267"/>
                </a:lnTo>
                <a:lnTo>
                  <a:pt x="179" y="267"/>
                </a:lnTo>
                <a:lnTo>
                  <a:pt x="179" y="267"/>
                </a:lnTo>
                <a:close/>
                <a:moveTo>
                  <a:pt x="227" y="267"/>
                </a:moveTo>
                <a:lnTo>
                  <a:pt x="227" y="259"/>
                </a:lnTo>
                <a:lnTo>
                  <a:pt x="243" y="259"/>
                </a:lnTo>
                <a:lnTo>
                  <a:pt x="243" y="267"/>
                </a:lnTo>
                <a:lnTo>
                  <a:pt x="227" y="267"/>
                </a:lnTo>
                <a:lnTo>
                  <a:pt x="227" y="267"/>
                </a:lnTo>
                <a:close/>
                <a:moveTo>
                  <a:pt x="274" y="267"/>
                </a:moveTo>
                <a:lnTo>
                  <a:pt x="274" y="259"/>
                </a:lnTo>
                <a:lnTo>
                  <a:pt x="290" y="259"/>
                </a:lnTo>
                <a:lnTo>
                  <a:pt x="290" y="267"/>
                </a:lnTo>
                <a:lnTo>
                  <a:pt x="274" y="267"/>
                </a:lnTo>
                <a:lnTo>
                  <a:pt x="274" y="267"/>
                </a:lnTo>
                <a:close/>
                <a:moveTo>
                  <a:pt x="321" y="267"/>
                </a:moveTo>
                <a:lnTo>
                  <a:pt x="321" y="259"/>
                </a:lnTo>
                <a:lnTo>
                  <a:pt x="337" y="259"/>
                </a:lnTo>
                <a:lnTo>
                  <a:pt x="337" y="267"/>
                </a:lnTo>
                <a:lnTo>
                  <a:pt x="321" y="267"/>
                </a:lnTo>
                <a:lnTo>
                  <a:pt x="321" y="267"/>
                </a:lnTo>
                <a:close/>
                <a:moveTo>
                  <a:pt x="369" y="267"/>
                </a:moveTo>
                <a:lnTo>
                  <a:pt x="369" y="259"/>
                </a:lnTo>
                <a:lnTo>
                  <a:pt x="384" y="259"/>
                </a:lnTo>
                <a:lnTo>
                  <a:pt x="384" y="267"/>
                </a:lnTo>
                <a:lnTo>
                  <a:pt x="369" y="267"/>
                </a:lnTo>
                <a:lnTo>
                  <a:pt x="369" y="267"/>
                </a:lnTo>
                <a:close/>
                <a:moveTo>
                  <a:pt x="416" y="267"/>
                </a:moveTo>
                <a:lnTo>
                  <a:pt x="416" y="259"/>
                </a:lnTo>
                <a:lnTo>
                  <a:pt x="432" y="259"/>
                </a:lnTo>
                <a:lnTo>
                  <a:pt x="432" y="267"/>
                </a:lnTo>
                <a:lnTo>
                  <a:pt x="416" y="267"/>
                </a:lnTo>
                <a:lnTo>
                  <a:pt x="416" y="267"/>
                </a:lnTo>
                <a:close/>
                <a:moveTo>
                  <a:pt x="454" y="251"/>
                </a:moveTo>
                <a:lnTo>
                  <a:pt x="447" y="251"/>
                </a:lnTo>
                <a:lnTo>
                  <a:pt x="447" y="235"/>
                </a:lnTo>
                <a:lnTo>
                  <a:pt x="454" y="235"/>
                </a:lnTo>
                <a:lnTo>
                  <a:pt x="454" y="251"/>
                </a:lnTo>
                <a:lnTo>
                  <a:pt x="454" y="251"/>
                </a:lnTo>
                <a:close/>
                <a:moveTo>
                  <a:pt x="454" y="204"/>
                </a:moveTo>
                <a:lnTo>
                  <a:pt x="447" y="204"/>
                </a:lnTo>
                <a:lnTo>
                  <a:pt x="447" y="188"/>
                </a:lnTo>
                <a:lnTo>
                  <a:pt x="454" y="188"/>
                </a:lnTo>
                <a:lnTo>
                  <a:pt x="454" y="204"/>
                </a:lnTo>
                <a:lnTo>
                  <a:pt x="454" y="204"/>
                </a:lnTo>
                <a:close/>
                <a:moveTo>
                  <a:pt x="454" y="156"/>
                </a:moveTo>
                <a:lnTo>
                  <a:pt x="447" y="156"/>
                </a:lnTo>
                <a:lnTo>
                  <a:pt x="447" y="141"/>
                </a:lnTo>
                <a:lnTo>
                  <a:pt x="454" y="141"/>
                </a:lnTo>
                <a:lnTo>
                  <a:pt x="454" y="156"/>
                </a:lnTo>
                <a:lnTo>
                  <a:pt x="454" y="156"/>
                </a:lnTo>
                <a:close/>
                <a:moveTo>
                  <a:pt x="454" y="109"/>
                </a:moveTo>
                <a:lnTo>
                  <a:pt x="447" y="109"/>
                </a:lnTo>
                <a:lnTo>
                  <a:pt x="447" y="93"/>
                </a:lnTo>
                <a:lnTo>
                  <a:pt x="454" y="93"/>
                </a:lnTo>
                <a:lnTo>
                  <a:pt x="454" y="109"/>
                </a:lnTo>
                <a:lnTo>
                  <a:pt x="454" y="109"/>
                </a:lnTo>
                <a:close/>
                <a:moveTo>
                  <a:pt x="454" y="62"/>
                </a:moveTo>
                <a:lnTo>
                  <a:pt x="447" y="62"/>
                </a:lnTo>
                <a:lnTo>
                  <a:pt x="447" y="47"/>
                </a:lnTo>
                <a:lnTo>
                  <a:pt x="454" y="47"/>
                </a:lnTo>
                <a:lnTo>
                  <a:pt x="454" y="62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79">
            <a:extLst>
              <a:ext uri="{FF2B5EF4-FFF2-40B4-BE49-F238E27FC236}">
                <a16:creationId xmlns:a16="http://schemas.microsoft.com/office/drawing/2014/main" id="{C1793431-671C-2A8A-E8E9-D281F0D9AAFB}"/>
              </a:ext>
            </a:extLst>
          </p:cNvPr>
          <p:cNvSpPr>
            <a:spLocks noEditPoints="1"/>
          </p:cNvSpPr>
          <p:nvPr/>
        </p:nvSpPr>
        <p:spPr bwMode="auto">
          <a:xfrm>
            <a:off x="3400871" y="2970213"/>
            <a:ext cx="895350" cy="352425"/>
          </a:xfrm>
          <a:custGeom>
            <a:avLst/>
            <a:gdLst>
              <a:gd name="T0" fmla="*/ 521 w 564"/>
              <a:gd name="T1" fmla="*/ 156 h 222"/>
              <a:gd name="T2" fmla="*/ 515 w 564"/>
              <a:gd name="T3" fmla="*/ 157 h 222"/>
              <a:gd name="T4" fmla="*/ 511 w 564"/>
              <a:gd name="T5" fmla="*/ 160 h 222"/>
              <a:gd name="T6" fmla="*/ 506 w 564"/>
              <a:gd name="T7" fmla="*/ 163 h 222"/>
              <a:gd name="T8" fmla="*/ 502 w 564"/>
              <a:gd name="T9" fmla="*/ 168 h 222"/>
              <a:gd name="T10" fmla="*/ 499 w 564"/>
              <a:gd name="T11" fmla="*/ 174 h 222"/>
              <a:gd name="T12" fmla="*/ 497 w 564"/>
              <a:gd name="T13" fmla="*/ 179 h 222"/>
              <a:gd name="T14" fmla="*/ 496 w 564"/>
              <a:gd name="T15" fmla="*/ 185 h 222"/>
              <a:gd name="T16" fmla="*/ 497 w 564"/>
              <a:gd name="T17" fmla="*/ 192 h 222"/>
              <a:gd name="T18" fmla="*/ 499 w 564"/>
              <a:gd name="T19" fmla="*/ 197 h 222"/>
              <a:gd name="T20" fmla="*/ 502 w 564"/>
              <a:gd name="T21" fmla="*/ 202 h 222"/>
              <a:gd name="T22" fmla="*/ 506 w 564"/>
              <a:gd name="T23" fmla="*/ 206 h 222"/>
              <a:gd name="T24" fmla="*/ 511 w 564"/>
              <a:gd name="T25" fmla="*/ 210 h 222"/>
              <a:gd name="T26" fmla="*/ 516 w 564"/>
              <a:gd name="T27" fmla="*/ 213 h 222"/>
              <a:gd name="T28" fmla="*/ 522 w 564"/>
              <a:gd name="T29" fmla="*/ 214 h 222"/>
              <a:gd name="T30" fmla="*/ 528 w 564"/>
              <a:gd name="T31" fmla="*/ 214 h 222"/>
              <a:gd name="T32" fmla="*/ 534 w 564"/>
              <a:gd name="T33" fmla="*/ 213 h 222"/>
              <a:gd name="T34" fmla="*/ 540 w 564"/>
              <a:gd name="T35" fmla="*/ 212 h 222"/>
              <a:gd name="T36" fmla="*/ 544 w 564"/>
              <a:gd name="T37" fmla="*/ 209 h 222"/>
              <a:gd name="T38" fmla="*/ 549 w 564"/>
              <a:gd name="T39" fmla="*/ 204 h 222"/>
              <a:gd name="T40" fmla="*/ 552 w 564"/>
              <a:gd name="T41" fmla="*/ 200 h 222"/>
              <a:gd name="T42" fmla="*/ 555 w 564"/>
              <a:gd name="T43" fmla="*/ 194 h 222"/>
              <a:gd name="T44" fmla="*/ 556 w 564"/>
              <a:gd name="T45" fmla="*/ 188 h 222"/>
              <a:gd name="T46" fmla="*/ 556 w 564"/>
              <a:gd name="T47" fmla="*/ 182 h 222"/>
              <a:gd name="T48" fmla="*/ 555 w 564"/>
              <a:gd name="T49" fmla="*/ 176 h 222"/>
              <a:gd name="T50" fmla="*/ 552 w 564"/>
              <a:gd name="T51" fmla="*/ 170 h 222"/>
              <a:gd name="T52" fmla="*/ 549 w 564"/>
              <a:gd name="T53" fmla="*/ 166 h 222"/>
              <a:gd name="T54" fmla="*/ 544 w 564"/>
              <a:gd name="T55" fmla="*/ 161 h 222"/>
              <a:gd name="T56" fmla="*/ 539 w 564"/>
              <a:gd name="T57" fmla="*/ 158 h 222"/>
              <a:gd name="T58" fmla="*/ 534 w 564"/>
              <a:gd name="T59" fmla="*/ 157 h 222"/>
              <a:gd name="T60" fmla="*/ 528 w 564"/>
              <a:gd name="T61" fmla="*/ 156 h 222"/>
              <a:gd name="T62" fmla="*/ 489 w 564"/>
              <a:gd name="T63" fmla="*/ 176 h 222"/>
              <a:gd name="T64" fmla="*/ 493 w 564"/>
              <a:gd name="T65" fmla="*/ 169 h 222"/>
              <a:gd name="T66" fmla="*/ 496 w 564"/>
              <a:gd name="T67" fmla="*/ 162 h 222"/>
              <a:gd name="T68" fmla="*/ 502 w 564"/>
              <a:gd name="T69" fmla="*/ 157 h 222"/>
              <a:gd name="T70" fmla="*/ 507 w 564"/>
              <a:gd name="T71" fmla="*/ 152 h 222"/>
              <a:gd name="T72" fmla="*/ 514 w 564"/>
              <a:gd name="T73" fmla="*/ 149 h 222"/>
              <a:gd name="T74" fmla="*/ 522 w 564"/>
              <a:gd name="T75" fmla="*/ 148 h 222"/>
              <a:gd name="T76" fmla="*/ 530 w 564"/>
              <a:gd name="T77" fmla="*/ 148 h 222"/>
              <a:gd name="T78" fmla="*/ 538 w 564"/>
              <a:gd name="T79" fmla="*/ 149 h 222"/>
              <a:gd name="T80" fmla="*/ 544 w 564"/>
              <a:gd name="T81" fmla="*/ 152 h 222"/>
              <a:gd name="T82" fmla="*/ 550 w 564"/>
              <a:gd name="T83" fmla="*/ 156 h 222"/>
              <a:gd name="T84" fmla="*/ 556 w 564"/>
              <a:gd name="T85" fmla="*/ 161 h 222"/>
              <a:gd name="T86" fmla="*/ 559 w 564"/>
              <a:gd name="T87" fmla="*/ 168 h 222"/>
              <a:gd name="T88" fmla="*/ 562 w 564"/>
              <a:gd name="T89" fmla="*/ 175 h 222"/>
              <a:gd name="T90" fmla="*/ 564 w 564"/>
              <a:gd name="T91" fmla="*/ 183 h 222"/>
              <a:gd name="T92" fmla="*/ 564 w 564"/>
              <a:gd name="T93" fmla="*/ 191 h 222"/>
              <a:gd name="T94" fmla="*/ 561 w 564"/>
              <a:gd name="T95" fmla="*/ 197 h 222"/>
              <a:gd name="T96" fmla="*/ 558 w 564"/>
              <a:gd name="T97" fmla="*/ 204 h 222"/>
              <a:gd name="T98" fmla="*/ 553 w 564"/>
              <a:gd name="T99" fmla="*/ 211 h 222"/>
              <a:gd name="T100" fmla="*/ 548 w 564"/>
              <a:gd name="T101" fmla="*/ 215 h 222"/>
              <a:gd name="T102" fmla="*/ 542 w 564"/>
              <a:gd name="T103" fmla="*/ 219 h 222"/>
              <a:gd name="T104" fmla="*/ 534 w 564"/>
              <a:gd name="T105" fmla="*/ 222 h 222"/>
              <a:gd name="T106" fmla="*/ 526 w 564"/>
              <a:gd name="T107" fmla="*/ 222 h 222"/>
              <a:gd name="T108" fmla="*/ 519 w 564"/>
              <a:gd name="T109" fmla="*/ 222 h 222"/>
              <a:gd name="T110" fmla="*/ 512 w 564"/>
              <a:gd name="T111" fmla="*/ 220 h 222"/>
              <a:gd name="T112" fmla="*/ 505 w 564"/>
              <a:gd name="T113" fmla="*/ 216 h 222"/>
              <a:gd name="T114" fmla="*/ 499 w 564"/>
              <a:gd name="T115" fmla="*/ 211 h 222"/>
              <a:gd name="T116" fmla="*/ 495 w 564"/>
              <a:gd name="T117" fmla="*/ 205 h 222"/>
              <a:gd name="T118" fmla="*/ 491 w 564"/>
              <a:gd name="T119" fmla="*/ 198 h 222"/>
              <a:gd name="T120" fmla="*/ 489 w 564"/>
              <a:gd name="T121" fmla="*/ 192 h 222"/>
              <a:gd name="T122" fmla="*/ 353 w 564"/>
              <a:gd name="T123" fmla="*/ 182 h 222"/>
              <a:gd name="T124" fmla="*/ 70 w 564"/>
              <a:gd name="T125" fmla="*/ 188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4" h="222">
                <a:moveTo>
                  <a:pt x="7" y="16"/>
                </a:moveTo>
                <a:lnTo>
                  <a:pt x="0" y="16"/>
                </a:lnTo>
                <a:lnTo>
                  <a:pt x="0" y="0"/>
                </a:lnTo>
                <a:lnTo>
                  <a:pt x="7" y="0"/>
                </a:lnTo>
                <a:lnTo>
                  <a:pt x="7" y="16"/>
                </a:lnTo>
                <a:lnTo>
                  <a:pt x="7" y="16"/>
                </a:lnTo>
                <a:close/>
                <a:moveTo>
                  <a:pt x="526" y="156"/>
                </a:moveTo>
                <a:lnTo>
                  <a:pt x="526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19" y="156"/>
                </a:lnTo>
                <a:lnTo>
                  <a:pt x="519" y="156"/>
                </a:lnTo>
                <a:lnTo>
                  <a:pt x="519" y="157"/>
                </a:lnTo>
                <a:lnTo>
                  <a:pt x="519" y="157"/>
                </a:lnTo>
                <a:lnTo>
                  <a:pt x="519" y="157"/>
                </a:lnTo>
                <a:lnTo>
                  <a:pt x="519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5" y="157"/>
                </a:lnTo>
                <a:lnTo>
                  <a:pt x="515" y="157"/>
                </a:lnTo>
                <a:lnTo>
                  <a:pt x="515" y="157"/>
                </a:lnTo>
                <a:lnTo>
                  <a:pt x="515" y="158"/>
                </a:lnTo>
                <a:lnTo>
                  <a:pt x="515" y="158"/>
                </a:lnTo>
                <a:lnTo>
                  <a:pt x="515" y="158"/>
                </a:lnTo>
                <a:lnTo>
                  <a:pt x="515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9"/>
                </a:lnTo>
                <a:lnTo>
                  <a:pt x="513" y="159"/>
                </a:lnTo>
                <a:lnTo>
                  <a:pt x="513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1" y="159"/>
                </a:lnTo>
                <a:lnTo>
                  <a:pt x="511" y="159"/>
                </a:lnTo>
                <a:lnTo>
                  <a:pt x="511" y="159"/>
                </a:lnTo>
                <a:lnTo>
                  <a:pt x="511" y="160"/>
                </a:lnTo>
                <a:lnTo>
                  <a:pt x="511" y="160"/>
                </a:lnTo>
                <a:lnTo>
                  <a:pt x="511" y="160"/>
                </a:lnTo>
                <a:lnTo>
                  <a:pt x="511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7" y="161"/>
                </a:lnTo>
                <a:lnTo>
                  <a:pt x="507" y="161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4" y="165"/>
                </a:lnTo>
                <a:lnTo>
                  <a:pt x="504" y="165"/>
                </a:lnTo>
                <a:lnTo>
                  <a:pt x="504" y="165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3" y="166"/>
                </a:lnTo>
                <a:lnTo>
                  <a:pt x="503" y="166"/>
                </a:lnTo>
                <a:lnTo>
                  <a:pt x="503" y="166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2" y="167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9"/>
                </a:lnTo>
                <a:lnTo>
                  <a:pt x="502" y="169"/>
                </a:lnTo>
                <a:lnTo>
                  <a:pt x="502" y="169"/>
                </a:lnTo>
                <a:lnTo>
                  <a:pt x="502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4"/>
                </a:lnTo>
                <a:lnTo>
                  <a:pt x="499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3"/>
                </a:lnTo>
                <a:lnTo>
                  <a:pt x="497" y="183"/>
                </a:lnTo>
                <a:lnTo>
                  <a:pt x="497" y="183"/>
                </a:lnTo>
                <a:lnTo>
                  <a:pt x="496" y="183"/>
                </a:lnTo>
                <a:lnTo>
                  <a:pt x="496" y="183"/>
                </a:lnTo>
                <a:lnTo>
                  <a:pt x="496" y="183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7"/>
                </a:lnTo>
                <a:lnTo>
                  <a:pt x="496" y="187"/>
                </a:lnTo>
                <a:lnTo>
                  <a:pt x="496" y="187"/>
                </a:lnTo>
                <a:lnTo>
                  <a:pt x="497" y="187"/>
                </a:lnTo>
                <a:lnTo>
                  <a:pt x="497" y="187"/>
                </a:lnTo>
                <a:lnTo>
                  <a:pt x="497" y="187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9" y="196"/>
                </a:lnTo>
                <a:lnTo>
                  <a:pt x="499" y="196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500" y="198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1"/>
                </a:lnTo>
                <a:lnTo>
                  <a:pt x="500" y="201"/>
                </a:lnTo>
                <a:lnTo>
                  <a:pt x="500" y="201"/>
                </a:lnTo>
                <a:lnTo>
                  <a:pt x="500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4"/>
                </a:lnTo>
                <a:lnTo>
                  <a:pt x="503" y="204"/>
                </a:lnTo>
                <a:lnTo>
                  <a:pt x="503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5"/>
                </a:lnTo>
                <a:lnTo>
                  <a:pt x="504" y="205"/>
                </a:lnTo>
                <a:lnTo>
                  <a:pt x="504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6"/>
                </a:lnTo>
                <a:lnTo>
                  <a:pt x="505" y="206"/>
                </a:lnTo>
                <a:lnTo>
                  <a:pt x="505" y="206"/>
                </a:lnTo>
                <a:lnTo>
                  <a:pt x="505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7"/>
                </a:lnTo>
                <a:lnTo>
                  <a:pt x="506" y="207"/>
                </a:lnTo>
                <a:lnTo>
                  <a:pt x="506" y="207"/>
                </a:lnTo>
                <a:lnTo>
                  <a:pt x="506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9"/>
                </a:lnTo>
                <a:lnTo>
                  <a:pt x="507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9" y="209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1"/>
                </a:lnTo>
                <a:lnTo>
                  <a:pt x="511" y="211"/>
                </a:lnTo>
                <a:lnTo>
                  <a:pt x="511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3" y="211"/>
                </a:lnTo>
                <a:lnTo>
                  <a:pt x="513" y="211"/>
                </a:lnTo>
                <a:lnTo>
                  <a:pt x="513" y="211"/>
                </a:lnTo>
                <a:lnTo>
                  <a:pt x="513" y="212"/>
                </a:lnTo>
                <a:lnTo>
                  <a:pt x="513" y="212"/>
                </a:lnTo>
                <a:lnTo>
                  <a:pt x="513" y="212"/>
                </a:lnTo>
                <a:lnTo>
                  <a:pt x="513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3"/>
                </a:lnTo>
                <a:lnTo>
                  <a:pt x="515" y="213"/>
                </a:lnTo>
                <a:lnTo>
                  <a:pt x="515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4"/>
                </a:lnTo>
                <a:lnTo>
                  <a:pt x="519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40" y="212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09"/>
                </a:lnTo>
                <a:lnTo>
                  <a:pt x="543" y="209"/>
                </a:lnTo>
                <a:lnTo>
                  <a:pt x="543" y="209"/>
                </a:lnTo>
                <a:lnTo>
                  <a:pt x="543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7" y="207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8" y="206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2"/>
                </a:lnTo>
                <a:lnTo>
                  <a:pt x="550" y="202"/>
                </a:lnTo>
                <a:lnTo>
                  <a:pt x="550" y="202"/>
                </a:lnTo>
                <a:lnTo>
                  <a:pt x="550" y="202"/>
                </a:lnTo>
                <a:lnTo>
                  <a:pt x="551" y="202"/>
                </a:lnTo>
                <a:lnTo>
                  <a:pt x="551" y="202"/>
                </a:lnTo>
                <a:lnTo>
                  <a:pt x="551" y="202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2"/>
                </a:lnTo>
                <a:lnTo>
                  <a:pt x="555" y="192"/>
                </a:lnTo>
                <a:lnTo>
                  <a:pt x="555" y="192"/>
                </a:lnTo>
                <a:lnTo>
                  <a:pt x="555" y="192"/>
                </a:lnTo>
                <a:lnTo>
                  <a:pt x="556" y="192"/>
                </a:lnTo>
                <a:lnTo>
                  <a:pt x="556" y="192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8"/>
                </a:lnTo>
                <a:lnTo>
                  <a:pt x="556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3" y="175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8"/>
                </a:lnTo>
                <a:lnTo>
                  <a:pt x="551" y="168"/>
                </a:lnTo>
                <a:lnTo>
                  <a:pt x="551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49" y="167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4" y="162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0"/>
                </a:lnTo>
                <a:lnTo>
                  <a:pt x="543" y="160"/>
                </a:lnTo>
                <a:lnTo>
                  <a:pt x="543" y="160"/>
                </a:lnTo>
                <a:lnTo>
                  <a:pt x="543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close/>
                <a:moveTo>
                  <a:pt x="489" y="182"/>
                </a:move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8"/>
                </a:lnTo>
                <a:lnTo>
                  <a:pt x="489" y="178"/>
                </a:lnTo>
                <a:lnTo>
                  <a:pt x="489" y="178"/>
                </a:lnTo>
                <a:lnTo>
                  <a:pt x="489" y="178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69"/>
                </a:lnTo>
                <a:lnTo>
                  <a:pt x="491" y="169"/>
                </a:lnTo>
                <a:lnTo>
                  <a:pt x="491" y="169"/>
                </a:lnTo>
                <a:lnTo>
                  <a:pt x="493" y="169"/>
                </a:lnTo>
                <a:lnTo>
                  <a:pt x="493" y="169"/>
                </a:lnTo>
                <a:lnTo>
                  <a:pt x="493" y="169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7"/>
                </a:lnTo>
                <a:lnTo>
                  <a:pt x="493" y="167"/>
                </a:lnTo>
                <a:lnTo>
                  <a:pt x="493" y="167"/>
                </a:lnTo>
                <a:lnTo>
                  <a:pt x="494" y="167"/>
                </a:lnTo>
                <a:lnTo>
                  <a:pt x="494" y="167"/>
                </a:lnTo>
                <a:lnTo>
                  <a:pt x="494" y="167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6" y="163"/>
                </a:lnTo>
                <a:lnTo>
                  <a:pt x="496" y="163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0"/>
                </a:lnTo>
                <a:lnTo>
                  <a:pt x="497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59"/>
                </a:lnTo>
                <a:lnTo>
                  <a:pt x="498" y="159"/>
                </a:lnTo>
                <a:lnTo>
                  <a:pt x="498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8"/>
                </a:lnTo>
                <a:lnTo>
                  <a:pt x="499" y="158"/>
                </a:lnTo>
                <a:lnTo>
                  <a:pt x="499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7"/>
                </a:lnTo>
                <a:lnTo>
                  <a:pt x="500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6"/>
                </a:lnTo>
                <a:lnTo>
                  <a:pt x="502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5" y="154"/>
                </a:lnTo>
                <a:lnTo>
                  <a:pt x="505" y="154"/>
                </a:lnTo>
                <a:lnTo>
                  <a:pt x="505" y="153"/>
                </a:lnTo>
                <a:lnTo>
                  <a:pt x="505" y="153"/>
                </a:lnTo>
                <a:lnTo>
                  <a:pt x="505" y="153"/>
                </a:lnTo>
                <a:lnTo>
                  <a:pt x="505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1"/>
                </a:lnTo>
                <a:lnTo>
                  <a:pt x="508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0"/>
                </a:lnTo>
                <a:lnTo>
                  <a:pt x="511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4" y="150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7" y="149"/>
                </a:lnTo>
                <a:lnTo>
                  <a:pt x="517" y="149"/>
                </a:lnTo>
                <a:lnTo>
                  <a:pt x="517" y="149"/>
                </a:lnTo>
                <a:lnTo>
                  <a:pt x="517" y="148"/>
                </a:lnTo>
                <a:lnTo>
                  <a:pt x="517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20" y="148"/>
                </a:lnTo>
                <a:lnTo>
                  <a:pt x="520" y="148"/>
                </a:lnTo>
                <a:lnTo>
                  <a:pt x="520" y="148"/>
                </a:lnTo>
                <a:lnTo>
                  <a:pt x="520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4" y="148"/>
                </a:lnTo>
                <a:lnTo>
                  <a:pt x="524" y="148"/>
                </a:lnTo>
                <a:lnTo>
                  <a:pt x="524" y="148"/>
                </a:lnTo>
                <a:lnTo>
                  <a:pt x="524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8" y="148"/>
                </a:lnTo>
                <a:lnTo>
                  <a:pt x="528" y="148"/>
                </a:lnTo>
                <a:lnTo>
                  <a:pt x="528" y="148"/>
                </a:lnTo>
                <a:lnTo>
                  <a:pt x="528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3" y="148"/>
                </a:lnTo>
                <a:lnTo>
                  <a:pt x="533" y="148"/>
                </a:lnTo>
                <a:lnTo>
                  <a:pt x="533" y="148"/>
                </a:lnTo>
                <a:lnTo>
                  <a:pt x="533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9" y="149"/>
                </a:lnTo>
                <a:lnTo>
                  <a:pt x="539" y="149"/>
                </a:lnTo>
                <a:lnTo>
                  <a:pt x="539" y="150"/>
                </a:lnTo>
                <a:lnTo>
                  <a:pt x="539" y="150"/>
                </a:lnTo>
                <a:lnTo>
                  <a:pt x="539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3"/>
                </a:lnTo>
                <a:lnTo>
                  <a:pt x="546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8" y="153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6"/>
                </a:lnTo>
                <a:lnTo>
                  <a:pt x="549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2"/>
                </a:lnTo>
                <a:lnTo>
                  <a:pt x="556" y="162"/>
                </a:lnTo>
                <a:lnTo>
                  <a:pt x="556" y="162"/>
                </a:lnTo>
                <a:lnTo>
                  <a:pt x="557" y="162"/>
                </a:lnTo>
                <a:lnTo>
                  <a:pt x="557" y="162"/>
                </a:lnTo>
                <a:lnTo>
                  <a:pt x="557" y="162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8" y="163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6"/>
                </a:lnTo>
                <a:lnTo>
                  <a:pt x="558" y="166"/>
                </a:lnTo>
                <a:lnTo>
                  <a:pt x="558" y="166"/>
                </a:lnTo>
                <a:lnTo>
                  <a:pt x="559" y="166"/>
                </a:lnTo>
                <a:lnTo>
                  <a:pt x="559" y="166"/>
                </a:lnTo>
                <a:lnTo>
                  <a:pt x="559" y="166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70"/>
                </a:lnTo>
                <a:lnTo>
                  <a:pt x="560" y="170"/>
                </a:lnTo>
                <a:lnTo>
                  <a:pt x="561" y="170"/>
                </a:lnTo>
                <a:lnTo>
                  <a:pt x="561" y="170"/>
                </a:lnTo>
                <a:lnTo>
                  <a:pt x="561" y="170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2" y="173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7"/>
                </a:lnTo>
                <a:lnTo>
                  <a:pt x="562" y="177"/>
                </a:lnTo>
                <a:lnTo>
                  <a:pt x="562" y="177"/>
                </a:lnTo>
                <a:lnTo>
                  <a:pt x="564" y="177"/>
                </a:lnTo>
                <a:lnTo>
                  <a:pt x="564" y="177"/>
                </a:lnTo>
                <a:lnTo>
                  <a:pt x="564" y="178"/>
                </a:lnTo>
                <a:lnTo>
                  <a:pt x="564" y="178"/>
                </a:lnTo>
                <a:lnTo>
                  <a:pt x="564" y="178"/>
                </a:lnTo>
                <a:lnTo>
                  <a:pt x="564" y="178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3"/>
                </a:lnTo>
                <a:lnTo>
                  <a:pt x="564" y="183"/>
                </a:lnTo>
                <a:lnTo>
                  <a:pt x="564" y="183"/>
                </a:lnTo>
                <a:lnTo>
                  <a:pt x="564" y="183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6"/>
                </a:lnTo>
                <a:lnTo>
                  <a:pt x="564" y="186"/>
                </a:lnTo>
                <a:lnTo>
                  <a:pt x="564" y="186"/>
                </a:lnTo>
                <a:lnTo>
                  <a:pt x="564" y="186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2"/>
                </a:lnTo>
                <a:lnTo>
                  <a:pt x="564" y="192"/>
                </a:lnTo>
                <a:lnTo>
                  <a:pt x="564" y="192"/>
                </a:lnTo>
                <a:lnTo>
                  <a:pt x="564" y="192"/>
                </a:lnTo>
                <a:lnTo>
                  <a:pt x="564" y="193"/>
                </a:lnTo>
                <a:lnTo>
                  <a:pt x="564" y="193"/>
                </a:lnTo>
                <a:lnTo>
                  <a:pt x="562" y="193"/>
                </a:lnTo>
                <a:lnTo>
                  <a:pt x="562" y="193"/>
                </a:lnTo>
                <a:lnTo>
                  <a:pt x="562" y="193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200"/>
                </a:lnTo>
                <a:lnTo>
                  <a:pt x="561" y="200"/>
                </a:lnTo>
                <a:lnTo>
                  <a:pt x="561" y="200"/>
                </a:lnTo>
                <a:lnTo>
                  <a:pt x="560" y="200"/>
                </a:lnTo>
                <a:lnTo>
                  <a:pt x="560" y="200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2"/>
                </a:lnTo>
                <a:lnTo>
                  <a:pt x="560" y="202"/>
                </a:lnTo>
                <a:lnTo>
                  <a:pt x="560" y="202"/>
                </a:lnTo>
                <a:lnTo>
                  <a:pt x="560" y="202"/>
                </a:lnTo>
                <a:lnTo>
                  <a:pt x="559" y="202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4"/>
                </a:lnTo>
                <a:lnTo>
                  <a:pt x="559" y="204"/>
                </a:lnTo>
                <a:lnTo>
                  <a:pt x="559" y="204"/>
                </a:lnTo>
                <a:lnTo>
                  <a:pt x="558" y="204"/>
                </a:lnTo>
                <a:lnTo>
                  <a:pt x="558" y="204"/>
                </a:lnTo>
                <a:lnTo>
                  <a:pt x="558" y="204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7"/>
                </a:lnTo>
                <a:lnTo>
                  <a:pt x="557" y="207"/>
                </a:lnTo>
                <a:lnTo>
                  <a:pt x="557" y="207"/>
                </a:lnTo>
                <a:lnTo>
                  <a:pt x="556" y="207"/>
                </a:lnTo>
                <a:lnTo>
                  <a:pt x="556" y="207"/>
                </a:lnTo>
                <a:lnTo>
                  <a:pt x="556" y="207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5" y="209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0" y="213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49" y="214"/>
                </a:lnTo>
                <a:lnTo>
                  <a:pt x="549" y="214"/>
                </a:lnTo>
                <a:lnTo>
                  <a:pt x="549" y="215"/>
                </a:lnTo>
                <a:lnTo>
                  <a:pt x="549" y="215"/>
                </a:lnTo>
                <a:lnTo>
                  <a:pt x="549" y="215"/>
                </a:lnTo>
                <a:lnTo>
                  <a:pt x="549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6" y="216"/>
                </a:lnTo>
                <a:lnTo>
                  <a:pt x="546" y="216"/>
                </a:lnTo>
                <a:lnTo>
                  <a:pt x="546" y="218"/>
                </a:lnTo>
                <a:lnTo>
                  <a:pt x="546" y="218"/>
                </a:lnTo>
                <a:lnTo>
                  <a:pt x="546" y="218"/>
                </a:lnTo>
                <a:lnTo>
                  <a:pt x="546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39" y="220"/>
                </a:lnTo>
                <a:lnTo>
                  <a:pt x="539" y="220"/>
                </a:lnTo>
                <a:lnTo>
                  <a:pt x="539" y="220"/>
                </a:lnTo>
                <a:lnTo>
                  <a:pt x="539" y="221"/>
                </a:lnTo>
                <a:lnTo>
                  <a:pt x="539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3" y="222"/>
                </a:lnTo>
                <a:lnTo>
                  <a:pt x="533" y="222"/>
                </a:lnTo>
                <a:lnTo>
                  <a:pt x="533" y="222"/>
                </a:lnTo>
                <a:lnTo>
                  <a:pt x="533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8" y="222"/>
                </a:lnTo>
                <a:lnTo>
                  <a:pt x="528" y="222"/>
                </a:lnTo>
                <a:lnTo>
                  <a:pt x="528" y="222"/>
                </a:lnTo>
                <a:lnTo>
                  <a:pt x="528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4" y="222"/>
                </a:lnTo>
                <a:lnTo>
                  <a:pt x="524" y="222"/>
                </a:lnTo>
                <a:lnTo>
                  <a:pt x="524" y="222"/>
                </a:lnTo>
                <a:lnTo>
                  <a:pt x="524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0" y="222"/>
                </a:lnTo>
                <a:lnTo>
                  <a:pt x="520" y="222"/>
                </a:lnTo>
                <a:lnTo>
                  <a:pt x="520" y="222"/>
                </a:lnTo>
                <a:lnTo>
                  <a:pt x="520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7" y="222"/>
                </a:lnTo>
                <a:lnTo>
                  <a:pt x="517" y="222"/>
                </a:lnTo>
                <a:lnTo>
                  <a:pt x="517" y="221"/>
                </a:lnTo>
                <a:lnTo>
                  <a:pt x="517" y="221"/>
                </a:lnTo>
                <a:lnTo>
                  <a:pt x="517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1" y="220"/>
                </a:lnTo>
                <a:lnTo>
                  <a:pt x="511" y="220"/>
                </a:lnTo>
                <a:lnTo>
                  <a:pt x="511" y="219"/>
                </a:lnTo>
                <a:lnTo>
                  <a:pt x="511" y="219"/>
                </a:lnTo>
                <a:lnTo>
                  <a:pt x="511" y="219"/>
                </a:lnTo>
                <a:lnTo>
                  <a:pt x="511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8" y="219"/>
                </a:lnTo>
                <a:lnTo>
                  <a:pt x="508" y="219"/>
                </a:lnTo>
                <a:lnTo>
                  <a:pt x="508" y="218"/>
                </a:lnTo>
                <a:lnTo>
                  <a:pt x="508" y="218"/>
                </a:lnTo>
                <a:lnTo>
                  <a:pt x="508" y="218"/>
                </a:lnTo>
                <a:lnTo>
                  <a:pt x="508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6" y="218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5"/>
                </a:lnTo>
                <a:lnTo>
                  <a:pt x="505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2" y="214"/>
                </a:lnTo>
                <a:lnTo>
                  <a:pt x="502" y="214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0" y="213"/>
                </a:lnTo>
                <a:lnTo>
                  <a:pt x="500" y="213"/>
                </a:lnTo>
                <a:lnTo>
                  <a:pt x="500" y="212"/>
                </a:lnTo>
                <a:lnTo>
                  <a:pt x="500" y="212"/>
                </a:lnTo>
                <a:lnTo>
                  <a:pt x="500" y="212"/>
                </a:lnTo>
                <a:lnTo>
                  <a:pt x="500" y="212"/>
                </a:lnTo>
                <a:lnTo>
                  <a:pt x="499" y="212"/>
                </a:lnTo>
                <a:lnTo>
                  <a:pt x="499" y="212"/>
                </a:lnTo>
                <a:lnTo>
                  <a:pt x="499" y="212"/>
                </a:lnTo>
                <a:lnTo>
                  <a:pt x="499" y="211"/>
                </a:lnTo>
                <a:lnTo>
                  <a:pt x="499" y="211"/>
                </a:lnTo>
                <a:lnTo>
                  <a:pt x="499" y="211"/>
                </a:lnTo>
                <a:lnTo>
                  <a:pt x="499" y="211"/>
                </a:lnTo>
                <a:lnTo>
                  <a:pt x="498" y="211"/>
                </a:lnTo>
                <a:lnTo>
                  <a:pt x="498" y="211"/>
                </a:lnTo>
                <a:lnTo>
                  <a:pt x="498" y="211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7" y="210"/>
                </a:lnTo>
                <a:lnTo>
                  <a:pt x="497" y="210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6"/>
                </a:lnTo>
                <a:lnTo>
                  <a:pt x="496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5"/>
                </a:lnTo>
                <a:lnTo>
                  <a:pt x="495" y="205"/>
                </a:lnTo>
                <a:lnTo>
                  <a:pt x="495" y="205"/>
                </a:lnTo>
                <a:lnTo>
                  <a:pt x="495" y="205"/>
                </a:lnTo>
                <a:lnTo>
                  <a:pt x="494" y="205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3"/>
                </a:lnTo>
                <a:lnTo>
                  <a:pt x="494" y="203"/>
                </a:lnTo>
                <a:lnTo>
                  <a:pt x="494" y="203"/>
                </a:lnTo>
                <a:lnTo>
                  <a:pt x="493" y="203"/>
                </a:lnTo>
                <a:lnTo>
                  <a:pt x="493" y="203"/>
                </a:lnTo>
                <a:lnTo>
                  <a:pt x="493" y="203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1"/>
                </a:lnTo>
                <a:lnTo>
                  <a:pt x="493" y="201"/>
                </a:lnTo>
                <a:lnTo>
                  <a:pt x="493" y="201"/>
                </a:lnTo>
                <a:lnTo>
                  <a:pt x="491" y="201"/>
                </a:lnTo>
                <a:lnTo>
                  <a:pt x="491" y="201"/>
                </a:lnTo>
                <a:lnTo>
                  <a:pt x="491" y="201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2"/>
                </a:lnTo>
                <a:lnTo>
                  <a:pt x="489" y="192"/>
                </a:lnTo>
                <a:lnTo>
                  <a:pt x="489" y="192"/>
                </a:lnTo>
                <a:lnTo>
                  <a:pt x="489" y="192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8"/>
                </a:lnTo>
                <a:lnTo>
                  <a:pt x="478" y="188"/>
                </a:lnTo>
                <a:lnTo>
                  <a:pt x="478" y="182"/>
                </a:lnTo>
                <a:lnTo>
                  <a:pt x="489" y="182"/>
                </a:lnTo>
                <a:lnTo>
                  <a:pt x="489" y="182"/>
                </a:lnTo>
                <a:close/>
                <a:moveTo>
                  <a:pt x="446" y="182"/>
                </a:moveTo>
                <a:lnTo>
                  <a:pt x="446" y="188"/>
                </a:lnTo>
                <a:lnTo>
                  <a:pt x="431" y="188"/>
                </a:lnTo>
                <a:lnTo>
                  <a:pt x="431" y="182"/>
                </a:lnTo>
                <a:lnTo>
                  <a:pt x="446" y="182"/>
                </a:lnTo>
                <a:lnTo>
                  <a:pt x="446" y="182"/>
                </a:lnTo>
                <a:close/>
                <a:moveTo>
                  <a:pt x="399" y="182"/>
                </a:moveTo>
                <a:lnTo>
                  <a:pt x="399" y="188"/>
                </a:lnTo>
                <a:lnTo>
                  <a:pt x="385" y="188"/>
                </a:lnTo>
                <a:lnTo>
                  <a:pt x="385" y="182"/>
                </a:lnTo>
                <a:lnTo>
                  <a:pt x="399" y="182"/>
                </a:lnTo>
                <a:lnTo>
                  <a:pt x="399" y="182"/>
                </a:lnTo>
                <a:close/>
                <a:moveTo>
                  <a:pt x="353" y="182"/>
                </a:moveTo>
                <a:lnTo>
                  <a:pt x="353" y="188"/>
                </a:lnTo>
                <a:lnTo>
                  <a:pt x="337" y="188"/>
                </a:lnTo>
                <a:lnTo>
                  <a:pt x="337" y="182"/>
                </a:lnTo>
                <a:lnTo>
                  <a:pt x="353" y="182"/>
                </a:lnTo>
                <a:lnTo>
                  <a:pt x="353" y="182"/>
                </a:lnTo>
                <a:close/>
                <a:moveTo>
                  <a:pt x="306" y="182"/>
                </a:moveTo>
                <a:lnTo>
                  <a:pt x="306" y="188"/>
                </a:lnTo>
                <a:lnTo>
                  <a:pt x="290" y="188"/>
                </a:lnTo>
                <a:lnTo>
                  <a:pt x="290" y="182"/>
                </a:lnTo>
                <a:lnTo>
                  <a:pt x="306" y="182"/>
                </a:lnTo>
                <a:lnTo>
                  <a:pt x="306" y="182"/>
                </a:lnTo>
                <a:close/>
                <a:moveTo>
                  <a:pt x="258" y="182"/>
                </a:moveTo>
                <a:lnTo>
                  <a:pt x="258" y="188"/>
                </a:lnTo>
                <a:lnTo>
                  <a:pt x="243" y="188"/>
                </a:lnTo>
                <a:lnTo>
                  <a:pt x="243" y="182"/>
                </a:lnTo>
                <a:lnTo>
                  <a:pt x="258" y="182"/>
                </a:lnTo>
                <a:lnTo>
                  <a:pt x="258" y="182"/>
                </a:lnTo>
                <a:close/>
                <a:moveTo>
                  <a:pt x="211" y="182"/>
                </a:moveTo>
                <a:lnTo>
                  <a:pt x="211" y="188"/>
                </a:lnTo>
                <a:lnTo>
                  <a:pt x="195" y="188"/>
                </a:lnTo>
                <a:lnTo>
                  <a:pt x="195" y="182"/>
                </a:lnTo>
                <a:lnTo>
                  <a:pt x="211" y="182"/>
                </a:lnTo>
                <a:lnTo>
                  <a:pt x="211" y="182"/>
                </a:lnTo>
                <a:close/>
                <a:moveTo>
                  <a:pt x="164" y="182"/>
                </a:moveTo>
                <a:lnTo>
                  <a:pt x="164" y="188"/>
                </a:lnTo>
                <a:lnTo>
                  <a:pt x="148" y="188"/>
                </a:lnTo>
                <a:lnTo>
                  <a:pt x="148" y="182"/>
                </a:lnTo>
                <a:lnTo>
                  <a:pt x="164" y="182"/>
                </a:lnTo>
                <a:lnTo>
                  <a:pt x="164" y="182"/>
                </a:lnTo>
                <a:close/>
                <a:moveTo>
                  <a:pt x="117" y="182"/>
                </a:moveTo>
                <a:lnTo>
                  <a:pt x="117" y="188"/>
                </a:lnTo>
                <a:lnTo>
                  <a:pt x="101" y="188"/>
                </a:lnTo>
                <a:lnTo>
                  <a:pt x="101" y="182"/>
                </a:lnTo>
                <a:lnTo>
                  <a:pt x="117" y="182"/>
                </a:lnTo>
                <a:lnTo>
                  <a:pt x="117" y="182"/>
                </a:lnTo>
                <a:close/>
                <a:moveTo>
                  <a:pt x="70" y="182"/>
                </a:moveTo>
                <a:lnTo>
                  <a:pt x="70" y="188"/>
                </a:lnTo>
                <a:lnTo>
                  <a:pt x="55" y="188"/>
                </a:lnTo>
                <a:lnTo>
                  <a:pt x="55" y="182"/>
                </a:lnTo>
                <a:lnTo>
                  <a:pt x="70" y="182"/>
                </a:lnTo>
                <a:lnTo>
                  <a:pt x="70" y="182"/>
                </a:lnTo>
                <a:close/>
                <a:moveTo>
                  <a:pt x="23" y="182"/>
                </a:moveTo>
                <a:lnTo>
                  <a:pt x="23" y="188"/>
                </a:lnTo>
                <a:lnTo>
                  <a:pt x="7" y="188"/>
                </a:lnTo>
                <a:lnTo>
                  <a:pt x="7" y="182"/>
                </a:lnTo>
                <a:lnTo>
                  <a:pt x="23" y="182"/>
                </a:lnTo>
                <a:lnTo>
                  <a:pt x="23" y="182"/>
                </a:lnTo>
                <a:close/>
                <a:moveTo>
                  <a:pt x="7" y="158"/>
                </a:moveTo>
                <a:lnTo>
                  <a:pt x="0" y="158"/>
                </a:lnTo>
                <a:lnTo>
                  <a:pt x="0" y="142"/>
                </a:lnTo>
                <a:lnTo>
                  <a:pt x="7" y="142"/>
                </a:lnTo>
                <a:lnTo>
                  <a:pt x="7" y="158"/>
                </a:lnTo>
                <a:lnTo>
                  <a:pt x="7" y="158"/>
                </a:lnTo>
                <a:close/>
                <a:moveTo>
                  <a:pt x="7" y="111"/>
                </a:moveTo>
                <a:lnTo>
                  <a:pt x="0" y="111"/>
                </a:lnTo>
                <a:lnTo>
                  <a:pt x="0" y="95"/>
                </a:lnTo>
                <a:lnTo>
                  <a:pt x="7" y="95"/>
                </a:lnTo>
                <a:lnTo>
                  <a:pt x="7" y="111"/>
                </a:lnTo>
                <a:lnTo>
                  <a:pt x="7" y="111"/>
                </a:lnTo>
                <a:close/>
                <a:moveTo>
                  <a:pt x="7" y="63"/>
                </a:moveTo>
                <a:lnTo>
                  <a:pt x="0" y="63"/>
                </a:lnTo>
                <a:lnTo>
                  <a:pt x="0" y="47"/>
                </a:lnTo>
                <a:lnTo>
                  <a:pt x="7" y="47"/>
                </a:lnTo>
                <a:lnTo>
                  <a:pt x="7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80">
            <a:extLst>
              <a:ext uri="{FF2B5EF4-FFF2-40B4-BE49-F238E27FC236}">
                <a16:creationId xmlns:a16="http://schemas.microsoft.com/office/drawing/2014/main" id="{DE366137-9FC7-AF7B-E10E-A2E9BD18B367}"/>
              </a:ext>
            </a:extLst>
          </p:cNvPr>
          <p:cNvSpPr>
            <a:spLocks noEditPoints="1"/>
          </p:cNvSpPr>
          <p:nvPr/>
        </p:nvSpPr>
        <p:spPr bwMode="auto">
          <a:xfrm>
            <a:off x="3480246" y="4002088"/>
            <a:ext cx="815975" cy="120650"/>
          </a:xfrm>
          <a:custGeom>
            <a:avLst/>
            <a:gdLst>
              <a:gd name="T0" fmla="*/ 471 w 514"/>
              <a:gd name="T1" fmla="*/ 9 h 76"/>
              <a:gd name="T2" fmla="*/ 465 w 514"/>
              <a:gd name="T3" fmla="*/ 10 h 76"/>
              <a:gd name="T4" fmla="*/ 461 w 514"/>
              <a:gd name="T5" fmla="*/ 12 h 76"/>
              <a:gd name="T6" fmla="*/ 456 w 514"/>
              <a:gd name="T7" fmla="*/ 17 h 76"/>
              <a:gd name="T8" fmla="*/ 452 w 514"/>
              <a:gd name="T9" fmla="*/ 21 h 76"/>
              <a:gd name="T10" fmla="*/ 449 w 514"/>
              <a:gd name="T11" fmla="*/ 26 h 76"/>
              <a:gd name="T12" fmla="*/ 447 w 514"/>
              <a:gd name="T13" fmla="*/ 32 h 76"/>
              <a:gd name="T14" fmla="*/ 446 w 514"/>
              <a:gd name="T15" fmla="*/ 38 h 76"/>
              <a:gd name="T16" fmla="*/ 447 w 514"/>
              <a:gd name="T17" fmla="*/ 44 h 76"/>
              <a:gd name="T18" fmla="*/ 449 w 514"/>
              <a:gd name="T19" fmla="*/ 50 h 76"/>
              <a:gd name="T20" fmla="*/ 452 w 514"/>
              <a:gd name="T21" fmla="*/ 55 h 76"/>
              <a:gd name="T22" fmla="*/ 456 w 514"/>
              <a:gd name="T23" fmla="*/ 60 h 76"/>
              <a:gd name="T24" fmla="*/ 461 w 514"/>
              <a:gd name="T25" fmla="*/ 63 h 76"/>
              <a:gd name="T26" fmla="*/ 466 w 514"/>
              <a:gd name="T27" fmla="*/ 65 h 76"/>
              <a:gd name="T28" fmla="*/ 472 w 514"/>
              <a:gd name="T29" fmla="*/ 68 h 76"/>
              <a:gd name="T30" fmla="*/ 478 w 514"/>
              <a:gd name="T31" fmla="*/ 68 h 76"/>
              <a:gd name="T32" fmla="*/ 484 w 514"/>
              <a:gd name="T33" fmla="*/ 66 h 76"/>
              <a:gd name="T34" fmla="*/ 490 w 514"/>
              <a:gd name="T35" fmla="*/ 64 h 76"/>
              <a:gd name="T36" fmla="*/ 494 w 514"/>
              <a:gd name="T37" fmla="*/ 61 h 76"/>
              <a:gd name="T38" fmla="*/ 499 w 514"/>
              <a:gd name="T39" fmla="*/ 57 h 76"/>
              <a:gd name="T40" fmla="*/ 502 w 514"/>
              <a:gd name="T41" fmla="*/ 52 h 76"/>
              <a:gd name="T42" fmla="*/ 505 w 514"/>
              <a:gd name="T43" fmla="*/ 47 h 76"/>
              <a:gd name="T44" fmla="*/ 506 w 514"/>
              <a:gd name="T45" fmla="*/ 41 h 76"/>
              <a:gd name="T46" fmla="*/ 506 w 514"/>
              <a:gd name="T47" fmla="*/ 35 h 76"/>
              <a:gd name="T48" fmla="*/ 505 w 514"/>
              <a:gd name="T49" fmla="*/ 28 h 76"/>
              <a:gd name="T50" fmla="*/ 502 w 514"/>
              <a:gd name="T51" fmla="*/ 24 h 76"/>
              <a:gd name="T52" fmla="*/ 499 w 514"/>
              <a:gd name="T53" fmla="*/ 18 h 76"/>
              <a:gd name="T54" fmla="*/ 494 w 514"/>
              <a:gd name="T55" fmla="*/ 15 h 76"/>
              <a:gd name="T56" fmla="*/ 489 w 514"/>
              <a:gd name="T57" fmla="*/ 11 h 76"/>
              <a:gd name="T58" fmla="*/ 484 w 514"/>
              <a:gd name="T59" fmla="*/ 9 h 76"/>
              <a:gd name="T60" fmla="*/ 478 w 514"/>
              <a:gd name="T61" fmla="*/ 8 h 76"/>
              <a:gd name="T62" fmla="*/ 439 w 514"/>
              <a:gd name="T63" fmla="*/ 28 h 76"/>
              <a:gd name="T64" fmla="*/ 443 w 514"/>
              <a:gd name="T65" fmla="*/ 21 h 76"/>
              <a:gd name="T66" fmla="*/ 446 w 514"/>
              <a:gd name="T67" fmla="*/ 15 h 76"/>
              <a:gd name="T68" fmla="*/ 452 w 514"/>
              <a:gd name="T69" fmla="*/ 10 h 76"/>
              <a:gd name="T70" fmla="*/ 457 w 514"/>
              <a:gd name="T71" fmla="*/ 6 h 76"/>
              <a:gd name="T72" fmla="*/ 464 w 514"/>
              <a:gd name="T73" fmla="*/ 2 h 76"/>
              <a:gd name="T74" fmla="*/ 472 w 514"/>
              <a:gd name="T75" fmla="*/ 0 h 76"/>
              <a:gd name="T76" fmla="*/ 480 w 514"/>
              <a:gd name="T77" fmla="*/ 0 h 76"/>
              <a:gd name="T78" fmla="*/ 488 w 514"/>
              <a:gd name="T79" fmla="*/ 2 h 76"/>
              <a:gd name="T80" fmla="*/ 494 w 514"/>
              <a:gd name="T81" fmla="*/ 5 h 76"/>
              <a:gd name="T82" fmla="*/ 500 w 514"/>
              <a:gd name="T83" fmla="*/ 9 h 76"/>
              <a:gd name="T84" fmla="*/ 506 w 514"/>
              <a:gd name="T85" fmla="*/ 15 h 76"/>
              <a:gd name="T86" fmla="*/ 509 w 514"/>
              <a:gd name="T87" fmla="*/ 20 h 76"/>
              <a:gd name="T88" fmla="*/ 512 w 514"/>
              <a:gd name="T89" fmla="*/ 27 h 76"/>
              <a:gd name="T90" fmla="*/ 514 w 514"/>
              <a:gd name="T91" fmla="*/ 35 h 76"/>
              <a:gd name="T92" fmla="*/ 514 w 514"/>
              <a:gd name="T93" fmla="*/ 43 h 76"/>
              <a:gd name="T94" fmla="*/ 511 w 514"/>
              <a:gd name="T95" fmla="*/ 51 h 76"/>
              <a:gd name="T96" fmla="*/ 508 w 514"/>
              <a:gd name="T97" fmla="*/ 57 h 76"/>
              <a:gd name="T98" fmla="*/ 503 w 514"/>
              <a:gd name="T99" fmla="*/ 63 h 76"/>
              <a:gd name="T100" fmla="*/ 498 w 514"/>
              <a:gd name="T101" fmla="*/ 69 h 76"/>
              <a:gd name="T102" fmla="*/ 492 w 514"/>
              <a:gd name="T103" fmla="*/ 72 h 76"/>
              <a:gd name="T104" fmla="*/ 484 w 514"/>
              <a:gd name="T105" fmla="*/ 74 h 76"/>
              <a:gd name="T106" fmla="*/ 476 w 514"/>
              <a:gd name="T107" fmla="*/ 76 h 76"/>
              <a:gd name="T108" fmla="*/ 469 w 514"/>
              <a:gd name="T109" fmla="*/ 74 h 76"/>
              <a:gd name="T110" fmla="*/ 462 w 514"/>
              <a:gd name="T111" fmla="*/ 72 h 76"/>
              <a:gd name="T112" fmla="*/ 455 w 514"/>
              <a:gd name="T113" fmla="*/ 69 h 76"/>
              <a:gd name="T114" fmla="*/ 449 w 514"/>
              <a:gd name="T115" fmla="*/ 64 h 76"/>
              <a:gd name="T116" fmla="*/ 445 w 514"/>
              <a:gd name="T117" fmla="*/ 59 h 76"/>
              <a:gd name="T118" fmla="*/ 441 w 514"/>
              <a:gd name="T119" fmla="*/ 52 h 76"/>
              <a:gd name="T120" fmla="*/ 439 w 514"/>
              <a:gd name="T121" fmla="*/ 44 h 76"/>
              <a:gd name="T122" fmla="*/ 299 w 514"/>
              <a:gd name="T123" fmla="*/ 34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14" h="76">
                <a:moveTo>
                  <a:pt x="16" y="34"/>
                </a:moveTo>
                <a:lnTo>
                  <a:pt x="16" y="42"/>
                </a:lnTo>
                <a:lnTo>
                  <a:pt x="0" y="42"/>
                </a:lnTo>
                <a:lnTo>
                  <a:pt x="0" y="34"/>
                </a:lnTo>
                <a:lnTo>
                  <a:pt x="16" y="34"/>
                </a:lnTo>
                <a:lnTo>
                  <a:pt x="16" y="34"/>
                </a:lnTo>
                <a:close/>
                <a:moveTo>
                  <a:pt x="476" y="8"/>
                </a:moveTo>
                <a:lnTo>
                  <a:pt x="476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4" y="10"/>
                </a:lnTo>
                <a:lnTo>
                  <a:pt x="464" y="10"/>
                </a:lnTo>
                <a:lnTo>
                  <a:pt x="464" y="10"/>
                </a:lnTo>
                <a:lnTo>
                  <a:pt x="464" y="11"/>
                </a:lnTo>
                <a:lnTo>
                  <a:pt x="464" y="11"/>
                </a:lnTo>
                <a:lnTo>
                  <a:pt x="464" y="11"/>
                </a:lnTo>
                <a:lnTo>
                  <a:pt x="464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2" y="11"/>
                </a:lnTo>
                <a:lnTo>
                  <a:pt x="462" y="11"/>
                </a:lnTo>
                <a:lnTo>
                  <a:pt x="462" y="11"/>
                </a:lnTo>
                <a:lnTo>
                  <a:pt x="462" y="12"/>
                </a:lnTo>
                <a:lnTo>
                  <a:pt x="462" y="12"/>
                </a:lnTo>
                <a:lnTo>
                  <a:pt x="462" y="12"/>
                </a:lnTo>
                <a:lnTo>
                  <a:pt x="462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59" y="12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5"/>
                </a:lnTo>
                <a:lnTo>
                  <a:pt x="458" y="15"/>
                </a:lnTo>
                <a:lnTo>
                  <a:pt x="458" y="15"/>
                </a:lnTo>
                <a:lnTo>
                  <a:pt x="458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6"/>
                </a:lnTo>
                <a:lnTo>
                  <a:pt x="457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9"/>
                </a:lnTo>
                <a:lnTo>
                  <a:pt x="454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20"/>
                </a:lnTo>
                <a:lnTo>
                  <a:pt x="453" y="20"/>
                </a:lnTo>
                <a:lnTo>
                  <a:pt x="453" y="20"/>
                </a:lnTo>
                <a:lnTo>
                  <a:pt x="453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49" y="24"/>
                </a:lnTo>
                <a:lnTo>
                  <a:pt x="449" y="24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8" y="26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9"/>
                </a:lnTo>
                <a:lnTo>
                  <a:pt x="448" y="29"/>
                </a:lnTo>
                <a:lnTo>
                  <a:pt x="448" y="29"/>
                </a:lnTo>
                <a:lnTo>
                  <a:pt x="448" y="29"/>
                </a:lnTo>
                <a:lnTo>
                  <a:pt x="447" y="29"/>
                </a:lnTo>
                <a:lnTo>
                  <a:pt x="447" y="29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6"/>
                </a:lnTo>
                <a:lnTo>
                  <a:pt x="447" y="46"/>
                </a:lnTo>
                <a:lnTo>
                  <a:pt x="447" y="46"/>
                </a:lnTo>
                <a:lnTo>
                  <a:pt x="448" y="46"/>
                </a:lnTo>
                <a:lnTo>
                  <a:pt x="448" y="46"/>
                </a:lnTo>
                <a:lnTo>
                  <a:pt x="448" y="46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2"/>
                </a:lnTo>
                <a:lnTo>
                  <a:pt x="449" y="52"/>
                </a:lnTo>
                <a:lnTo>
                  <a:pt x="449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3" y="55"/>
                </a:lnTo>
                <a:lnTo>
                  <a:pt x="453" y="55"/>
                </a:lnTo>
                <a:lnTo>
                  <a:pt x="453" y="55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4" y="56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5" y="57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7" y="60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8" y="61"/>
                </a:lnTo>
                <a:lnTo>
                  <a:pt x="458" y="61"/>
                </a:lnTo>
                <a:lnTo>
                  <a:pt x="458" y="61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3"/>
                </a:lnTo>
                <a:lnTo>
                  <a:pt x="459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2" y="63"/>
                </a:lnTo>
                <a:lnTo>
                  <a:pt x="462" y="63"/>
                </a:lnTo>
                <a:lnTo>
                  <a:pt x="462" y="63"/>
                </a:lnTo>
                <a:lnTo>
                  <a:pt x="462" y="64"/>
                </a:lnTo>
                <a:lnTo>
                  <a:pt x="462" y="64"/>
                </a:lnTo>
                <a:lnTo>
                  <a:pt x="462" y="64"/>
                </a:lnTo>
                <a:lnTo>
                  <a:pt x="462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4" y="64"/>
                </a:lnTo>
                <a:lnTo>
                  <a:pt x="464" y="64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1" y="66"/>
                </a:lnTo>
                <a:lnTo>
                  <a:pt x="471" y="66"/>
                </a:lnTo>
                <a:lnTo>
                  <a:pt x="471" y="66"/>
                </a:lnTo>
                <a:lnTo>
                  <a:pt x="471" y="68"/>
                </a:lnTo>
                <a:lnTo>
                  <a:pt x="471" y="68"/>
                </a:lnTo>
                <a:lnTo>
                  <a:pt x="471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9" y="65"/>
                </a:lnTo>
                <a:lnTo>
                  <a:pt x="489" y="65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1" y="64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4" y="62"/>
                </a:lnTo>
                <a:lnTo>
                  <a:pt x="494" y="62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0"/>
                </a:lnTo>
                <a:lnTo>
                  <a:pt x="496" y="60"/>
                </a:lnTo>
                <a:lnTo>
                  <a:pt x="496" y="60"/>
                </a:lnTo>
                <a:lnTo>
                  <a:pt x="496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59"/>
                </a:lnTo>
                <a:lnTo>
                  <a:pt x="497" y="59"/>
                </a:lnTo>
                <a:lnTo>
                  <a:pt x="497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7"/>
                </a:lnTo>
                <a:lnTo>
                  <a:pt x="498" y="57"/>
                </a:lnTo>
                <a:lnTo>
                  <a:pt x="498" y="57"/>
                </a:lnTo>
                <a:lnTo>
                  <a:pt x="498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500" y="56"/>
                </a:lnTo>
                <a:lnTo>
                  <a:pt x="500" y="56"/>
                </a:lnTo>
                <a:lnTo>
                  <a:pt x="500" y="56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3"/>
                </a:lnTo>
                <a:lnTo>
                  <a:pt x="501" y="53"/>
                </a:lnTo>
                <a:lnTo>
                  <a:pt x="501" y="53"/>
                </a:lnTo>
                <a:lnTo>
                  <a:pt x="501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1"/>
                </a:lnTo>
                <a:lnTo>
                  <a:pt x="502" y="51"/>
                </a:lnTo>
                <a:lnTo>
                  <a:pt x="502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5" y="48"/>
                </a:lnTo>
                <a:lnTo>
                  <a:pt x="505" y="48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5" y="32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7"/>
                </a:lnTo>
                <a:lnTo>
                  <a:pt x="505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5"/>
                </a:lnTo>
                <a:lnTo>
                  <a:pt x="503" y="25"/>
                </a:lnTo>
                <a:lnTo>
                  <a:pt x="503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3"/>
                </a:lnTo>
                <a:lnTo>
                  <a:pt x="502" y="23"/>
                </a:lnTo>
                <a:lnTo>
                  <a:pt x="502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0" y="21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19"/>
                </a:lnTo>
                <a:lnTo>
                  <a:pt x="500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8"/>
                </a:lnTo>
                <a:lnTo>
                  <a:pt x="499" y="18"/>
                </a:lnTo>
                <a:lnTo>
                  <a:pt x="499" y="18"/>
                </a:lnTo>
                <a:lnTo>
                  <a:pt x="499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5"/>
                </a:lnTo>
                <a:lnTo>
                  <a:pt x="496" y="15"/>
                </a:lnTo>
                <a:lnTo>
                  <a:pt x="496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2" y="14"/>
                </a:lnTo>
                <a:lnTo>
                  <a:pt x="492" y="14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5" y="10"/>
                </a:lnTo>
                <a:lnTo>
                  <a:pt x="485" y="10"/>
                </a:lnTo>
                <a:lnTo>
                  <a:pt x="485" y="10"/>
                </a:lnTo>
                <a:lnTo>
                  <a:pt x="485" y="9"/>
                </a:lnTo>
                <a:lnTo>
                  <a:pt x="485" y="9"/>
                </a:lnTo>
                <a:lnTo>
                  <a:pt x="485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1" y="9"/>
                </a:lnTo>
                <a:lnTo>
                  <a:pt x="481" y="9"/>
                </a:lnTo>
                <a:lnTo>
                  <a:pt x="481" y="9"/>
                </a:lnTo>
                <a:lnTo>
                  <a:pt x="481" y="9"/>
                </a:lnTo>
                <a:lnTo>
                  <a:pt x="481" y="8"/>
                </a:lnTo>
                <a:lnTo>
                  <a:pt x="481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close/>
                <a:moveTo>
                  <a:pt x="439" y="34"/>
                </a:moveTo>
                <a:lnTo>
                  <a:pt x="439" y="34"/>
                </a:lnTo>
                <a:lnTo>
                  <a:pt x="439" y="34"/>
                </a:lnTo>
                <a:lnTo>
                  <a:pt x="439" y="34"/>
                </a:lnTo>
                <a:lnTo>
                  <a:pt x="439" y="33"/>
                </a:lnTo>
                <a:lnTo>
                  <a:pt x="439" y="33"/>
                </a:lnTo>
                <a:lnTo>
                  <a:pt x="439" y="33"/>
                </a:lnTo>
                <a:lnTo>
                  <a:pt x="439" y="33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8"/>
                </a:lnTo>
                <a:lnTo>
                  <a:pt x="439" y="28"/>
                </a:lnTo>
                <a:lnTo>
                  <a:pt x="440" y="28"/>
                </a:lnTo>
                <a:lnTo>
                  <a:pt x="440" y="28"/>
                </a:lnTo>
                <a:lnTo>
                  <a:pt x="440" y="28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5"/>
                </a:lnTo>
                <a:lnTo>
                  <a:pt x="440" y="25"/>
                </a:lnTo>
                <a:lnTo>
                  <a:pt x="440" y="25"/>
                </a:lnTo>
                <a:lnTo>
                  <a:pt x="441" y="25"/>
                </a:lnTo>
                <a:lnTo>
                  <a:pt x="441" y="25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8"/>
                </a:lnTo>
                <a:lnTo>
                  <a:pt x="444" y="18"/>
                </a:lnTo>
                <a:lnTo>
                  <a:pt x="444" y="18"/>
                </a:lnTo>
                <a:lnTo>
                  <a:pt x="444" y="18"/>
                </a:lnTo>
                <a:lnTo>
                  <a:pt x="445" y="18"/>
                </a:lnTo>
                <a:lnTo>
                  <a:pt x="445" y="18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5"/>
                </a:lnTo>
                <a:lnTo>
                  <a:pt x="446" y="15"/>
                </a:lnTo>
                <a:lnTo>
                  <a:pt x="446" y="15"/>
                </a:lnTo>
                <a:lnTo>
                  <a:pt x="447" y="15"/>
                </a:lnTo>
                <a:lnTo>
                  <a:pt x="447" y="15"/>
                </a:lnTo>
                <a:lnTo>
                  <a:pt x="447" y="15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8" y="14"/>
                </a:lnTo>
                <a:lnTo>
                  <a:pt x="448" y="14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9" y="12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50" y="11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2" y="10"/>
                </a:lnTo>
                <a:lnTo>
                  <a:pt x="452" y="10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3" y="9"/>
                </a:lnTo>
                <a:lnTo>
                  <a:pt x="453" y="9"/>
                </a:lnTo>
                <a:lnTo>
                  <a:pt x="453" y="9"/>
                </a:lnTo>
                <a:lnTo>
                  <a:pt x="453" y="8"/>
                </a:lnTo>
                <a:lnTo>
                  <a:pt x="453" y="8"/>
                </a:lnTo>
                <a:lnTo>
                  <a:pt x="453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7"/>
                </a:lnTo>
                <a:lnTo>
                  <a:pt x="454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6" y="7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7" y="6"/>
                </a:lnTo>
                <a:lnTo>
                  <a:pt x="457" y="6"/>
                </a:lnTo>
                <a:lnTo>
                  <a:pt x="457" y="6"/>
                </a:lnTo>
                <a:lnTo>
                  <a:pt x="457" y="6"/>
                </a:lnTo>
                <a:lnTo>
                  <a:pt x="457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9" y="5"/>
                </a:lnTo>
                <a:lnTo>
                  <a:pt x="459" y="5"/>
                </a:lnTo>
                <a:lnTo>
                  <a:pt x="459" y="5"/>
                </a:lnTo>
                <a:lnTo>
                  <a:pt x="459" y="5"/>
                </a:lnTo>
                <a:lnTo>
                  <a:pt x="459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5" y="2"/>
                </a:lnTo>
                <a:lnTo>
                  <a:pt x="465" y="2"/>
                </a:lnTo>
                <a:lnTo>
                  <a:pt x="465" y="2"/>
                </a:lnTo>
                <a:lnTo>
                  <a:pt x="465" y="2"/>
                </a:lnTo>
                <a:lnTo>
                  <a:pt x="465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70" y="1"/>
                </a:lnTo>
                <a:lnTo>
                  <a:pt x="470" y="1"/>
                </a:lnTo>
                <a:lnTo>
                  <a:pt x="470" y="1"/>
                </a:lnTo>
                <a:lnTo>
                  <a:pt x="470" y="1"/>
                </a:lnTo>
                <a:lnTo>
                  <a:pt x="471" y="1"/>
                </a:lnTo>
                <a:lnTo>
                  <a:pt x="471" y="1"/>
                </a:lnTo>
                <a:lnTo>
                  <a:pt x="471" y="0"/>
                </a:lnTo>
                <a:lnTo>
                  <a:pt x="471" y="0"/>
                </a:lnTo>
                <a:lnTo>
                  <a:pt x="471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4" y="0"/>
                </a:lnTo>
                <a:lnTo>
                  <a:pt x="474" y="0"/>
                </a:lnTo>
                <a:lnTo>
                  <a:pt x="474" y="0"/>
                </a:lnTo>
                <a:lnTo>
                  <a:pt x="474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8" y="0"/>
                </a:lnTo>
                <a:lnTo>
                  <a:pt x="478" y="0"/>
                </a:lnTo>
                <a:lnTo>
                  <a:pt x="478" y="0"/>
                </a:lnTo>
                <a:lnTo>
                  <a:pt x="478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2" y="0"/>
                </a:lnTo>
                <a:lnTo>
                  <a:pt x="482" y="1"/>
                </a:lnTo>
                <a:lnTo>
                  <a:pt x="482" y="1"/>
                </a:lnTo>
                <a:lnTo>
                  <a:pt x="482" y="1"/>
                </a:lnTo>
                <a:lnTo>
                  <a:pt x="482" y="1"/>
                </a:lnTo>
                <a:lnTo>
                  <a:pt x="483" y="1"/>
                </a:lnTo>
                <a:lnTo>
                  <a:pt x="483" y="1"/>
                </a:lnTo>
                <a:lnTo>
                  <a:pt x="483" y="1"/>
                </a:lnTo>
                <a:lnTo>
                  <a:pt x="483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7" y="1"/>
                </a:lnTo>
                <a:lnTo>
                  <a:pt x="487" y="1"/>
                </a:lnTo>
                <a:lnTo>
                  <a:pt x="487" y="1"/>
                </a:lnTo>
                <a:lnTo>
                  <a:pt x="487" y="1"/>
                </a:lnTo>
                <a:lnTo>
                  <a:pt x="487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90" y="2"/>
                </a:lnTo>
                <a:lnTo>
                  <a:pt x="490" y="2"/>
                </a:lnTo>
                <a:lnTo>
                  <a:pt x="490" y="2"/>
                </a:lnTo>
                <a:lnTo>
                  <a:pt x="490" y="3"/>
                </a:lnTo>
                <a:lnTo>
                  <a:pt x="490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7" y="6"/>
                </a:lnTo>
                <a:lnTo>
                  <a:pt x="497" y="6"/>
                </a:lnTo>
                <a:lnTo>
                  <a:pt x="497" y="7"/>
                </a:lnTo>
                <a:lnTo>
                  <a:pt x="497" y="7"/>
                </a:lnTo>
                <a:lnTo>
                  <a:pt x="497" y="7"/>
                </a:lnTo>
                <a:lnTo>
                  <a:pt x="497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500" y="8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1" y="9"/>
                </a:lnTo>
                <a:lnTo>
                  <a:pt x="501" y="9"/>
                </a:lnTo>
                <a:lnTo>
                  <a:pt x="501" y="10"/>
                </a:lnTo>
                <a:lnTo>
                  <a:pt x="501" y="10"/>
                </a:lnTo>
                <a:lnTo>
                  <a:pt x="501" y="10"/>
                </a:lnTo>
                <a:lnTo>
                  <a:pt x="501" y="10"/>
                </a:lnTo>
                <a:lnTo>
                  <a:pt x="502" y="10"/>
                </a:lnTo>
                <a:lnTo>
                  <a:pt x="502" y="10"/>
                </a:lnTo>
                <a:lnTo>
                  <a:pt x="502" y="10"/>
                </a:lnTo>
                <a:lnTo>
                  <a:pt x="502" y="11"/>
                </a:lnTo>
                <a:lnTo>
                  <a:pt x="502" y="11"/>
                </a:lnTo>
                <a:lnTo>
                  <a:pt x="502" y="11"/>
                </a:lnTo>
                <a:lnTo>
                  <a:pt x="502" y="11"/>
                </a:lnTo>
                <a:lnTo>
                  <a:pt x="503" y="11"/>
                </a:lnTo>
                <a:lnTo>
                  <a:pt x="503" y="11"/>
                </a:lnTo>
                <a:lnTo>
                  <a:pt x="503" y="11"/>
                </a:lnTo>
                <a:lnTo>
                  <a:pt x="503" y="12"/>
                </a:lnTo>
                <a:lnTo>
                  <a:pt x="503" y="12"/>
                </a:lnTo>
                <a:lnTo>
                  <a:pt x="503" y="12"/>
                </a:lnTo>
                <a:lnTo>
                  <a:pt x="503" y="12"/>
                </a:lnTo>
                <a:lnTo>
                  <a:pt x="505" y="12"/>
                </a:lnTo>
                <a:lnTo>
                  <a:pt x="505" y="12"/>
                </a:lnTo>
                <a:lnTo>
                  <a:pt x="505" y="12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6" y="14"/>
                </a:lnTo>
                <a:lnTo>
                  <a:pt x="506" y="14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7"/>
                </a:lnTo>
                <a:lnTo>
                  <a:pt x="507" y="17"/>
                </a:lnTo>
                <a:lnTo>
                  <a:pt x="507" y="17"/>
                </a:lnTo>
                <a:lnTo>
                  <a:pt x="508" y="17"/>
                </a:lnTo>
                <a:lnTo>
                  <a:pt x="508" y="17"/>
                </a:lnTo>
                <a:lnTo>
                  <a:pt x="508" y="17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20"/>
                </a:lnTo>
                <a:lnTo>
                  <a:pt x="509" y="20"/>
                </a:lnTo>
                <a:lnTo>
                  <a:pt x="509" y="20"/>
                </a:lnTo>
                <a:lnTo>
                  <a:pt x="509" y="20"/>
                </a:lnTo>
                <a:lnTo>
                  <a:pt x="510" y="20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6"/>
                </a:lnTo>
                <a:lnTo>
                  <a:pt x="511" y="26"/>
                </a:lnTo>
                <a:lnTo>
                  <a:pt x="512" y="26"/>
                </a:lnTo>
                <a:lnTo>
                  <a:pt x="512" y="26"/>
                </a:lnTo>
                <a:lnTo>
                  <a:pt x="512" y="26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3"/>
                </a:lnTo>
                <a:lnTo>
                  <a:pt x="514" y="33"/>
                </a:lnTo>
                <a:lnTo>
                  <a:pt x="514" y="33"/>
                </a:lnTo>
                <a:lnTo>
                  <a:pt x="514" y="33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7"/>
                </a:lnTo>
                <a:lnTo>
                  <a:pt x="514" y="37"/>
                </a:lnTo>
                <a:lnTo>
                  <a:pt x="514" y="37"/>
                </a:lnTo>
                <a:lnTo>
                  <a:pt x="514" y="37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41"/>
                </a:lnTo>
                <a:lnTo>
                  <a:pt x="514" y="41"/>
                </a:lnTo>
                <a:lnTo>
                  <a:pt x="514" y="41"/>
                </a:lnTo>
                <a:lnTo>
                  <a:pt x="514" y="41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5"/>
                </a:lnTo>
                <a:lnTo>
                  <a:pt x="514" y="45"/>
                </a:lnTo>
                <a:lnTo>
                  <a:pt x="514" y="45"/>
                </a:lnTo>
                <a:lnTo>
                  <a:pt x="514" y="45"/>
                </a:lnTo>
                <a:lnTo>
                  <a:pt x="512" y="45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50"/>
                </a:lnTo>
                <a:lnTo>
                  <a:pt x="512" y="50"/>
                </a:lnTo>
                <a:lnTo>
                  <a:pt x="512" y="50"/>
                </a:lnTo>
                <a:lnTo>
                  <a:pt x="511" y="50"/>
                </a:lnTo>
                <a:lnTo>
                  <a:pt x="511" y="50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5"/>
                </a:lnTo>
                <a:lnTo>
                  <a:pt x="510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9"/>
                </a:lnTo>
                <a:lnTo>
                  <a:pt x="508" y="59"/>
                </a:lnTo>
                <a:lnTo>
                  <a:pt x="508" y="59"/>
                </a:lnTo>
                <a:lnTo>
                  <a:pt x="508" y="59"/>
                </a:lnTo>
                <a:lnTo>
                  <a:pt x="507" y="59"/>
                </a:lnTo>
                <a:lnTo>
                  <a:pt x="507" y="59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2"/>
                </a:lnTo>
                <a:lnTo>
                  <a:pt x="506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3"/>
                </a:lnTo>
                <a:lnTo>
                  <a:pt x="505" y="63"/>
                </a:lnTo>
                <a:lnTo>
                  <a:pt x="505" y="63"/>
                </a:lnTo>
                <a:lnTo>
                  <a:pt x="505" y="63"/>
                </a:lnTo>
                <a:lnTo>
                  <a:pt x="503" y="63"/>
                </a:lnTo>
                <a:lnTo>
                  <a:pt x="503" y="63"/>
                </a:lnTo>
                <a:lnTo>
                  <a:pt x="503" y="63"/>
                </a:lnTo>
                <a:lnTo>
                  <a:pt x="503" y="64"/>
                </a:lnTo>
                <a:lnTo>
                  <a:pt x="503" y="64"/>
                </a:lnTo>
                <a:lnTo>
                  <a:pt x="503" y="64"/>
                </a:lnTo>
                <a:lnTo>
                  <a:pt x="503" y="64"/>
                </a:lnTo>
                <a:lnTo>
                  <a:pt x="502" y="64"/>
                </a:lnTo>
                <a:lnTo>
                  <a:pt x="502" y="64"/>
                </a:lnTo>
                <a:lnTo>
                  <a:pt x="502" y="64"/>
                </a:lnTo>
                <a:lnTo>
                  <a:pt x="502" y="65"/>
                </a:lnTo>
                <a:lnTo>
                  <a:pt x="502" y="65"/>
                </a:lnTo>
                <a:lnTo>
                  <a:pt x="502" y="65"/>
                </a:lnTo>
                <a:lnTo>
                  <a:pt x="502" y="65"/>
                </a:lnTo>
                <a:lnTo>
                  <a:pt x="501" y="65"/>
                </a:lnTo>
                <a:lnTo>
                  <a:pt x="501" y="65"/>
                </a:lnTo>
                <a:lnTo>
                  <a:pt x="501" y="65"/>
                </a:lnTo>
                <a:lnTo>
                  <a:pt x="501" y="66"/>
                </a:lnTo>
                <a:lnTo>
                  <a:pt x="501" y="66"/>
                </a:lnTo>
                <a:lnTo>
                  <a:pt x="501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8"/>
                </a:lnTo>
                <a:lnTo>
                  <a:pt x="500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7" y="69"/>
                </a:lnTo>
                <a:lnTo>
                  <a:pt x="497" y="69"/>
                </a:lnTo>
                <a:lnTo>
                  <a:pt x="497" y="69"/>
                </a:lnTo>
                <a:lnTo>
                  <a:pt x="497" y="70"/>
                </a:lnTo>
                <a:lnTo>
                  <a:pt x="497" y="70"/>
                </a:lnTo>
                <a:lnTo>
                  <a:pt x="497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0" y="72"/>
                </a:lnTo>
                <a:lnTo>
                  <a:pt x="490" y="73"/>
                </a:lnTo>
                <a:lnTo>
                  <a:pt x="490" y="73"/>
                </a:lnTo>
                <a:lnTo>
                  <a:pt x="490" y="73"/>
                </a:lnTo>
                <a:lnTo>
                  <a:pt x="490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3" y="74"/>
                </a:lnTo>
                <a:lnTo>
                  <a:pt x="483" y="74"/>
                </a:lnTo>
                <a:lnTo>
                  <a:pt x="483" y="74"/>
                </a:lnTo>
                <a:lnTo>
                  <a:pt x="483" y="74"/>
                </a:lnTo>
                <a:lnTo>
                  <a:pt x="482" y="74"/>
                </a:lnTo>
                <a:lnTo>
                  <a:pt x="482" y="74"/>
                </a:lnTo>
                <a:lnTo>
                  <a:pt x="482" y="76"/>
                </a:lnTo>
                <a:lnTo>
                  <a:pt x="482" y="76"/>
                </a:lnTo>
                <a:lnTo>
                  <a:pt x="482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8" y="76"/>
                </a:lnTo>
                <a:lnTo>
                  <a:pt x="478" y="76"/>
                </a:lnTo>
                <a:lnTo>
                  <a:pt x="478" y="76"/>
                </a:lnTo>
                <a:lnTo>
                  <a:pt x="478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4" y="76"/>
                </a:lnTo>
                <a:lnTo>
                  <a:pt x="474" y="76"/>
                </a:lnTo>
                <a:lnTo>
                  <a:pt x="474" y="76"/>
                </a:lnTo>
                <a:lnTo>
                  <a:pt x="474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0" y="74"/>
                </a:lnTo>
                <a:lnTo>
                  <a:pt x="470" y="74"/>
                </a:lnTo>
                <a:lnTo>
                  <a:pt x="470" y="74"/>
                </a:lnTo>
                <a:lnTo>
                  <a:pt x="470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5" y="74"/>
                </a:lnTo>
                <a:lnTo>
                  <a:pt x="465" y="74"/>
                </a:lnTo>
                <a:lnTo>
                  <a:pt x="465" y="74"/>
                </a:lnTo>
                <a:lnTo>
                  <a:pt x="465" y="73"/>
                </a:lnTo>
                <a:lnTo>
                  <a:pt x="465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2" y="73"/>
                </a:lnTo>
                <a:lnTo>
                  <a:pt x="462" y="72"/>
                </a:lnTo>
                <a:lnTo>
                  <a:pt x="462" y="72"/>
                </a:lnTo>
                <a:lnTo>
                  <a:pt x="462" y="72"/>
                </a:lnTo>
                <a:lnTo>
                  <a:pt x="462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59" y="72"/>
                </a:lnTo>
                <a:lnTo>
                  <a:pt x="459" y="72"/>
                </a:lnTo>
                <a:lnTo>
                  <a:pt x="459" y="71"/>
                </a:lnTo>
                <a:lnTo>
                  <a:pt x="459" y="71"/>
                </a:lnTo>
                <a:lnTo>
                  <a:pt x="459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7" y="71"/>
                </a:lnTo>
                <a:lnTo>
                  <a:pt x="457" y="71"/>
                </a:lnTo>
                <a:lnTo>
                  <a:pt x="457" y="70"/>
                </a:lnTo>
                <a:lnTo>
                  <a:pt x="457" y="70"/>
                </a:lnTo>
                <a:lnTo>
                  <a:pt x="457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4" y="69"/>
                </a:lnTo>
                <a:lnTo>
                  <a:pt x="454" y="69"/>
                </a:lnTo>
                <a:lnTo>
                  <a:pt x="454" y="69"/>
                </a:lnTo>
                <a:lnTo>
                  <a:pt x="454" y="68"/>
                </a:lnTo>
                <a:lnTo>
                  <a:pt x="454" y="68"/>
                </a:lnTo>
                <a:lnTo>
                  <a:pt x="454" y="68"/>
                </a:lnTo>
                <a:lnTo>
                  <a:pt x="454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6"/>
                </a:lnTo>
                <a:lnTo>
                  <a:pt x="453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1"/>
                </a:lnTo>
                <a:lnTo>
                  <a:pt x="447" y="61"/>
                </a:lnTo>
                <a:lnTo>
                  <a:pt x="447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0"/>
                </a:lnTo>
                <a:lnTo>
                  <a:pt x="446" y="60"/>
                </a:lnTo>
                <a:lnTo>
                  <a:pt x="446" y="60"/>
                </a:lnTo>
                <a:lnTo>
                  <a:pt x="446" y="60"/>
                </a:lnTo>
                <a:lnTo>
                  <a:pt x="445" y="60"/>
                </a:lnTo>
                <a:lnTo>
                  <a:pt x="445" y="60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1"/>
                </a:lnTo>
                <a:lnTo>
                  <a:pt x="441" y="51"/>
                </a:lnTo>
                <a:lnTo>
                  <a:pt x="440" y="51"/>
                </a:lnTo>
                <a:lnTo>
                  <a:pt x="440" y="51"/>
                </a:lnTo>
                <a:lnTo>
                  <a:pt x="440" y="51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7"/>
                </a:lnTo>
                <a:lnTo>
                  <a:pt x="440" y="47"/>
                </a:lnTo>
                <a:lnTo>
                  <a:pt x="440" y="47"/>
                </a:lnTo>
                <a:lnTo>
                  <a:pt x="439" y="47"/>
                </a:lnTo>
                <a:lnTo>
                  <a:pt x="439" y="47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2"/>
                </a:lnTo>
                <a:lnTo>
                  <a:pt x="439" y="42"/>
                </a:lnTo>
                <a:lnTo>
                  <a:pt x="439" y="42"/>
                </a:lnTo>
                <a:lnTo>
                  <a:pt x="425" y="42"/>
                </a:lnTo>
                <a:lnTo>
                  <a:pt x="425" y="34"/>
                </a:lnTo>
                <a:lnTo>
                  <a:pt x="439" y="34"/>
                </a:lnTo>
                <a:lnTo>
                  <a:pt x="439" y="34"/>
                </a:lnTo>
                <a:close/>
                <a:moveTo>
                  <a:pt x="393" y="34"/>
                </a:moveTo>
                <a:lnTo>
                  <a:pt x="393" y="42"/>
                </a:lnTo>
                <a:lnTo>
                  <a:pt x="377" y="42"/>
                </a:lnTo>
                <a:lnTo>
                  <a:pt x="377" y="34"/>
                </a:lnTo>
                <a:lnTo>
                  <a:pt x="393" y="34"/>
                </a:lnTo>
                <a:lnTo>
                  <a:pt x="393" y="34"/>
                </a:lnTo>
                <a:close/>
                <a:moveTo>
                  <a:pt x="346" y="34"/>
                </a:moveTo>
                <a:lnTo>
                  <a:pt x="346" y="42"/>
                </a:lnTo>
                <a:lnTo>
                  <a:pt x="330" y="42"/>
                </a:lnTo>
                <a:lnTo>
                  <a:pt x="330" y="34"/>
                </a:lnTo>
                <a:lnTo>
                  <a:pt x="346" y="34"/>
                </a:lnTo>
                <a:lnTo>
                  <a:pt x="346" y="34"/>
                </a:lnTo>
                <a:close/>
                <a:moveTo>
                  <a:pt x="299" y="34"/>
                </a:moveTo>
                <a:lnTo>
                  <a:pt x="299" y="42"/>
                </a:lnTo>
                <a:lnTo>
                  <a:pt x="283" y="42"/>
                </a:lnTo>
                <a:lnTo>
                  <a:pt x="283" y="34"/>
                </a:lnTo>
                <a:lnTo>
                  <a:pt x="299" y="34"/>
                </a:lnTo>
                <a:lnTo>
                  <a:pt x="299" y="34"/>
                </a:lnTo>
                <a:close/>
                <a:moveTo>
                  <a:pt x="251" y="34"/>
                </a:moveTo>
                <a:lnTo>
                  <a:pt x="251" y="42"/>
                </a:lnTo>
                <a:lnTo>
                  <a:pt x="235" y="42"/>
                </a:lnTo>
                <a:lnTo>
                  <a:pt x="235" y="34"/>
                </a:lnTo>
                <a:lnTo>
                  <a:pt x="251" y="34"/>
                </a:lnTo>
                <a:lnTo>
                  <a:pt x="251" y="34"/>
                </a:lnTo>
                <a:close/>
                <a:moveTo>
                  <a:pt x="204" y="34"/>
                </a:moveTo>
                <a:lnTo>
                  <a:pt x="204" y="42"/>
                </a:lnTo>
                <a:lnTo>
                  <a:pt x="189" y="42"/>
                </a:lnTo>
                <a:lnTo>
                  <a:pt x="189" y="34"/>
                </a:lnTo>
                <a:lnTo>
                  <a:pt x="204" y="34"/>
                </a:lnTo>
                <a:lnTo>
                  <a:pt x="204" y="34"/>
                </a:lnTo>
                <a:close/>
                <a:moveTo>
                  <a:pt x="158" y="34"/>
                </a:moveTo>
                <a:lnTo>
                  <a:pt x="158" y="42"/>
                </a:lnTo>
                <a:lnTo>
                  <a:pt x="142" y="42"/>
                </a:lnTo>
                <a:lnTo>
                  <a:pt x="142" y="34"/>
                </a:lnTo>
                <a:lnTo>
                  <a:pt x="158" y="34"/>
                </a:lnTo>
                <a:lnTo>
                  <a:pt x="158" y="34"/>
                </a:lnTo>
                <a:close/>
                <a:moveTo>
                  <a:pt x="110" y="34"/>
                </a:moveTo>
                <a:lnTo>
                  <a:pt x="110" y="42"/>
                </a:lnTo>
                <a:lnTo>
                  <a:pt x="95" y="42"/>
                </a:lnTo>
                <a:lnTo>
                  <a:pt x="95" y="34"/>
                </a:lnTo>
                <a:lnTo>
                  <a:pt x="110" y="34"/>
                </a:lnTo>
                <a:lnTo>
                  <a:pt x="110" y="34"/>
                </a:lnTo>
                <a:close/>
                <a:moveTo>
                  <a:pt x="63" y="34"/>
                </a:moveTo>
                <a:lnTo>
                  <a:pt x="63" y="42"/>
                </a:lnTo>
                <a:lnTo>
                  <a:pt x="47" y="42"/>
                </a:lnTo>
                <a:lnTo>
                  <a:pt x="47" y="34"/>
                </a:lnTo>
                <a:lnTo>
                  <a:pt x="63" y="34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81">
            <a:extLst>
              <a:ext uri="{FF2B5EF4-FFF2-40B4-BE49-F238E27FC236}">
                <a16:creationId xmlns:a16="http://schemas.microsoft.com/office/drawing/2014/main" id="{312F218D-E3B7-EBAD-C3DB-AE00CEB41FDC}"/>
              </a:ext>
            </a:extLst>
          </p:cNvPr>
          <p:cNvSpPr>
            <a:spLocks noEditPoints="1"/>
          </p:cNvSpPr>
          <p:nvPr/>
        </p:nvSpPr>
        <p:spPr bwMode="auto">
          <a:xfrm>
            <a:off x="3886646" y="5130800"/>
            <a:ext cx="1063625" cy="496887"/>
          </a:xfrm>
          <a:custGeom>
            <a:avLst/>
            <a:gdLst>
              <a:gd name="T0" fmla="*/ 603 w 670"/>
              <a:gd name="T1" fmla="*/ 43 h 313"/>
              <a:gd name="T2" fmla="*/ 604 w 670"/>
              <a:gd name="T3" fmla="*/ 48 h 313"/>
              <a:gd name="T4" fmla="*/ 608 w 670"/>
              <a:gd name="T5" fmla="*/ 54 h 313"/>
              <a:gd name="T6" fmla="*/ 611 w 670"/>
              <a:gd name="T7" fmla="*/ 58 h 313"/>
              <a:gd name="T8" fmla="*/ 616 w 670"/>
              <a:gd name="T9" fmla="*/ 63 h 313"/>
              <a:gd name="T10" fmla="*/ 621 w 670"/>
              <a:gd name="T11" fmla="*/ 65 h 313"/>
              <a:gd name="T12" fmla="*/ 627 w 670"/>
              <a:gd name="T13" fmla="*/ 66 h 313"/>
              <a:gd name="T14" fmla="*/ 634 w 670"/>
              <a:gd name="T15" fmla="*/ 67 h 313"/>
              <a:gd name="T16" fmla="*/ 640 w 670"/>
              <a:gd name="T17" fmla="*/ 66 h 313"/>
              <a:gd name="T18" fmla="*/ 646 w 670"/>
              <a:gd name="T19" fmla="*/ 64 h 313"/>
              <a:gd name="T20" fmla="*/ 650 w 670"/>
              <a:gd name="T21" fmla="*/ 61 h 313"/>
              <a:gd name="T22" fmla="*/ 655 w 670"/>
              <a:gd name="T23" fmla="*/ 56 h 313"/>
              <a:gd name="T24" fmla="*/ 658 w 670"/>
              <a:gd name="T25" fmla="*/ 52 h 313"/>
              <a:gd name="T26" fmla="*/ 661 w 670"/>
              <a:gd name="T27" fmla="*/ 45 h 313"/>
              <a:gd name="T28" fmla="*/ 662 w 670"/>
              <a:gd name="T29" fmla="*/ 39 h 313"/>
              <a:gd name="T30" fmla="*/ 662 w 670"/>
              <a:gd name="T31" fmla="*/ 32 h 313"/>
              <a:gd name="T32" fmla="*/ 659 w 670"/>
              <a:gd name="T33" fmla="*/ 27 h 313"/>
              <a:gd name="T34" fmla="*/ 657 w 670"/>
              <a:gd name="T35" fmla="*/ 21 h 313"/>
              <a:gd name="T36" fmla="*/ 653 w 670"/>
              <a:gd name="T37" fmla="*/ 17 h 313"/>
              <a:gd name="T38" fmla="*/ 648 w 670"/>
              <a:gd name="T39" fmla="*/ 12 h 313"/>
              <a:gd name="T40" fmla="*/ 643 w 670"/>
              <a:gd name="T41" fmla="*/ 10 h 313"/>
              <a:gd name="T42" fmla="*/ 637 w 670"/>
              <a:gd name="T43" fmla="*/ 8 h 313"/>
              <a:gd name="T44" fmla="*/ 630 w 670"/>
              <a:gd name="T45" fmla="*/ 8 h 313"/>
              <a:gd name="T46" fmla="*/ 625 w 670"/>
              <a:gd name="T47" fmla="*/ 9 h 313"/>
              <a:gd name="T48" fmla="*/ 619 w 670"/>
              <a:gd name="T49" fmla="*/ 11 h 313"/>
              <a:gd name="T50" fmla="*/ 613 w 670"/>
              <a:gd name="T51" fmla="*/ 14 h 313"/>
              <a:gd name="T52" fmla="*/ 609 w 670"/>
              <a:gd name="T53" fmla="*/ 19 h 313"/>
              <a:gd name="T54" fmla="*/ 605 w 670"/>
              <a:gd name="T55" fmla="*/ 23 h 313"/>
              <a:gd name="T56" fmla="*/ 603 w 670"/>
              <a:gd name="T57" fmla="*/ 29 h 313"/>
              <a:gd name="T58" fmla="*/ 602 w 670"/>
              <a:gd name="T59" fmla="*/ 36 h 313"/>
              <a:gd name="T60" fmla="*/ 627 w 670"/>
              <a:gd name="T61" fmla="*/ 75 h 313"/>
              <a:gd name="T62" fmla="*/ 619 w 670"/>
              <a:gd name="T63" fmla="*/ 73 h 313"/>
              <a:gd name="T64" fmla="*/ 612 w 670"/>
              <a:gd name="T65" fmla="*/ 70 h 313"/>
              <a:gd name="T66" fmla="*/ 607 w 670"/>
              <a:gd name="T67" fmla="*/ 65 h 313"/>
              <a:gd name="T68" fmla="*/ 601 w 670"/>
              <a:gd name="T69" fmla="*/ 59 h 313"/>
              <a:gd name="T70" fmla="*/ 598 w 670"/>
              <a:gd name="T71" fmla="*/ 53 h 313"/>
              <a:gd name="T72" fmla="*/ 595 w 670"/>
              <a:gd name="T73" fmla="*/ 45 h 313"/>
              <a:gd name="T74" fmla="*/ 594 w 670"/>
              <a:gd name="T75" fmla="*/ 37 h 313"/>
              <a:gd name="T76" fmla="*/ 595 w 670"/>
              <a:gd name="T77" fmla="*/ 29 h 313"/>
              <a:gd name="T78" fmla="*/ 598 w 670"/>
              <a:gd name="T79" fmla="*/ 21 h 313"/>
              <a:gd name="T80" fmla="*/ 602 w 670"/>
              <a:gd name="T81" fmla="*/ 14 h 313"/>
              <a:gd name="T82" fmla="*/ 608 w 670"/>
              <a:gd name="T83" fmla="*/ 9 h 313"/>
              <a:gd name="T84" fmla="*/ 613 w 670"/>
              <a:gd name="T85" fmla="*/ 4 h 313"/>
              <a:gd name="T86" fmla="*/ 620 w 670"/>
              <a:gd name="T87" fmla="*/ 2 h 313"/>
              <a:gd name="T88" fmla="*/ 628 w 670"/>
              <a:gd name="T89" fmla="*/ 0 h 313"/>
              <a:gd name="T90" fmla="*/ 637 w 670"/>
              <a:gd name="T91" fmla="*/ 0 h 313"/>
              <a:gd name="T92" fmla="*/ 644 w 670"/>
              <a:gd name="T93" fmla="*/ 2 h 313"/>
              <a:gd name="T94" fmla="*/ 652 w 670"/>
              <a:gd name="T95" fmla="*/ 5 h 313"/>
              <a:gd name="T96" fmla="*/ 657 w 670"/>
              <a:gd name="T97" fmla="*/ 10 h 313"/>
              <a:gd name="T98" fmla="*/ 663 w 670"/>
              <a:gd name="T99" fmla="*/ 15 h 313"/>
              <a:gd name="T100" fmla="*/ 666 w 670"/>
              <a:gd name="T101" fmla="*/ 22 h 313"/>
              <a:gd name="T102" fmla="*/ 668 w 670"/>
              <a:gd name="T103" fmla="*/ 30 h 313"/>
              <a:gd name="T104" fmla="*/ 670 w 670"/>
              <a:gd name="T105" fmla="*/ 38 h 313"/>
              <a:gd name="T106" fmla="*/ 668 w 670"/>
              <a:gd name="T107" fmla="*/ 46 h 313"/>
              <a:gd name="T108" fmla="*/ 666 w 670"/>
              <a:gd name="T109" fmla="*/ 53 h 313"/>
              <a:gd name="T110" fmla="*/ 662 w 670"/>
              <a:gd name="T111" fmla="*/ 59 h 313"/>
              <a:gd name="T112" fmla="*/ 657 w 670"/>
              <a:gd name="T113" fmla="*/ 65 h 313"/>
              <a:gd name="T114" fmla="*/ 650 w 670"/>
              <a:gd name="T115" fmla="*/ 70 h 313"/>
              <a:gd name="T116" fmla="*/ 644 w 670"/>
              <a:gd name="T117" fmla="*/ 73 h 313"/>
              <a:gd name="T118" fmla="*/ 636 w 670"/>
              <a:gd name="T119" fmla="*/ 75 h 313"/>
              <a:gd name="T120" fmla="*/ 628 w 670"/>
              <a:gd name="T121" fmla="*/ 188 h 313"/>
              <a:gd name="T122" fmla="*/ 486 w 670"/>
              <a:gd name="T123" fmla="*/ 313 h 313"/>
              <a:gd name="T124" fmla="*/ 251 w 670"/>
              <a:gd name="T125" fmla="*/ 305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70" h="313">
                <a:moveTo>
                  <a:pt x="15" y="305"/>
                </a:moveTo>
                <a:lnTo>
                  <a:pt x="15" y="313"/>
                </a:lnTo>
                <a:lnTo>
                  <a:pt x="0" y="313"/>
                </a:lnTo>
                <a:lnTo>
                  <a:pt x="0" y="305"/>
                </a:lnTo>
                <a:lnTo>
                  <a:pt x="15" y="305"/>
                </a:lnTo>
                <a:lnTo>
                  <a:pt x="15" y="305"/>
                </a:lnTo>
                <a:close/>
                <a:moveTo>
                  <a:pt x="602" y="37"/>
                </a:move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5" y="49"/>
                </a:lnTo>
                <a:lnTo>
                  <a:pt x="605" y="49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7" y="52"/>
                </a:lnTo>
                <a:lnTo>
                  <a:pt x="607" y="52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4"/>
                </a:lnTo>
                <a:lnTo>
                  <a:pt x="607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9" y="55"/>
                </a:lnTo>
                <a:lnTo>
                  <a:pt x="609" y="55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4" y="61"/>
                </a:lnTo>
                <a:lnTo>
                  <a:pt x="614" y="61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3"/>
                </a:lnTo>
                <a:lnTo>
                  <a:pt x="616" y="63"/>
                </a:lnTo>
                <a:lnTo>
                  <a:pt x="616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8" y="63"/>
                </a:lnTo>
                <a:lnTo>
                  <a:pt x="618" y="63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20" y="64"/>
                </a:lnTo>
                <a:lnTo>
                  <a:pt x="620" y="64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8" y="66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1" y="66"/>
                </a:lnTo>
                <a:lnTo>
                  <a:pt x="641" y="66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8" y="63"/>
                </a:lnTo>
                <a:lnTo>
                  <a:pt x="648" y="63"/>
                </a:lnTo>
                <a:lnTo>
                  <a:pt x="648" y="63"/>
                </a:lnTo>
                <a:lnTo>
                  <a:pt x="648" y="62"/>
                </a:lnTo>
                <a:lnTo>
                  <a:pt x="648" y="62"/>
                </a:lnTo>
                <a:lnTo>
                  <a:pt x="648" y="62"/>
                </a:lnTo>
                <a:lnTo>
                  <a:pt x="648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2" y="61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3" y="59"/>
                </a:lnTo>
                <a:lnTo>
                  <a:pt x="653" y="59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4" y="58"/>
                </a:lnTo>
                <a:lnTo>
                  <a:pt x="654" y="58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5" y="57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4"/>
                </a:lnTo>
                <a:lnTo>
                  <a:pt x="656" y="54"/>
                </a:lnTo>
                <a:lnTo>
                  <a:pt x="656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7"/>
                </a:lnTo>
                <a:lnTo>
                  <a:pt x="659" y="47"/>
                </a:lnTo>
                <a:lnTo>
                  <a:pt x="659" y="47"/>
                </a:lnTo>
                <a:lnTo>
                  <a:pt x="659" y="47"/>
                </a:lnTo>
                <a:lnTo>
                  <a:pt x="661" y="47"/>
                </a:lnTo>
                <a:lnTo>
                  <a:pt x="661" y="47"/>
                </a:lnTo>
                <a:lnTo>
                  <a:pt x="661" y="47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3"/>
                </a:lnTo>
                <a:lnTo>
                  <a:pt x="661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1" y="32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8"/>
                </a:lnTo>
                <a:lnTo>
                  <a:pt x="661" y="28"/>
                </a:lnTo>
                <a:lnTo>
                  <a:pt x="661" y="28"/>
                </a:lnTo>
                <a:lnTo>
                  <a:pt x="661" y="28"/>
                </a:lnTo>
                <a:lnTo>
                  <a:pt x="659" y="28"/>
                </a:lnTo>
                <a:lnTo>
                  <a:pt x="659" y="28"/>
                </a:lnTo>
                <a:lnTo>
                  <a:pt x="659" y="28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6" y="21"/>
                </a:lnTo>
                <a:lnTo>
                  <a:pt x="656" y="21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8"/>
                </a:lnTo>
                <a:lnTo>
                  <a:pt x="655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7"/>
                </a:lnTo>
                <a:lnTo>
                  <a:pt x="654" y="17"/>
                </a:lnTo>
                <a:lnTo>
                  <a:pt x="654" y="17"/>
                </a:lnTo>
                <a:lnTo>
                  <a:pt x="654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5"/>
                </a:lnTo>
                <a:lnTo>
                  <a:pt x="653" y="15"/>
                </a:lnTo>
                <a:lnTo>
                  <a:pt x="653" y="15"/>
                </a:lnTo>
                <a:lnTo>
                  <a:pt x="653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4"/>
                </a:lnTo>
                <a:lnTo>
                  <a:pt x="652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8" y="13"/>
                </a:lnTo>
                <a:lnTo>
                  <a:pt x="648" y="13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1" y="10"/>
                </a:lnTo>
                <a:lnTo>
                  <a:pt x="641" y="10"/>
                </a:lnTo>
                <a:lnTo>
                  <a:pt x="641" y="10"/>
                </a:lnTo>
                <a:lnTo>
                  <a:pt x="641" y="9"/>
                </a:lnTo>
                <a:lnTo>
                  <a:pt x="641" y="9"/>
                </a:lnTo>
                <a:lnTo>
                  <a:pt x="641" y="9"/>
                </a:lnTo>
                <a:lnTo>
                  <a:pt x="641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2" y="9"/>
                </a:lnTo>
                <a:lnTo>
                  <a:pt x="622" y="9"/>
                </a:lnTo>
                <a:lnTo>
                  <a:pt x="622" y="9"/>
                </a:lnTo>
                <a:lnTo>
                  <a:pt x="622" y="10"/>
                </a:lnTo>
                <a:lnTo>
                  <a:pt x="622" y="10"/>
                </a:lnTo>
                <a:lnTo>
                  <a:pt x="622" y="10"/>
                </a:lnTo>
                <a:lnTo>
                  <a:pt x="622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3"/>
                </a:lnTo>
                <a:lnTo>
                  <a:pt x="616" y="13"/>
                </a:lnTo>
                <a:lnTo>
                  <a:pt x="616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2" y="14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1" y="15"/>
                </a:lnTo>
                <a:lnTo>
                  <a:pt x="611" y="15"/>
                </a:lnTo>
                <a:lnTo>
                  <a:pt x="611" y="15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0" y="17"/>
                </a:lnTo>
                <a:lnTo>
                  <a:pt x="610" y="17"/>
                </a:lnTo>
                <a:lnTo>
                  <a:pt x="610" y="17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09" y="18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1"/>
                </a:lnTo>
                <a:lnTo>
                  <a:pt x="608" y="21"/>
                </a:lnTo>
                <a:lnTo>
                  <a:pt x="608" y="21"/>
                </a:lnTo>
                <a:lnTo>
                  <a:pt x="608" y="21"/>
                </a:lnTo>
                <a:lnTo>
                  <a:pt x="607" y="21"/>
                </a:lnTo>
                <a:lnTo>
                  <a:pt x="607" y="21"/>
                </a:lnTo>
                <a:lnTo>
                  <a:pt x="607" y="21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3" y="28"/>
                </a:lnTo>
                <a:lnTo>
                  <a:pt x="603" y="28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2" y="32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close/>
                <a:moveTo>
                  <a:pt x="632" y="75"/>
                </a:moveTo>
                <a:lnTo>
                  <a:pt x="631" y="75"/>
                </a:lnTo>
                <a:lnTo>
                  <a:pt x="631" y="75"/>
                </a:lnTo>
                <a:lnTo>
                  <a:pt x="631" y="75"/>
                </a:lnTo>
                <a:lnTo>
                  <a:pt x="631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7" y="75"/>
                </a:lnTo>
                <a:lnTo>
                  <a:pt x="627" y="75"/>
                </a:lnTo>
                <a:lnTo>
                  <a:pt x="627" y="75"/>
                </a:lnTo>
                <a:lnTo>
                  <a:pt x="627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1" y="74"/>
                </a:lnTo>
                <a:lnTo>
                  <a:pt x="621" y="73"/>
                </a:lnTo>
                <a:lnTo>
                  <a:pt x="621" y="73"/>
                </a:lnTo>
                <a:lnTo>
                  <a:pt x="621" y="73"/>
                </a:lnTo>
                <a:lnTo>
                  <a:pt x="621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6" y="72"/>
                </a:lnTo>
                <a:lnTo>
                  <a:pt x="616" y="72"/>
                </a:lnTo>
                <a:lnTo>
                  <a:pt x="616" y="72"/>
                </a:lnTo>
                <a:lnTo>
                  <a:pt x="616" y="71"/>
                </a:lnTo>
                <a:lnTo>
                  <a:pt x="616" y="71"/>
                </a:lnTo>
                <a:lnTo>
                  <a:pt x="616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3" y="71"/>
                </a:lnTo>
                <a:lnTo>
                  <a:pt x="613" y="71"/>
                </a:lnTo>
                <a:lnTo>
                  <a:pt x="613" y="70"/>
                </a:lnTo>
                <a:lnTo>
                  <a:pt x="613" y="70"/>
                </a:lnTo>
                <a:lnTo>
                  <a:pt x="613" y="70"/>
                </a:lnTo>
                <a:lnTo>
                  <a:pt x="613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0" y="68"/>
                </a:lnTo>
                <a:lnTo>
                  <a:pt x="610" y="68"/>
                </a:lnTo>
                <a:lnTo>
                  <a:pt x="610" y="68"/>
                </a:lnTo>
                <a:lnTo>
                  <a:pt x="610" y="67"/>
                </a:lnTo>
                <a:lnTo>
                  <a:pt x="610" y="67"/>
                </a:lnTo>
                <a:lnTo>
                  <a:pt x="610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1"/>
                </a:lnTo>
                <a:lnTo>
                  <a:pt x="603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59"/>
                </a:lnTo>
                <a:lnTo>
                  <a:pt x="602" y="59"/>
                </a:lnTo>
                <a:lnTo>
                  <a:pt x="602" y="59"/>
                </a:lnTo>
                <a:lnTo>
                  <a:pt x="601" y="59"/>
                </a:lnTo>
                <a:lnTo>
                  <a:pt x="601" y="59"/>
                </a:lnTo>
                <a:lnTo>
                  <a:pt x="601" y="59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6"/>
                </a:lnTo>
                <a:lnTo>
                  <a:pt x="600" y="56"/>
                </a:lnTo>
                <a:lnTo>
                  <a:pt x="600" y="56"/>
                </a:lnTo>
                <a:lnTo>
                  <a:pt x="599" y="56"/>
                </a:lnTo>
                <a:lnTo>
                  <a:pt x="599" y="56"/>
                </a:lnTo>
                <a:lnTo>
                  <a:pt x="599" y="56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4"/>
                </a:lnTo>
                <a:lnTo>
                  <a:pt x="599" y="54"/>
                </a:lnTo>
                <a:lnTo>
                  <a:pt x="599" y="54"/>
                </a:lnTo>
                <a:lnTo>
                  <a:pt x="598" y="54"/>
                </a:lnTo>
                <a:lnTo>
                  <a:pt x="598" y="54"/>
                </a:lnTo>
                <a:lnTo>
                  <a:pt x="598" y="54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2"/>
                </a:lnTo>
                <a:lnTo>
                  <a:pt x="598" y="52"/>
                </a:lnTo>
                <a:lnTo>
                  <a:pt x="598" y="52"/>
                </a:lnTo>
                <a:lnTo>
                  <a:pt x="598" y="52"/>
                </a:lnTo>
                <a:lnTo>
                  <a:pt x="596" y="52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8"/>
                </a:lnTo>
                <a:lnTo>
                  <a:pt x="596" y="48"/>
                </a:lnTo>
                <a:lnTo>
                  <a:pt x="596" y="48"/>
                </a:lnTo>
                <a:lnTo>
                  <a:pt x="595" y="48"/>
                </a:lnTo>
                <a:lnTo>
                  <a:pt x="595" y="48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3"/>
                </a:lnTo>
                <a:lnTo>
                  <a:pt x="594" y="43"/>
                </a:lnTo>
                <a:lnTo>
                  <a:pt x="594" y="43"/>
                </a:lnTo>
                <a:lnTo>
                  <a:pt x="594" y="43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8"/>
                </a:lnTo>
                <a:lnTo>
                  <a:pt x="594" y="38"/>
                </a:lnTo>
                <a:lnTo>
                  <a:pt x="594" y="38"/>
                </a:lnTo>
                <a:lnTo>
                  <a:pt x="594" y="38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5"/>
                </a:lnTo>
                <a:lnTo>
                  <a:pt x="594" y="35"/>
                </a:lnTo>
                <a:lnTo>
                  <a:pt x="594" y="35"/>
                </a:lnTo>
                <a:lnTo>
                  <a:pt x="594" y="35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2"/>
                </a:lnTo>
                <a:lnTo>
                  <a:pt x="594" y="32"/>
                </a:lnTo>
                <a:lnTo>
                  <a:pt x="594" y="32"/>
                </a:lnTo>
                <a:lnTo>
                  <a:pt x="594" y="32"/>
                </a:lnTo>
                <a:lnTo>
                  <a:pt x="595" y="32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29"/>
                </a:lnTo>
                <a:lnTo>
                  <a:pt x="595" y="29"/>
                </a:lnTo>
                <a:lnTo>
                  <a:pt x="595" y="29"/>
                </a:lnTo>
                <a:lnTo>
                  <a:pt x="595" y="29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7"/>
                </a:lnTo>
                <a:lnTo>
                  <a:pt x="595" y="27"/>
                </a:lnTo>
                <a:lnTo>
                  <a:pt x="596" y="27"/>
                </a:lnTo>
                <a:lnTo>
                  <a:pt x="596" y="27"/>
                </a:lnTo>
                <a:lnTo>
                  <a:pt x="596" y="27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3"/>
                </a:lnTo>
                <a:lnTo>
                  <a:pt x="596" y="23"/>
                </a:lnTo>
                <a:lnTo>
                  <a:pt x="598" y="23"/>
                </a:lnTo>
                <a:lnTo>
                  <a:pt x="598" y="23"/>
                </a:lnTo>
                <a:lnTo>
                  <a:pt x="598" y="23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1"/>
                </a:lnTo>
                <a:lnTo>
                  <a:pt x="598" y="21"/>
                </a:lnTo>
                <a:lnTo>
                  <a:pt x="598" y="21"/>
                </a:lnTo>
                <a:lnTo>
                  <a:pt x="599" y="21"/>
                </a:lnTo>
                <a:lnTo>
                  <a:pt x="599" y="21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19"/>
                </a:lnTo>
                <a:lnTo>
                  <a:pt x="599" y="19"/>
                </a:lnTo>
                <a:lnTo>
                  <a:pt x="599" y="19"/>
                </a:lnTo>
                <a:lnTo>
                  <a:pt x="600" y="19"/>
                </a:lnTo>
                <a:lnTo>
                  <a:pt x="600" y="19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5"/>
                </a:lnTo>
                <a:lnTo>
                  <a:pt x="601" y="15"/>
                </a:lnTo>
                <a:lnTo>
                  <a:pt x="601" y="15"/>
                </a:lnTo>
                <a:lnTo>
                  <a:pt x="601" y="15"/>
                </a:lnTo>
                <a:lnTo>
                  <a:pt x="602" y="15"/>
                </a:lnTo>
                <a:lnTo>
                  <a:pt x="602" y="15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3" y="14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10" y="8"/>
                </a:lnTo>
                <a:lnTo>
                  <a:pt x="610" y="8"/>
                </a:lnTo>
                <a:lnTo>
                  <a:pt x="610" y="6"/>
                </a:lnTo>
                <a:lnTo>
                  <a:pt x="610" y="6"/>
                </a:lnTo>
                <a:lnTo>
                  <a:pt x="610" y="6"/>
                </a:lnTo>
                <a:lnTo>
                  <a:pt x="610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3" y="5"/>
                </a:lnTo>
                <a:lnTo>
                  <a:pt x="613" y="5"/>
                </a:lnTo>
                <a:lnTo>
                  <a:pt x="613" y="4"/>
                </a:lnTo>
                <a:lnTo>
                  <a:pt x="613" y="4"/>
                </a:lnTo>
                <a:lnTo>
                  <a:pt x="613" y="4"/>
                </a:lnTo>
                <a:lnTo>
                  <a:pt x="613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6" y="4"/>
                </a:lnTo>
                <a:lnTo>
                  <a:pt x="616" y="4"/>
                </a:lnTo>
                <a:lnTo>
                  <a:pt x="616" y="3"/>
                </a:lnTo>
                <a:lnTo>
                  <a:pt x="616" y="3"/>
                </a:lnTo>
                <a:lnTo>
                  <a:pt x="616" y="3"/>
                </a:lnTo>
                <a:lnTo>
                  <a:pt x="616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8" y="3"/>
                </a:lnTo>
                <a:lnTo>
                  <a:pt x="618" y="3"/>
                </a:lnTo>
                <a:lnTo>
                  <a:pt x="618" y="2"/>
                </a:lnTo>
                <a:lnTo>
                  <a:pt x="618" y="2"/>
                </a:lnTo>
                <a:lnTo>
                  <a:pt x="618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1" y="2"/>
                </a:lnTo>
                <a:lnTo>
                  <a:pt x="621" y="1"/>
                </a:lnTo>
                <a:lnTo>
                  <a:pt x="621" y="1"/>
                </a:lnTo>
                <a:lnTo>
                  <a:pt x="621" y="1"/>
                </a:lnTo>
                <a:lnTo>
                  <a:pt x="621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6" y="1"/>
                </a:lnTo>
                <a:lnTo>
                  <a:pt x="626" y="1"/>
                </a:lnTo>
                <a:lnTo>
                  <a:pt x="626" y="0"/>
                </a:lnTo>
                <a:lnTo>
                  <a:pt x="626" y="0"/>
                </a:lnTo>
                <a:lnTo>
                  <a:pt x="626" y="0"/>
                </a:lnTo>
                <a:lnTo>
                  <a:pt x="627" y="0"/>
                </a:lnTo>
                <a:lnTo>
                  <a:pt x="627" y="0"/>
                </a:lnTo>
                <a:lnTo>
                  <a:pt x="627" y="0"/>
                </a:lnTo>
                <a:lnTo>
                  <a:pt x="627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1" y="0"/>
                </a:lnTo>
                <a:lnTo>
                  <a:pt x="631" y="0"/>
                </a:lnTo>
                <a:lnTo>
                  <a:pt x="631" y="0"/>
                </a:lnTo>
                <a:lnTo>
                  <a:pt x="631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5" y="0"/>
                </a:lnTo>
                <a:lnTo>
                  <a:pt x="635" y="0"/>
                </a:lnTo>
                <a:lnTo>
                  <a:pt x="635" y="0"/>
                </a:lnTo>
                <a:lnTo>
                  <a:pt x="635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8" y="0"/>
                </a:lnTo>
                <a:lnTo>
                  <a:pt x="638" y="0"/>
                </a:lnTo>
                <a:lnTo>
                  <a:pt x="638" y="0"/>
                </a:lnTo>
                <a:lnTo>
                  <a:pt x="638" y="1"/>
                </a:lnTo>
                <a:lnTo>
                  <a:pt x="638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3" y="1"/>
                </a:lnTo>
                <a:lnTo>
                  <a:pt x="643" y="1"/>
                </a:lnTo>
                <a:lnTo>
                  <a:pt x="643" y="1"/>
                </a:lnTo>
                <a:lnTo>
                  <a:pt x="643" y="1"/>
                </a:lnTo>
                <a:lnTo>
                  <a:pt x="643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6" y="2"/>
                </a:lnTo>
                <a:lnTo>
                  <a:pt x="646" y="2"/>
                </a:lnTo>
                <a:lnTo>
                  <a:pt x="646" y="2"/>
                </a:lnTo>
                <a:lnTo>
                  <a:pt x="646" y="2"/>
                </a:lnTo>
                <a:lnTo>
                  <a:pt x="646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8" y="3"/>
                </a:lnTo>
                <a:lnTo>
                  <a:pt x="648" y="3"/>
                </a:lnTo>
                <a:lnTo>
                  <a:pt x="648" y="3"/>
                </a:lnTo>
                <a:lnTo>
                  <a:pt x="648" y="3"/>
                </a:lnTo>
                <a:lnTo>
                  <a:pt x="648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50" y="4"/>
                </a:lnTo>
                <a:lnTo>
                  <a:pt x="650" y="4"/>
                </a:lnTo>
                <a:lnTo>
                  <a:pt x="650" y="4"/>
                </a:lnTo>
                <a:lnTo>
                  <a:pt x="650" y="4"/>
                </a:lnTo>
                <a:lnTo>
                  <a:pt x="650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3" y="5"/>
                </a:lnTo>
                <a:lnTo>
                  <a:pt x="653" y="5"/>
                </a:lnTo>
                <a:lnTo>
                  <a:pt x="653" y="6"/>
                </a:lnTo>
                <a:lnTo>
                  <a:pt x="653" y="6"/>
                </a:lnTo>
                <a:lnTo>
                  <a:pt x="653" y="6"/>
                </a:lnTo>
                <a:lnTo>
                  <a:pt x="653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7" y="9"/>
                </a:lnTo>
                <a:lnTo>
                  <a:pt x="657" y="9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8" y="10"/>
                </a:lnTo>
                <a:lnTo>
                  <a:pt x="658" y="10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9" y="11"/>
                </a:lnTo>
                <a:lnTo>
                  <a:pt x="659" y="11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61" y="12"/>
                </a:lnTo>
                <a:lnTo>
                  <a:pt x="661" y="12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7"/>
                </a:lnTo>
                <a:lnTo>
                  <a:pt x="663" y="17"/>
                </a:lnTo>
                <a:lnTo>
                  <a:pt x="663" y="17"/>
                </a:lnTo>
                <a:lnTo>
                  <a:pt x="663" y="17"/>
                </a:lnTo>
                <a:lnTo>
                  <a:pt x="664" y="17"/>
                </a:lnTo>
                <a:lnTo>
                  <a:pt x="664" y="17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3"/>
                </a:lnTo>
                <a:lnTo>
                  <a:pt x="666" y="23"/>
                </a:lnTo>
                <a:lnTo>
                  <a:pt x="667" y="23"/>
                </a:lnTo>
                <a:lnTo>
                  <a:pt x="667" y="23"/>
                </a:lnTo>
                <a:lnTo>
                  <a:pt x="667" y="23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9"/>
                </a:lnTo>
                <a:lnTo>
                  <a:pt x="668" y="29"/>
                </a:lnTo>
                <a:lnTo>
                  <a:pt x="668" y="29"/>
                </a:lnTo>
                <a:lnTo>
                  <a:pt x="668" y="29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1"/>
                </a:lnTo>
                <a:lnTo>
                  <a:pt x="668" y="31"/>
                </a:lnTo>
                <a:lnTo>
                  <a:pt x="670" y="31"/>
                </a:lnTo>
                <a:lnTo>
                  <a:pt x="670" y="31"/>
                </a:lnTo>
                <a:lnTo>
                  <a:pt x="670" y="31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5"/>
                </a:lnTo>
                <a:lnTo>
                  <a:pt x="670" y="35"/>
                </a:lnTo>
                <a:lnTo>
                  <a:pt x="670" y="35"/>
                </a:lnTo>
                <a:lnTo>
                  <a:pt x="670" y="35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8"/>
                </a:lnTo>
                <a:lnTo>
                  <a:pt x="670" y="38"/>
                </a:lnTo>
                <a:lnTo>
                  <a:pt x="670" y="38"/>
                </a:lnTo>
                <a:lnTo>
                  <a:pt x="670" y="38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3"/>
                </a:lnTo>
                <a:lnTo>
                  <a:pt x="670" y="43"/>
                </a:lnTo>
                <a:lnTo>
                  <a:pt x="670" y="43"/>
                </a:lnTo>
                <a:lnTo>
                  <a:pt x="670" y="43"/>
                </a:lnTo>
                <a:lnTo>
                  <a:pt x="670" y="44"/>
                </a:lnTo>
                <a:lnTo>
                  <a:pt x="670" y="44"/>
                </a:lnTo>
                <a:lnTo>
                  <a:pt x="670" y="44"/>
                </a:lnTo>
                <a:lnTo>
                  <a:pt x="668" y="44"/>
                </a:lnTo>
                <a:lnTo>
                  <a:pt x="668" y="44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8"/>
                </a:lnTo>
                <a:lnTo>
                  <a:pt x="668" y="48"/>
                </a:lnTo>
                <a:lnTo>
                  <a:pt x="668" y="48"/>
                </a:lnTo>
                <a:lnTo>
                  <a:pt x="668" y="48"/>
                </a:lnTo>
                <a:lnTo>
                  <a:pt x="667" y="48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2"/>
                </a:lnTo>
                <a:lnTo>
                  <a:pt x="667" y="52"/>
                </a:lnTo>
                <a:lnTo>
                  <a:pt x="666" y="52"/>
                </a:lnTo>
                <a:lnTo>
                  <a:pt x="666" y="52"/>
                </a:lnTo>
                <a:lnTo>
                  <a:pt x="666" y="52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4"/>
                </a:lnTo>
                <a:lnTo>
                  <a:pt x="666" y="54"/>
                </a:lnTo>
                <a:lnTo>
                  <a:pt x="666" y="54"/>
                </a:lnTo>
                <a:lnTo>
                  <a:pt x="666" y="54"/>
                </a:lnTo>
                <a:lnTo>
                  <a:pt x="665" y="54"/>
                </a:lnTo>
                <a:lnTo>
                  <a:pt x="665" y="54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6"/>
                </a:lnTo>
                <a:lnTo>
                  <a:pt x="665" y="56"/>
                </a:lnTo>
                <a:lnTo>
                  <a:pt x="665" y="56"/>
                </a:lnTo>
                <a:lnTo>
                  <a:pt x="665" y="56"/>
                </a:lnTo>
                <a:lnTo>
                  <a:pt x="664" y="56"/>
                </a:lnTo>
                <a:lnTo>
                  <a:pt x="664" y="56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9"/>
                </a:lnTo>
                <a:lnTo>
                  <a:pt x="663" y="59"/>
                </a:lnTo>
                <a:lnTo>
                  <a:pt x="663" y="59"/>
                </a:lnTo>
                <a:lnTo>
                  <a:pt x="663" y="59"/>
                </a:lnTo>
                <a:lnTo>
                  <a:pt x="662" y="59"/>
                </a:lnTo>
                <a:lnTo>
                  <a:pt x="662" y="59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1" y="61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5" y="66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4" y="67"/>
                </a:lnTo>
                <a:lnTo>
                  <a:pt x="654" y="67"/>
                </a:lnTo>
                <a:lnTo>
                  <a:pt x="654" y="68"/>
                </a:lnTo>
                <a:lnTo>
                  <a:pt x="654" y="68"/>
                </a:lnTo>
                <a:lnTo>
                  <a:pt x="654" y="68"/>
                </a:lnTo>
                <a:lnTo>
                  <a:pt x="654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0" y="70"/>
                </a:lnTo>
                <a:lnTo>
                  <a:pt x="650" y="70"/>
                </a:lnTo>
                <a:lnTo>
                  <a:pt x="650" y="70"/>
                </a:lnTo>
                <a:lnTo>
                  <a:pt x="650" y="71"/>
                </a:lnTo>
                <a:lnTo>
                  <a:pt x="650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8" y="71"/>
                </a:lnTo>
                <a:lnTo>
                  <a:pt x="648" y="71"/>
                </a:lnTo>
                <a:lnTo>
                  <a:pt x="648" y="72"/>
                </a:lnTo>
                <a:lnTo>
                  <a:pt x="648" y="72"/>
                </a:lnTo>
                <a:lnTo>
                  <a:pt x="648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7" y="74"/>
                </a:lnTo>
                <a:lnTo>
                  <a:pt x="637" y="75"/>
                </a:lnTo>
                <a:lnTo>
                  <a:pt x="637" y="75"/>
                </a:lnTo>
                <a:lnTo>
                  <a:pt x="637" y="75"/>
                </a:lnTo>
                <a:lnTo>
                  <a:pt x="637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5" y="75"/>
                </a:lnTo>
                <a:lnTo>
                  <a:pt x="635" y="75"/>
                </a:lnTo>
                <a:lnTo>
                  <a:pt x="635" y="75"/>
                </a:lnTo>
                <a:lnTo>
                  <a:pt x="635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close/>
                <a:moveTo>
                  <a:pt x="628" y="77"/>
                </a:moveTo>
                <a:lnTo>
                  <a:pt x="636" y="77"/>
                </a:lnTo>
                <a:lnTo>
                  <a:pt x="636" y="93"/>
                </a:lnTo>
                <a:lnTo>
                  <a:pt x="628" y="93"/>
                </a:lnTo>
                <a:lnTo>
                  <a:pt x="628" y="77"/>
                </a:lnTo>
                <a:lnTo>
                  <a:pt x="628" y="77"/>
                </a:lnTo>
                <a:close/>
                <a:moveTo>
                  <a:pt x="628" y="125"/>
                </a:moveTo>
                <a:lnTo>
                  <a:pt x="636" y="125"/>
                </a:lnTo>
                <a:lnTo>
                  <a:pt x="636" y="140"/>
                </a:lnTo>
                <a:lnTo>
                  <a:pt x="628" y="140"/>
                </a:lnTo>
                <a:lnTo>
                  <a:pt x="628" y="125"/>
                </a:lnTo>
                <a:lnTo>
                  <a:pt x="628" y="125"/>
                </a:lnTo>
                <a:close/>
                <a:moveTo>
                  <a:pt x="628" y="172"/>
                </a:moveTo>
                <a:lnTo>
                  <a:pt x="636" y="172"/>
                </a:lnTo>
                <a:lnTo>
                  <a:pt x="636" y="188"/>
                </a:lnTo>
                <a:lnTo>
                  <a:pt x="628" y="188"/>
                </a:lnTo>
                <a:lnTo>
                  <a:pt x="628" y="172"/>
                </a:lnTo>
                <a:lnTo>
                  <a:pt x="628" y="172"/>
                </a:lnTo>
                <a:close/>
                <a:moveTo>
                  <a:pt x="628" y="219"/>
                </a:moveTo>
                <a:lnTo>
                  <a:pt x="636" y="219"/>
                </a:lnTo>
                <a:lnTo>
                  <a:pt x="636" y="235"/>
                </a:lnTo>
                <a:lnTo>
                  <a:pt x="628" y="235"/>
                </a:lnTo>
                <a:lnTo>
                  <a:pt x="628" y="219"/>
                </a:lnTo>
                <a:lnTo>
                  <a:pt x="628" y="219"/>
                </a:lnTo>
                <a:close/>
                <a:moveTo>
                  <a:pt x="628" y="266"/>
                </a:moveTo>
                <a:lnTo>
                  <a:pt x="636" y="266"/>
                </a:lnTo>
                <a:lnTo>
                  <a:pt x="636" y="281"/>
                </a:lnTo>
                <a:lnTo>
                  <a:pt x="628" y="281"/>
                </a:lnTo>
                <a:lnTo>
                  <a:pt x="628" y="266"/>
                </a:lnTo>
                <a:lnTo>
                  <a:pt x="628" y="266"/>
                </a:lnTo>
                <a:close/>
                <a:moveTo>
                  <a:pt x="628" y="305"/>
                </a:moveTo>
                <a:lnTo>
                  <a:pt x="628" y="313"/>
                </a:lnTo>
                <a:lnTo>
                  <a:pt x="612" y="313"/>
                </a:lnTo>
                <a:lnTo>
                  <a:pt x="612" y="305"/>
                </a:lnTo>
                <a:lnTo>
                  <a:pt x="628" y="305"/>
                </a:lnTo>
                <a:lnTo>
                  <a:pt x="628" y="305"/>
                </a:lnTo>
                <a:close/>
                <a:moveTo>
                  <a:pt x="581" y="305"/>
                </a:moveTo>
                <a:lnTo>
                  <a:pt x="581" y="313"/>
                </a:lnTo>
                <a:lnTo>
                  <a:pt x="565" y="313"/>
                </a:lnTo>
                <a:lnTo>
                  <a:pt x="565" y="305"/>
                </a:lnTo>
                <a:lnTo>
                  <a:pt x="581" y="305"/>
                </a:lnTo>
                <a:lnTo>
                  <a:pt x="581" y="305"/>
                </a:lnTo>
                <a:close/>
                <a:moveTo>
                  <a:pt x="533" y="305"/>
                </a:moveTo>
                <a:lnTo>
                  <a:pt x="533" y="313"/>
                </a:lnTo>
                <a:lnTo>
                  <a:pt x="518" y="313"/>
                </a:lnTo>
                <a:lnTo>
                  <a:pt x="518" y="305"/>
                </a:lnTo>
                <a:lnTo>
                  <a:pt x="533" y="305"/>
                </a:lnTo>
                <a:lnTo>
                  <a:pt x="533" y="305"/>
                </a:lnTo>
                <a:close/>
                <a:moveTo>
                  <a:pt x="486" y="305"/>
                </a:moveTo>
                <a:lnTo>
                  <a:pt x="486" y="313"/>
                </a:lnTo>
                <a:lnTo>
                  <a:pt x="470" y="313"/>
                </a:lnTo>
                <a:lnTo>
                  <a:pt x="470" y="305"/>
                </a:lnTo>
                <a:lnTo>
                  <a:pt x="486" y="305"/>
                </a:lnTo>
                <a:lnTo>
                  <a:pt x="486" y="305"/>
                </a:lnTo>
                <a:close/>
                <a:moveTo>
                  <a:pt x="440" y="305"/>
                </a:moveTo>
                <a:lnTo>
                  <a:pt x="440" y="313"/>
                </a:lnTo>
                <a:lnTo>
                  <a:pt x="424" y="313"/>
                </a:lnTo>
                <a:lnTo>
                  <a:pt x="424" y="305"/>
                </a:lnTo>
                <a:lnTo>
                  <a:pt x="440" y="305"/>
                </a:lnTo>
                <a:lnTo>
                  <a:pt x="440" y="305"/>
                </a:lnTo>
                <a:close/>
                <a:moveTo>
                  <a:pt x="393" y="305"/>
                </a:moveTo>
                <a:lnTo>
                  <a:pt x="393" y="313"/>
                </a:lnTo>
                <a:lnTo>
                  <a:pt x="377" y="313"/>
                </a:lnTo>
                <a:lnTo>
                  <a:pt x="377" y="305"/>
                </a:lnTo>
                <a:lnTo>
                  <a:pt x="393" y="305"/>
                </a:lnTo>
                <a:lnTo>
                  <a:pt x="393" y="305"/>
                </a:lnTo>
                <a:close/>
                <a:moveTo>
                  <a:pt x="345" y="305"/>
                </a:moveTo>
                <a:lnTo>
                  <a:pt x="345" y="313"/>
                </a:lnTo>
                <a:lnTo>
                  <a:pt x="330" y="313"/>
                </a:lnTo>
                <a:lnTo>
                  <a:pt x="330" y="305"/>
                </a:lnTo>
                <a:lnTo>
                  <a:pt x="345" y="305"/>
                </a:lnTo>
                <a:lnTo>
                  <a:pt x="345" y="305"/>
                </a:lnTo>
                <a:close/>
                <a:moveTo>
                  <a:pt x="298" y="305"/>
                </a:moveTo>
                <a:lnTo>
                  <a:pt x="298" y="313"/>
                </a:lnTo>
                <a:lnTo>
                  <a:pt x="282" y="313"/>
                </a:lnTo>
                <a:lnTo>
                  <a:pt x="282" y="305"/>
                </a:lnTo>
                <a:lnTo>
                  <a:pt x="298" y="305"/>
                </a:lnTo>
                <a:lnTo>
                  <a:pt x="298" y="305"/>
                </a:lnTo>
                <a:close/>
                <a:moveTo>
                  <a:pt x="251" y="305"/>
                </a:moveTo>
                <a:lnTo>
                  <a:pt x="251" y="313"/>
                </a:lnTo>
                <a:lnTo>
                  <a:pt x="235" y="313"/>
                </a:lnTo>
                <a:lnTo>
                  <a:pt x="235" y="305"/>
                </a:lnTo>
                <a:lnTo>
                  <a:pt x="251" y="305"/>
                </a:lnTo>
                <a:lnTo>
                  <a:pt x="251" y="305"/>
                </a:lnTo>
                <a:close/>
                <a:moveTo>
                  <a:pt x="203" y="305"/>
                </a:moveTo>
                <a:lnTo>
                  <a:pt x="203" y="313"/>
                </a:lnTo>
                <a:lnTo>
                  <a:pt x="188" y="313"/>
                </a:lnTo>
                <a:lnTo>
                  <a:pt x="188" y="305"/>
                </a:lnTo>
                <a:lnTo>
                  <a:pt x="203" y="305"/>
                </a:lnTo>
                <a:lnTo>
                  <a:pt x="203" y="305"/>
                </a:lnTo>
                <a:close/>
                <a:moveTo>
                  <a:pt x="156" y="305"/>
                </a:moveTo>
                <a:lnTo>
                  <a:pt x="156" y="313"/>
                </a:lnTo>
                <a:lnTo>
                  <a:pt x="140" y="313"/>
                </a:lnTo>
                <a:lnTo>
                  <a:pt x="140" y="305"/>
                </a:lnTo>
                <a:lnTo>
                  <a:pt x="156" y="305"/>
                </a:lnTo>
                <a:lnTo>
                  <a:pt x="156" y="305"/>
                </a:lnTo>
                <a:close/>
                <a:moveTo>
                  <a:pt x="110" y="305"/>
                </a:moveTo>
                <a:lnTo>
                  <a:pt x="110" y="313"/>
                </a:lnTo>
                <a:lnTo>
                  <a:pt x="94" y="313"/>
                </a:lnTo>
                <a:lnTo>
                  <a:pt x="94" y="305"/>
                </a:lnTo>
                <a:lnTo>
                  <a:pt x="110" y="305"/>
                </a:lnTo>
                <a:lnTo>
                  <a:pt x="110" y="305"/>
                </a:lnTo>
                <a:close/>
                <a:moveTo>
                  <a:pt x="63" y="305"/>
                </a:moveTo>
                <a:lnTo>
                  <a:pt x="63" y="313"/>
                </a:lnTo>
                <a:lnTo>
                  <a:pt x="47" y="313"/>
                </a:lnTo>
                <a:lnTo>
                  <a:pt x="47" y="305"/>
                </a:lnTo>
                <a:lnTo>
                  <a:pt x="63" y="305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82">
            <a:extLst>
              <a:ext uri="{FF2B5EF4-FFF2-40B4-BE49-F238E27FC236}">
                <a16:creationId xmlns:a16="http://schemas.microsoft.com/office/drawing/2014/main" id="{CED8898D-86FD-EED2-8276-0D5930397C14}"/>
              </a:ext>
            </a:extLst>
          </p:cNvPr>
          <p:cNvSpPr>
            <a:spLocks noEditPoints="1"/>
          </p:cNvSpPr>
          <p:nvPr/>
        </p:nvSpPr>
        <p:spPr bwMode="auto">
          <a:xfrm>
            <a:off x="7555358" y="5130800"/>
            <a:ext cx="738188" cy="522287"/>
          </a:xfrm>
          <a:custGeom>
            <a:avLst/>
            <a:gdLst>
              <a:gd name="T0" fmla="*/ 8 w 465"/>
              <a:gd name="T1" fmla="*/ 43 h 329"/>
              <a:gd name="T2" fmla="*/ 10 w 465"/>
              <a:gd name="T3" fmla="*/ 48 h 329"/>
              <a:gd name="T4" fmla="*/ 12 w 465"/>
              <a:gd name="T5" fmla="*/ 54 h 329"/>
              <a:gd name="T6" fmla="*/ 17 w 465"/>
              <a:gd name="T7" fmla="*/ 58 h 329"/>
              <a:gd name="T8" fmla="*/ 21 w 465"/>
              <a:gd name="T9" fmla="*/ 63 h 329"/>
              <a:gd name="T10" fmla="*/ 27 w 465"/>
              <a:gd name="T11" fmla="*/ 65 h 329"/>
              <a:gd name="T12" fmla="*/ 33 w 465"/>
              <a:gd name="T13" fmla="*/ 66 h 329"/>
              <a:gd name="T14" fmla="*/ 39 w 465"/>
              <a:gd name="T15" fmla="*/ 67 h 329"/>
              <a:gd name="T16" fmla="*/ 45 w 465"/>
              <a:gd name="T17" fmla="*/ 66 h 329"/>
              <a:gd name="T18" fmla="*/ 51 w 465"/>
              <a:gd name="T19" fmla="*/ 64 h 329"/>
              <a:gd name="T20" fmla="*/ 56 w 465"/>
              <a:gd name="T21" fmla="*/ 61 h 329"/>
              <a:gd name="T22" fmla="*/ 61 w 465"/>
              <a:gd name="T23" fmla="*/ 56 h 329"/>
              <a:gd name="T24" fmla="*/ 64 w 465"/>
              <a:gd name="T25" fmla="*/ 52 h 329"/>
              <a:gd name="T26" fmla="*/ 66 w 465"/>
              <a:gd name="T27" fmla="*/ 45 h 329"/>
              <a:gd name="T28" fmla="*/ 66 w 465"/>
              <a:gd name="T29" fmla="*/ 39 h 329"/>
              <a:gd name="T30" fmla="*/ 66 w 465"/>
              <a:gd name="T31" fmla="*/ 32 h 329"/>
              <a:gd name="T32" fmla="*/ 65 w 465"/>
              <a:gd name="T33" fmla="*/ 27 h 329"/>
              <a:gd name="T34" fmla="*/ 62 w 465"/>
              <a:gd name="T35" fmla="*/ 21 h 329"/>
              <a:gd name="T36" fmla="*/ 59 w 465"/>
              <a:gd name="T37" fmla="*/ 17 h 329"/>
              <a:gd name="T38" fmla="*/ 54 w 465"/>
              <a:gd name="T39" fmla="*/ 12 h 329"/>
              <a:gd name="T40" fmla="*/ 48 w 465"/>
              <a:gd name="T41" fmla="*/ 10 h 329"/>
              <a:gd name="T42" fmla="*/ 43 w 465"/>
              <a:gd name="T43" fmla="*/ 8 h 329"/>
              <a:gd name="T44" fmla="*/ 36 w 465"/>
              <a:gd name="T45" fmla="*/ 8 h 329"/>
              <a:gd name="T46" fmla="*/ 29 w 465"/>
              <a:gd name="T47" fmla="*/ 9 h 329"/>
              <a:gd name="T48" fmla="*/ 24 w 465"/>
              <a:gd name="T49" fmla="*/ 11 h 329"/>
              <a:gd name="T50" fmla="*/ 19 w 465"/>
              <a:gd name="T51" fmla="*/ 14 h 329"/>
              <a:gd name="T52" fmla="*/ 15 w 465"/>
              <a:gd name="T53" fmla="*/ 19 h 329"/>
              <a:gd name="T54" fmla="*/ 11 w 465"/>
              <a:gd name="T55" fmla="*/ 23 h 329"/>
              <a:gd name="T56" fmla="*/ 9 w 465"/>
              <a:gd name="T57" fmla="*/ 29 h 329"/>
              <a:gd name="T58" fmla="*/ 8 w 465"/>
              <a:gd name="T59" fmla="*/ 36 h 329"/>
              <a:gd name="T60" fmla="*/ 33 w 465"/>
              <a:gd name="T61" fmla="*/ 75 h 329"/>
              <a:gd name="T62" fmla="*/ 25 w 465"/>
              <a:gd name="T63" fmla="*/ 73 h 329"/>
              <a:gd name="T64" fmla="*/ 18 w 465"/>
              <a:gd name="T65" fmla="*/ 70 h 329"/>
              <a:gd name="T66" fmla="*/ 11 w 465"/>
              <a:gd name="T67" fmla="*/ 65 h 329"/>
              <a:gd name="T68" fmla="*/ 7 w 465"/>
              <a:gd name="T69" fmla="*/ 59 h 329"/>
              <a:gd name="T70" fmla="*/ 2 w 465"/>
              <a:gd name="T71" fmla="*/ 53 h 329"/>
              <a:gd name="T72" fmla="*/ 0 w 465"/>
              <a:gd name="T73" fmla="*/ 45 h 329"/>
              <a:gd name="T74" fmla="*/ 0 w 465"/>
              <a:gd name="T75" fmla="*/ 37 h 329"/>
              <a:gd name="T76" fmla="*/ 1 w 465"/>
              <a:gd name="T77" fmla="*/ 29 h 329"/>
              <a:gd name="T78" fmla="*/ 3 w 465"/>
              <a:gd name="T79" fmla="*/ 21 h 329"/>
              <a:gd name="T80" fmla="*/ 7 w 465"/>
              <a:gd name="T81" fmla="*/ 14 h 329"/>
              <a:gd name="T82" fmla="*/ 12 w 465"/>
              <a:gd name="T83" fmla="*/ 9 h 329"/>
              <a:gd name="T84" fmla="*/ 19 w 465"/>
              <a:gd name="T85" fmla="*/ 4 h 329"/>
              <a:gd name="T86" fmla="*/ 26 w 465"/>
              <a:gd name="T87" fmla="*/ 2 h 329"/>
              <a:gd name="T88" fmla="*/ 34 w 465"/>
              <a:gd name="T89" fmla="*/ 0 h 329"/>
              <a:gd name="T90" fmla="*/ 42 w 465"/>
              <a:gd name="T91" fmla="*/ 0 h 329"/>
              <a:gd name="T92" fmla="*/ 50 w 465"/>
              <a:gd name="T93" fmla="*/ 2 h 329"/>
              <a:gd name="T94" fmla="*/ 56 w 465"/>
              <a:gd name="T95" fmla="*/ 5 h 329"/>
              <a:gd name="T96" fmla="*/ 63 w 465"/>
              <a:gd name="T97" fmla="*/ 10 h 329"/>
              <a:gd name="T98" fmla="*/ 68 w 465"/>
              <a:gd name="T99" fmla="*/ 15 h 329"/>
              <a:gd name="T100" fmla="*/ 72 w 465"/>
              <a:gd name="T101" fmla="*/ 22 h 329"/>
              <a:gd name="T102" fmla="*/ 74 w 465"/>
              <a:gd name="T103" fmla="*/ 30 h 329"/>
              <a:gd name="T104" fmla="*/ 74 w 465"/>
              <a:gd name="T105" fmla="*/ 38 h 329"/>
              <a:gd name="T106" fmla="*/ 74 w 465"/>
              <a:gd name="T107" fmla="*/ 46 h 329"/>
              <a:gd name="T108" fmla="*/ 71 w 465"/>
              <a:gd name="T109" fmla="*/ 53 h 329"/>
              <a:gd name="T110" fmla="*/ 68 w 465"/>
              <a:gd name="T111" fmla="*/ 59 h 329"/>
              <a:gd name="T112" fmla="*/ 62 w 465"/>
              <a:gd name="T113" fmla="*/ 65 h 329"/>
              <a:gd name="T114" fmla="*/ 56 w 465"/>
              <a:gd name="T115" fmla="*/ 70 h 329"/>
              <a:gd name="T116" fmla="*/ 50 w 465"/>
              <a:gd name="T117" fmla="*/ 73 h 329"/>
              <a:gd name="T118" fmla="*/ 42 w 465"/>
              <a:gd name="T119" fmla="*/ 75 h 329"/>
              <a:gd name="T120" fmla="*/ 34 w 465"/>
              <a:gd name="T121" fmla="*/ 188 h 329"/>
              <a:gd name="T122" fmla="*/ 135 w 465"/>
              <a:gd name="T123" fmla="*/ 329 h 329"/>
              <a:gd name="T124" fmla="*/ 403 w 465"/>
              <a:gd name="T125" fmla="*/ 321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5" h="329">
                <a:moveTo>
                  <a:pt x="449" y="329"/>
                </a:moveTo>
                <a:lnTo>
                  <a:pt x="449" y="321"/>
                </a:lnTo>
                <a:lnTo>
                  <a:pt x="465" y="321"/>
                </a:lnTo>
                <a:lnTo>
                  <a:pt x="465" y="329"/>
                </a:lnTo>
                <a:lnTo>
                  <a:pt x="449" y="329"/>
                </a:lnTo>
                <a:lnTo>
                  <a:pt x="449" y="329"/>
                </a:lnTo>
                <a:close/>
                <a:moveTo>
                  <a:pt x="8" y="37"/>
                </a:move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8"/>
                </a:lnTo>
                <a:lnTo>
                  <a:pt x="9" y="48"/>
                </a:lnTo>
                <a:lnTo>
                  <a:pt x="9" y="48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1" y="50"/>
                </a:lnTo>
                <a:lnTo>
                  <a:pt x="11" y="50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3"/>
                </a:lnTo>
                <a:lnTo>
                  <a:pt x="11" y="53"/>
                </a:lnTo>
                <a:lnTo>
                  <a:pt x="11" y="53"/>
                </a:lnTo>
                <a:lnTo>
                  <a:pt x="11" y="53"/>
                </a:lnTo>
                <a:lnTo>
                  <a:pt x="12" y="53"/>
                </a:lnTo>
                <a:lnTo>
                  <a:pt x="12" y="53"/>
                </a:lnTo>
                <a:lnTo>
                  <a:pt x="12" y="53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6"/>
                </a:lnTo>
                <a:lnTo>
                  <a:pt x="14" y="56"/>
                </a:lnTo>
                <a:lnTo>
                  <a:pt x="14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9"/>
                </a:lnTo>
                <a:lnTo>
                  <a:pt x="17" y="59"/>
                </a:lnTo>
                <a:lnTo>
                  <a:pt x="17" y="59"/>
                </a:lnTo>
                <a:lnTo>
                  <a:pt x="17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61"/>
                </a:lnTo>
                <a:lnTo>
                  <a:pt x="18" y="61"/>
                </a:lnTo>
                <a:lnTo>
                  <a:pt x="18" y="61"/>
                </a:lnTo>
                <a:lnTo>
                  <a:pt x="18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2"/>
                </a:lnTo>
                <a:lnTo>
                  <a:pt x="19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1" y="62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6"/>
                </a:lnTo>
                <a:lnTo>
                  <a:pt x="28" y="66"/>
                </a:lnTo>
                <a:lnTo>
                  <a:pt x="28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7"/>
                </a:lnTo>
                <a:lnTo>
                  <a:pt x="33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2" y="67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50" y="65"/>
                </a:lnTo>
                <a:lnTo>
                  <a:pt x="50" y="65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2" y="64"/>
                </a:lnTo>
                <a:lnTo>
                  <a:pt x="52" y="64"/>
                </a:lnTo>
                <a:lnTo>
                  <a:pt x="52" y="64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59"/>
                </a:lnTo>
                <a:lnTo>
                  <a:pt x="56" y="59"/>
                </a:lnTo>
                <a:lnTo>
                  <a:pt x="56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8"/>
                </a:lnTo>
                <a:lnTo>
                  <a:pt x="57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7"/>
                </a:lnTo>
                <a:lnTo>
                  <a:pt x="59" y="57"/>
                </a:lnTo>
                <a:lnTo>
                  <a:pt x="59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6"/>
                </a:lnTo>
                <a:lnTo>
                  <a:pt x="60" y="56"/>
                </a:lnTo>
                <a:lnTo>
                  <a:pt x="60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3"/>
                </a:lnTo>
                <a:lnTo>
                  <a:pt x="62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4" y="52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3"/>
                </a:lnTo>
                <a:lnTo>
                  <a:pt x="64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2" y="22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0" y="19"/>
                </a:lnTo>
                <a:lnTo>
                  <a:pt x="60" y="19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59" y="18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6" y="15"/>
                </a:lnTo>
                <a:lnTo>
                  <a:pt x="56" y="15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5" y="14"/>
                </a:lnTo>
                <a:lnTo>
                  <a:pt x="55" y="14"/>
                </a:lnTo>
                <a:lnTo>
                  <a:pt x="55" y="14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2"/>
                </a:lnTo>
                <a:lnTo>
                  <a:pt x="54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2" y="12"/>
                </a:lnTo>
                <a:lnTo>
                  <a:pt x="52" y="12"/>
                </a:lnTo>
                <a:lnTo>
                  <a:pt x="52" y="12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0" y="11"/>
                </a:lnTo>
                <a:lnTo>
                  <a:pt x="50" y="11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3" y="9"/>
                </a:lnTo>
                <a:lnTo>
                  <a:pt x="43" y="9"/>
                </a:lnTo>
                <a:lnTo>
                  <a:pt x="43" y="9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2" y="8"/>
                </a:lnTo>
                <a:lnTo>
                  <a:pt x="32" y="8"/>
                </a:lnTo>
                <a:lnTo>
                  <a:pt x="32" y="9"/>
                </a:lnTo>
                <a:lnTo>
                  <a:pt x="32" y="9"/>
                </a:lnTo>
                <a:lnTo>
                  <a:pt x="32" y="9"/>
                </a:lnTo>
                <a:lnTo>
                  <a:pt x="32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5" y="10"/>
                </a:lnTo>
                <a:lnTo>
                  <a:pt x="25" y="10"/>
                </a:lnTo>
                <a:lnTo>
                  <a:pt x="25" y="10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3" y="11"/>
                </a:lnTo>
                <a:lnTo>
                  <a:pt x="23" y="11"/>
                </a:lnTo>
                <a:lnTo>
                  <a:pt x="23" y="11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0" y="12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19" y="13"/>
                </a:lnTo>
                <a:lnTo>
                  <a:pt x="19" y="13"/>
                </a:lnTo>
                <a:lnTo>
                  <a:pt x="19" y="13"/>
                </a:lnTo>
                <a:lnTo>
                  <a:pt x="19" y="13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7"/>
                </a:lnTo>
                <a:lnTo>
                  <a:pt x="17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8"/>
                </a:lnTo>
                <a:lnTo>
                  <a:pt x="16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4" y="19"/>
                </a:lnTo>
                <a:lnTo>
                  <a:pt x="14" y="19"/>
                </a:lnTo>
                <a:lnTo>
                  <a:pt x="14" y="19"/>
                </a:lnTo>
                <a:lnTo>
                  <a:pt x="14" y="19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2" y="20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2"/>
                </a:lnTo>
                <a:lnTo>
                  <a:pt x="12" y="22"/>
                </a:lnTo>
                <a:lnTo>
                  <a:pt x="12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7"/>
                </a:lnTo>
                <a:lnTo>
                  <a:pt x="10" y="27"/>
                </a:lnTo>
                <a:lnTo>
                  <a:pt x="9" y="27"/>
                </a:lnTo>
                <a:lnTo>
                  <a:pt x="9" y="27"/>
                </a:lnTo>
                <a:lnTo>
                  <a:pt x="9" y="27"/>
                </a:lnTo>
                <a:lnTo>
                  <a:pt x="9" y="27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close/>
                <a:moveTo>
                  <a:pt x="37" y="75"/>
                </a:moveTo>
                <a:lnTo>
                  <a:pt x="37" y="75"/>
                </a:lnTo>
                <a:lnTo>
                  <a:pt x="37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4" y="75"/>
                </a:lnTo>
                <a:lnTo>
                  <a:pt x="34" y="75"/>
                </a:lnTo>
                <a:lnTo>
                  <a:pt x="34" y="75"/>
                </a:lnTo>
                <a:lnTo>
                  <a:pt x="34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2" y="75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7" y="74"/>
                </a:lnTo>
                <a:lnTo>
                  <a:pt x="27" y="74"/>
                </a:lnTo>
                <a:lnTo>
                  <a:pt x="27" y="74"/>
                </a:lnTo>
                <a:lnTo>
                  <a:pt x="27" y="73"/>
                </a:lnTo>
                <a:lnTo>
                  <a:pt x="27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4" y="73"/>
                </a:lnTo>
                <a:lnTo>
                  <a:pt x="24" y="73"/>
                </a:lnTo>
                <a:lnTo>
                  <a:pt x="24" y="73"/>
                </a:lnTo>
                <a:lnTo>
                  <a:pt x="24" y="72"/>
                </a:lnTo>
                <a:lnTo>
                  <a:pt x="24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19" y="71"/>
                </a:lnTo>
                <a:lnTo>
                  <a:pt x="19" y="71"/>
                </a:lnTo>
                <a:lnTo>
                  <a:pt x="19" y="71"/>
                </a:lnTo>
                <a:lnTo>
                  <a:pt x="19" y="71"/>
                </a:lnTo>
                <a:lnTo>
                  <a:pt x="19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7" y="70"/>
                </a:lnTo>
                <a:lnTo>
                  <a:pt x="17" y="70"/>
                </a:lnTo>
                <a:lnTo>
                  <a:pt x="17" y="70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4" y="67"/>
                </a:lnTo>
                <a:lnTo>
                  <a:pt x="14" y="67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2" y="66"/>
                </a:lnTo>
                <a:lnTo>
                  <a:pt x="12" y="66"/>
                </a:lnTo>
                <a:lnTo>
                  <a:pt x="12" y="66"/>
                </a:lnTo>
                <a:lnTo>
                  <a:pt x="12" y="65"/>
                </a:lnTo>
                <a:lnTo>
                  <a:pt x="12" y="65"/>
                </a:lnTo>
                <a:lnTo>
                  <a:pt x="12" y="65"/>
                </a:lnTo>
                <a:lnTo>
                  <a:pt x="12" y="65"/>
                </a:lnTo>
                <a:lnTo>
                  <a:pt x="11" y="65"/>
                </a:lnTo>
                <a:lnTo>
                  <a:pt x="11" y="65"/>
                </a:lnTo>
                <a:lnTo>
                  <a:pt x="11" y="65"/>
                </a:lnTo>
                <a:lnTo>
                  <a:pt x="11" y="64"/>
                </a:lnTo>
                <a:lnTo>
                  <a:pt x="11" y="64"/>
                </a:lnTo>
                <a:lnTo>
                  <a:pt x="11" y="64"/>
                </a:lnTo>
                <a:lnTo>
                  <a:pt x="10" y="64"/>
                </a:lnTo>
                <a:lnTo>
                  <a:pt x="10" y="64"/>
                </a:lnTo>
                <a:lnTo>
                  <a:pt x="10" y="64"/>
                </a:lnTo>
                <a:lnTo>
                  <a:pt x="10" y="64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9" y="63"/>
                </a:lnTo>
                <a:lnTo>
                  <a:pt x="9" y="63"/>
                </a:lnTo>
                <a:lnTo>
                  <a:pt x="9" y="63"/>
                </a:lnTo>
                <a:lnTo>
                  <a:pt x="9" y="62"/>
                </a:lnTo>
                <a:lnTo>
                  <a:pt x="9" y="62"/>
                </a:lnTo>
                <a:lnTo>
                  <a:pt x="9" y="62"/>
                </a:lnTo>
                <a:lnTo>
                  <a:pt x="9" y="62"/>
                </a:lnTo>
                <a:lnTo>
                  <a:pt x="8" y="62"/>
                </a:lnTo>
                <a:lnTo>
                  <a:pt x="8" y="62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7" y="61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8"/>
                </a:lnTo>
                <a:lnTo>
                  <a:pt x="7" y="58"/>
                </a:lnTo>
                <a:lnTo>
                  <a:pt x="6" y="58"/>
                </a:lnTo>
                <a:lnTo>
                  <a:pt x="6" y="58"/>
                </a:lnTo>
                <a:lnTo>
                  <a:pt x="6" y="58"/>
                </a:lnTo>
                <a:lnTo>
                  <a:pt x="6" y="58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5" y="57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5"/>
                </a:lnTo>
                <a:lnTo>
                  <a:pt x="5" y="55"/>
                </a:lnTo>
                <a:lnTo>
                  <a:pt x="5" y="55"/>
                </a:lnTo>
                <a:lnTo>
                  <a:pt x="3" y="55"/>
                </a:lnTo>
                <a:lnTo>
                  <a:pt x="3" y="55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3"/>
                </a:lnTo>
                <a:lnTo>
                  <a:pt x="3" y="53"/>
                </a:lnTo>
                <a:lnTo>
                  <a:pt x="3" y="53"/>
                </a:lnTo>
                <a:lnTo>
                  <a:pt x="2" y="53"/>
                </a:lnTo>
                <a:lnTo>
                  <a:pt x="2" y="53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1" y="49"/>
                </a:lnTo>
                <a:lnTo>
                  <a:pt x="1" y="49"/>
                </a:lnTo>
                <a:lnTo>
                  <a:pt x="1" y="49"/>
                </a:lnTo>
                <a:lnTo>
                  <a:pt x="1" y="49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0" y="46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3"/>
                </a:lnTo>
                <a:lnTo>
                  <a:pt x="0" y="43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0" y="35"/>
                </a:lnTo>
                <a:lnTo>
                  <a:pt x="0" y="35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6"/>
                </a:lnTo>
                <a:lnTo>
                  <a:pt x="1" y="26"/>
                </a:lnTo>
                <a:lnTo>
                  <a:pt x="1" y="26"/>
                </a:lnTo>
                <a:lnTo>
                  <a:pt x="1" y="26"/>
                </a:lnTo>
                <a:lnTo>
                  <a:pt x="2" y="26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2"/>
                </a:lnTo>
                <a:lnTo>
                  <a:pt x="2" y="22"/>
                </a:lnTo>
                <a:lnTo>
                  <a:pt x="2" y="22"/>
                </a:lnTo>
                <a:lnTo>
                  <a:pt x="3" y="22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0"/>
                </a:lnTo>
                <a:lnTo>
                  <a:pt x="3" y="20"/>
                </a:lnTo>
                <a:lnTo>
                  <a:pt x="3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8"/>
                </a:lnTo>
                <a:lnTo>
                  <a:pt x="5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7" y="17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4"/>
                </a:lnTo>
                <a:lnTo>
                  <a:pt x="7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3"/>
                </a:lnTo>
                <a:lnTo>
                  <a:pt x="8" y="13"/>
                </a:lnTo>
                <a:lnTo>
                  <a:pt x="8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2"/>
                </a:lnTo>
                <a:lnTo>
                  <a:pt x="9" y="12"/>
                </a:lnTo>
                <a:lnTo>
                  <a:pt x="9" y="12"/>
                </a:lnTo>
                <a:lnTo>
                  <a:pt x="9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1" y="11"/>
                </a:lnTo>
                <a:lnTo>
                  <a:pt x="11" y="11"/>
                </a:lnTo>
                <a:lnTo>
                  <a:pt x="11" y="10"/>
                </a:lnTo>
                <a:lnTo>
                  <a:pt x="11" y="10"/>
                </a:lnTo>
                <a:lnTo>
                  <a:pt x="11" y="10"/>
                </a:lnTo>
                <a:lnTo>
                  <a:pt x="11" y="10"/>
                </a:lnTo>
                <a:lnTo>
                  <a:pt x="12" y="10"/>
                </a:lnTo>
                <a:lnTo>
                  <a:pt x="12" y="10"/>
                </a:lnTo>
                <a:lnTo>
                  <a:pt x="12" y="10"/>
                </a:lnTo>
                <a:lnTo>
                  <a:pt x="12" y="9"/>
                </a:lnTo>
                <a:lnTo>
                  <a:pt x="12" y="9"/>
                </a:lnTo>
                <a:lnTo>
                  <a:pt x="12" y="9"/>
                </a:lnTo>
                <a:lnTo>
                  <a:pt x="12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8"/>
                </a:lnTo>
                <a:lnTo>
                  <a:pt x="14" y="8"/>
                </a:lnTo>
                <a:lnTo>
                  <a:pt x="14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7" y="6"/>
                </a:lnTo>
                <a:lnTo>
                  <a:pt x="17" y="6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6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4" y="0"/>
                </a:lnTo>
                <a:lnTo>
                  <a:pt x="44" y="1"/>
                </a:lnTo>
                <a:lnTo>
                  <a:pt x="44" y="1"/>
                </a:lnTo>
                <a:lnTo>
                  <a:pt x="44" y="1"/>
                </a:lnTo>
                <a:lnTo>
                  <a:pt x="44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8" y="1"/>
                </a:lnTo>
                <a:lnTo>
                  <a:pt x="48" y="1"/>
                </a:lnTo>
                <a:lnTo>
                  <a:pt x="48" y="2"/>
                </a:lnTo>
                <a:lnTo>
                  <a:pt x="48" y="2"/>
                </a:lnTo>
                <a:lnTo>
                  <a:pt x="48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2" y="3"/>
                </a:lnTo>
                <a:lnTo>
                  <a:pt x="52" y="3"/>
                </a:lnTo>
                <a:lnTo>
                  <a:pt x="52" y="3"/>
                </a:lnTo>
                <a:lnTo>
                  <a:pt x="52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4" y="3"/>
                </a:lnTo>
                <a:lnTo>
                  <a:pt x="54" y="3"/>
                </a:lnTo>
                <a:lnTo>
                  <a:pt x="54" y="4"/>
                </a:lnTo>
                <a:lnTo>
                  <a:pt x="54" y="4"/>
                </a:lnTo>
                <a:lnTo>
                  <a:pt x="54" y="4"/>
                </a:lnTo>
                <a:lnTo>
                  <a:pt x="54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6" y="4"/>
                </a:lnTo>
                <a:lnTo>
                  <a:pt x="56" y="4"/>
                </a:lnTo>
                <a:lnTo>
                  <a:pt x="56" y="5"/>
                </a:lnTo>
                <a:lnTo>
                  <a:pt x="56" y="5"/>
                </a:lnTo>
                <a:lnTo>
                  <a:pt x="56" y="5"/>
                </a:lnTo>
                <a:lnTo>
                  <a:pt x="56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60" y="6"/>
                </a:lnTo>
                <a:lnTo>
                  <a:pt x="60" y="6"/>
                </a:lnTo>
                <a:lnTo>
                  <a:pt x="60" y="8"/>
                </a:lnTo>
                <a:lnTo>
                  <a:pt x="60" y="8"/>
                </a:lnTo>
                <a:lnTo>
                  <a:pt x="60" y="8"/>
                </a:lnTo>
                <a:lnTo>
                  <a:pt x="60" y="8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1" y="9"/>
                </a:lnTo>
                <a:lnTo>
                  <a:pt x="61" y="9"/>
                </a:lnTo>
                <a:lnTo>
                  <a:pt x="61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3"/>
                </a:lnTo>
                <a:lnTo>
                  <a:pt x="65" y="13"/>
                </a:lnTo>
                <a:lnTo>
                  <a:pt x="66" y="13"/>
                </a:lnTo>
                <a:lnTo>
                  <a:pt x="66" y="13"/>
                </a:lnTo>
                <a:lnTo>
                  <a:pt x="66" y="13"/>
                </a:lnTo>
                <a:lnTo>
                  <a:pt x="66" y="13"/>
                </a:lnTo>
                <a:lnTo>
                  <a:pt x="66" y="14"/>
                </a:lnTo>
                <a:lnTo>
                  <a:pt x="66" y="14"/>
                </a:lnTo>
                <a:lnTo>
                  <a:pt x="66" y="14"/>
                </a:lnTo>
                <a:lnTo>
                  <a:pt x="66" y="14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9" y="15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8"/>
                </a:lnTo>
                <a:lnTo>
                  <a:pt x="69" y="18"/>
                </a:lnTo>
                <a:lnTo>
                  <a:pt x="70" y="18"/>
                </a:lnTo>
                <a:lnTo>
                  <a:pt x="70" y="18"/>
                </a:lnTo>
                <a:lnTo>
                  <a:pt x="70" y="18"/>
                </a:lnTo>
                <a:lnTo>
                  <a:pt x="70" y="18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4"/>
                </a:lnTo>
                <a:lnTo>
                  <a:pt x="72" y="24"/>
                </a:lnTo>
                <a:lnTo>
                  <a:pt x="72" y="24"/>
                </a:lnTo>
                <a:lnTo>
                  <a:pt x="73" y="24"/>
                </a:lnTo>
                <a:lnTo>
                  <a:pt x="73" y="24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4" y="28"/>
                </a:lnTo>
                <a:lnTo>
                  <a:pt x="74" y="29"/>
                </a:lnTo>
                <a:lnTo>
                  <a:pt x="74" y="29"/>
                </a:lnTo>
                <a:lnTo>
                  <a:pt x="74" y="29"/>
                </a:lnTo>
                <a:lnTo>
                  <a:pt x="74" y="29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5"/>
                </a:lnTo>
                <a:lnTo>
                  <a:pt x="74" y="35"/>
                </a:lnTo>
                <a:lnTo>
                  <a:pt x="74" y="35"/>
                </a:lnTo>
                <a:lnTo>
                  <a:pt x="74" y="35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8"/>
                </a:lnTo>
                <a:lnTo>
                  <a:pt x="74" y="38"/>
                </a:lnTo>
                <a:lnTo>
                  <a:pt x="74" y="38"/>
                </a:lnTo>
                <a:lnTo>
                  <a:pt x="74" y="38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3"/>
                </a:lnTo>
                <a:lnTo>
                  <a:pt x="74" y="43"/>
                </a:lnTo>
                <a:lnTo>
                  <a:pt x="74" y="43"/>
                </a:lnTo>
                <a:lnTo>
                  <a:pt x="74" y="43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50"/>
                </a:lnTo>
                <a:lnTo>
                  <a:pt x="73" y="50"/>
                </a:lnTo>
                <a:lnTo>
                  <a:pt x="72" y="50"/>
                </a:lnTo>
                <a:lnTo>
                  <a:pt x="72" y="50"/>
                </a:lnTo>
                <a:lnTo>
                  <a:pt x="72" y="50"/>
                </a:lnTo>
                <a:lnTo>
                  <a:pt x="72" y="50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1" y="53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0" y="55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69" y="57"/>
                </a:lnTo>
                <a:lnTo>
                  <a:pt x="69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61"/>
                </a:lnTo>
                <a:lnTo>
                  <a:pt x="68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2"/>
                </a:lnTo>
                <a:lnTo>
                  <a:pt x="66" y="62"/>
                </a:lnTo>
                <a:lnTo>
                  <a:pt x="66" y="62"/>
                </a:lnTo>
                <a:lnTo>
                  <a:pt x="65" y="62"/>
                </a:lnTo>
                <a:lnTo>
                  <a:pt x="65" y="62"/>
                </a:lnTo>
                <a:lnTo>
                  <a:pt x="65" y="62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4" y="63"/>
                </a:lnTo>
                <a:lnTo>
                  <a:pt x="64" y="63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3" y="64"/>
                </a:lnTo>
                <a:lnTo>
                  <a:pt x="63" y="64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2" y="65"/>
                </a:lnTo>
                <a:lnTo>
                  <a:pt x="62" y="65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1" y="66"/>
                </a:lnTo>
                <a:lnTo>
                  <a:pt x="61" y="66"/>
                </a:lnTo>
                <a:lnTo>
                  <a:pt x="61" y="66"/>
                </a:lnTo>
                <a:lnTo>
                  <a:pt x="61" y="66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7" y="68"/>
                </a:lnTo>
                <a:lnTo>
                  <a:pt x="57" y="68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1" y="72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7" y="74"/>
                </a:lnTo>
                <a:lnTo>
                  <a:pt x="47" y="74"/>
                </a:lnTo>
                <a:lnTo>
                  <a:pt x="47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3" y="75"/>
                </a:lnTo>
                <a:lnTo>
                  <a:pt x="43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1" y="75"/>
                </a:lnTo>
                <a:lnTo>
                  <a:pt x="41" y="75"/>
                </a:lnTo>
                <a:lnTo>
                  <a:pt x="41" y="75"/>
                </a:lnTo>
                <a:lnTo>
                  <a:pt x="41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7" y="75"/>
                </a:lnTo>
                <a:lnTo>
                  <a:pt x="37" y="75"/>
                </a:lnTo>
                <a:lnTo>
                  <a:pt x="37" y="75"/>
                </a:lnTo>
                <a:close/>
                <a:moveTo>
                  <a:pt x="34" y="77"/>
                </a:moveTo>
                <a:lnTo>
                  <a:pt x="42" y="77"/>
                </a:lnTo>
                <a:lnTo>
                  <a:pt x="42" y="93"/>
                </a:lnTo>
                <a:lnTo>
                  <a:pt x="34" y="93"/>
                </a:lnTo>
                <a:lnTo>
                  <a:pt x="34" y="77"/>
                </a:lnTo>
                <a:lnTo>
                  <a:pt x="34" y="77"/>
                </a:lnTo>
                <a:close/>
                <a:moveTo>
                  <a:pt x="34" y="125"/>
                </a:moveTo>
                <a:lnTo>
                  <a:pt x="42" y="125"/>
                </a:lnTo>
                <a:lnTo>
                  <a:pt x="42" y="140"/>
                </a:lnTo>
                <a:lnTo>
                  <a:pt x="34" y="140"/>
                </a:lnTo>
                <a:lnTo>
                  <a:pt x="34" y="125"/>
                </a:lnTo>
                <a:lnTo>
                  <a:pt x="34" y="125"/>
                </a:lnTo>
                <a:close/>
                <a:moveTo>
                  <a:pt x="34" y="172"/>
                </a:moveTo>
                <a:lnTo>
                  <a:pt x="42" y="172"/>
                </a:lnTo>
                <a:lnTo>
                  <a:pt x="42" y="188"/>
                </a:lnTo>
                <a:lnTo>
                  <a:pt x="34" y="188"/>
                </a:lnTo>
                <a:lnTo>
                  <a:pt x="34" y="172"/>
                </a:lnTo>
                <a:lnTo>
                  <a:pt x="34" y="172"/>
                </a:lnTo>
                <a:close/>
                <a:moveTo>
                  <a:pt x="34" y="219"/>
                </a:moveTo>
                <a:lnTo>
                  <a:pt x="42" y="219"/>
                </a:lnTo>
                <a:lnTo>
                  <a:pt x="42" y="235"/>
                </a:lnTo>
                <a:lnTo>
                  <a:pt x="34" y="235"/>
                </a:lnTo>
                <a:lnTo>
                  <a:pt x="34" y="219"/>
                </a:lnTo>
                <a:lnTo>
                  <a:pt x="34" y="219"/>
                </a:lnTo>
                <a:close/>
                <a:moveTo>
                  <a:pt x="34" y="266"/>
                </a:moveTo>
                <a:lnTo>
                  <a:pt x="42" y="266"/>
                </a:lnTo>
                <a:lnTo>
                  <a:pt x="42" y="281"/>
                </a:lnTo>
                <a:lnTo>
                  <a:pt x="34" y="281"/>
                </a:lnTo>
                <a:lnTo>
                  <a:pt x="34" y="266"/>
                </a:lnTo>
                <a:lnTo>
                  <a:pt x="34" y="266"/>
                </a:lnTo>
                <a:close/>
                <a:moveTo>
                  <a:pt x="34" y="313"/>
                </a:moveTo>
                <a:lnTo>
                  <a:pt x="42" y="313"/>
                </a:lnTo>
                <a:lnTo>
                  <a:pt x="42" y="321"/>
                </a:lnTo>
                <a:lnTo>
                  <a:pt x="42" y="321"/>
                </a:lnTo>
                <a:lnTo>
                  <a:pt x="42" y="329"/>
                </a:lnTo>
                <a:lnTo>
                  <a:pt x="37" y="329"/>
                </a:lnTo>
                <a:lnTo>
                  <a:pt x="34" y="329"/>
                </a:lnTo>
                <a:lnTo>
                  <a:pt x="34" y="325"/>
                </a:lnTo>
                <a:lnTo>
                  <a:pt x="34" y="313"/>
                </a:lnTo>
                <a:lnTo>
                  <a:pt x="34" y="313"/>
                </a:lnTo>
                <a:close/>
                <a:moveTo>
                  <a:pt x="73" y="329"/>
                </a:moveTo>
                <a:lnTo>
                  <a:pt x="73" y="321"/>
                </a:lnTo>
                <a:lnTo>
                  <a:pt x="89" y="321"/>
                </a:lnTo>
                <a:lnTo>
                  <a:pt x="89" y="329"/>
                </a:lnTo>
                <a:lnTo>
                  <a:pt x="73" y="329"/>
                </a:lnTo>
                <a:lnTo>
                  <a:pt x="73" y="329"/>
                </a:lnTo>
                <a:close/>
                <a:moveTo>
                  <a:pt x="119" y="329"/>
                </a:moveTo>
                <a:lnTo>
                  <a:pt x="119" y="321"/>
                </a:lnTo>
                <a:lnTo>
                  <a:pt x="135" y="321"/>
                </a:lnTo>
                <a:lnTo>
                  <a:pt x="135" y="329"/>
                </a:lnTo>
                <a:lnTo>
                  <a:pt x="119" y="329"/>
                </a:lnTo>
                <a:lnTo>
                  <a:pt x="119" y="329"/>
                </a:lnTo>
                <a:close/>
                <a:moveTo>
                  <a:pt x="167" y="329"/>
                </a:moveTo>
                <a:lnTo>
                  <a:pt x="167" y="321"/>
                </a:lnTo>
                <a:lnTo>
                  <a:pt x="182" y="321"/>
                </a:lnTo>
                <a:lnTo>
                  <a:pt x="182" y="329"/>
                </a:lnTo>
                <a:lnTo>
                  <a:pt x="167" y="329"/>
                </a:lnTo>
                <a:lnTo>
                  <a:pt x="167" y="329"/>
                </a:lnTo>
                <a:close/>
                <a:moveTo>
                  <a:pt x="214" y="329"/>
                </a:moveTo>
                <a:lnTo>
                  <a:pt x="214" y="321"/>
                </a:lnTo>
                <a:lnTo>
                  <a:pt x="230" y="321"/>
                </a:lnTo>
                <a:lnTo>
                  <a:pt x="230" y="329"/>
                </a:lnTo>
                <a:lnTo>
                  <a:pt x="214" y="329"/>
                </a:lnTo>
                <a:lnTo>
                  <a:pt x="214" y="329"/>
                </a:lnTo>
                <a:close/>
                <a:moveTo>
                  <a:pt x="261" y="329"/>
                </a:moveTo>
                <a:lnTo>
                  <a:pt x="261" y="321"/>
                </a:lnTo>
                <a:lnTo>
                  <a:pt x="277" y="321"/>
                </a:lnTo>
                <a:lnTo>
                  <a:pt x="277" y="329"/>
                </a:lnTo>
                <a:lnTo>
                  <a:pt x="261" y="329"/>
                </a:lnTo>
                <a:lnTo>
                  <a:pt x="261" y="329"/>
                </a:lnTo>
                <a:close/>
                <a:moveTo>
                  <a:pt x="308" y="329"/>
                </a:moveTo>
                <a:lnTo>
                  <a:pt x="308" y="321"/>
                </a:lnTo>
                <a:lnTo>
                  <a:pt x="324" y="321"/>
                </a:lnTo>
                <a:lnTo>
                  <a:pt x="324" y="329"/>
                </a:lnTo>
                <a:lnTo>
                  <a:pt x="308" y="329"/>
                </a:lnTo>
                <a:lnTo>
                  <a:pt x="308" y="329"/>
                </a:lnTo>
                <a:close/>
                <a:moveTo>
                  <a:pt x="356" y="329"/>
                </a:moveTo>
                <a:lnTo>
                  <a:pt x="356" y="321"/>
                </a:lnTo>
                <a:lnTo>
                  <a:pt x="372" y="321"/>
                </a:lnTo>
                <a:lnTo>
                  <a:pt x="372" y="329"/>
                </a:lnTo>
                <a:lnTo>
                  <a:pt x="356" y="329"/>
                </a:lnTo>
                <a:lnTo>
                  <a:pt x="356" y="329"/>
                </a:lnTo>
                <a:close/>
                <a:moveTo>
                  <a:pt x="403" y="329"/>
                </a:moveTo>
                <a:lnTo>
                  <a:pt x="403" y="321"/>
                </a:lnTo>
                <a:lnTo>
                  <a:pt x="419" y="321"/>
                </a:lnTo>
                <a:lnTo>
                  <a:pt x="419" y="329"/>
                </a:lnTo>
                <a:lnTo>
                  <a:pt x="403" y="329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83">
            <a:extLst>
              <a:ext uri="{FF2B5EF4-FFF2-40B4-BE49-F238E27FC236}">
                <a16:creationId xmlns:a16="http://schemas.microsoft.com/office/drawing/2014/main" id="{1CA9CE48-112B-C004-5AF4-DFA235FA6D3F}"/>
              </a:ext>
            </a:extLst>
          </p:cNvPr>
          <p:cNvSpPr>
            <a:spLocks noEditPoints="1"/>
          </p:cNvSpPr>
          <p:nvPr/>
        </p:nvSpPr>
        <p:spPr bwMode="auto">
          <a:xfrm>
            <a:off x="7914133" y="3984625"/>
            <a:ext cx="822325" cy="117475"/>
          </a:xfrm>
          <a:custGeom>
            <a:avLst/>
            <a:gdLst>
              <a:gd name="T0" fmla="*/ 43 w 518"/>
              <a:gd name="T1" fmla="*/ 66 h 74"/>
              <a:gd name="T2" fmla="*/ 49 w 518"/>
              <a:gd name="T3" fmla="*/ 65 h 74"/>
              <a:gd name="T4" fmla="*/ 54 w 518"/>
              <a:gd name="T5" fmla="*/ 62 h 74"/>
              <a:gd name="T6" fmla="*/ 59 w 518"/>
              <a:gd name="T7" fmla="*/ 58 h 74"/>
              <a:gd name="T8" fmla="*/ 63 w 518"/>
              <a:gd name="T9" fmla="*/ 54 h 74"/>
              <a:gd name="T10" fmla="*/ 66 w 518"/>
              <a:gd name="T11" fmla="*/ 48 h 74"/>
              <a:gd name="T12" fmla="*/ 68 w 518"/>
              <a:gd name="T13" fmla="*/ 43 h 74"/>
              <a:gd name="T14" fmla="*/ 68 w 518"/>
              <a:gd name="T15" fmla="*/ 37 h 74"/>
              <a:gd name="T16" fmla="*/ 68 w 518"/>
              <a:gd name="T17" fmla="*/ 30 h 74"/>
              <a:gd name="T18" fmla="*/ 66 w 518"/>
              <a:gd name="T19" fmla="*/ 25 h 74"/>
              <a:gd name="T20" fmla="*/ 62 w 518"/>
              <a:gd name="T21" fmla="*/ 20 h 74"/>
              <a:gd name="T22" fmla="*/ 59 w 518"/>
              <a:gd name="T23" fmla="*/ 16 h 74"/>
              <a:gd name="T24" fmla="*/ 54 w 518"/>
              <a:gd name="T25" fmla="*/ 12 h 74"/>
              <a:gd name="T26" fmla="*/ 49 w 518"/>
              <a:gd name="T27" fmla="*/ 9 h 74"/>
              <a:gd name="T28" fmla="*/ 43 w 518"/>
              <a:gd name="T29" fmla="*/ 8 h 74"/>
              <a:gd name="T30" fmla="*/ 36 w 518"/>
              <a:gd name="T31" fmla="*/ 8 h 74"/>
              <a:gd name="T32" fmla="*/ 31 w 518"/>
              <a:gd name="T33" fmla="*/ 9 h 74"/>
              <a:gd name="T34" fmla="*/ 25 w 518"/>
              <a:gd name="T35" fmla="*/ 11 h 74"/>
              <a:gd name="T36" fmla="*/ 21 w 518"/>
              <a:gd name="T37" fmla="*/ 13 h 74"/>
              <a:gd name="T38" fmla="*/ 16 w 518"/>
              <a:gd name="T39" fmla="*/ 18 h 74"/>
              <a:gd name="T40" fmla="*/ 13 w 518"/>
              <a:gd name="T41" fmla="*/ 22 h 74"/>
              <a:gd name="T42" fmla="*/ 10 w 518"/>
              <a:gd name="T43" fmla="*/ 28 h 74"/>
              <a:gd name="T44" fmla="*/ 9 w 518"/>
              <a:gd name="T45" fmla="*/ 34 h 74"/>
              <a:gd name="T46" fmla="*/ 9 w 518"/>
              <a:gd name="T47" fmla="*/ 40 h 74"/>
              <a:gd name="T48" fmla="*/ 10 w 518"/>
              <a:gd name="T49" fmla="*/ 46 h 74"/>
              <a:gd name="T50" fmla="*/ 13 w 518"/>
              <a:gd name="T51" fmla="*/ 52 h 74"/>
              <a:gd name="T52" fmla="*/ 16 w 518"/>
              <a:gd name="T53" fmla="*/ 56 h 74"/>
              <a:gd name="T54" fmla="*/ 21 w 518"/>
              <a:gd name="T55" fmla="*/ 61 h 74"/>
              <a:gd name="T56" fmla="*/ 25 w 518"/>
              <a:gd name="T57" fmla="*/ 64 h 74"/>
              <a:gd name="T58" fmla="*/ 31 w 518"/>
              <a:gd name="T59" fmla="*/ 66 h 74"/>
              <a:gd name="T60" fmla="*/ 37 w 518"/>
              <a:gd name="T61" fmla="*/ 66 h 74"/>
              <a:gd name="T62" fmla="*/ 76 w 518"/>
              <a:gd name="T63" fmla="*/ 43 h 74"/>
              <a:gd name="T64" fmla="*/ 73 w 518"/>
              <a:gd name="T65" fmla="*/ 50 h 74"/>
              <a:gd name="T66" fmla="*/ 70 w 518"/>
              <a:gd name="T67" fmla="*/ 57 h 74"/>
              <a:gd name="T68" fmla="*/ 66 w 518"/>
              <a:gd name="T69" fmla="*/ 63 h 74"/>
              <a:gd name="T70" fmla="*/ 60 w 518"/>
              <a:gd name="T71" fmla="*/ 67 h 74"/>
              <a:gd name="T72" fmla="*/ 54 w 518"/>
              <a:gd name="T73" fmla="*/ 72 h 74"/>
              <a:gd name="T74" fmla="*/ 46 w 518"/>
              <a:gd name="T75" fmla="*/ 74 h 74"/>
              <a:gd name="T76" fmla="*/ 39 w 518"/>
              <a:gd name="T77" fmla="*/ 74 h 74"/>
              <a:gd name="T78" fmla="*/ 31 w 518"/>
              <a:gd name="T79" fmla="*/ 74 h 74"/>
              <a:gd name="T80" fmla="*/ 24 w 518"/>
              <a:gd name="T81" fmla="*/ 72 h 74"/>
              <a:gd name="T82" fmla="*/ 17 w 518"/>
              <a:gd name="T83" fmla="*/ 68 h 74"/>
              <a:gd name="T84" fmla="*/ 12 w 518"/>
              <a:gd name="T85" fmla="*/ 63 h 74"/>
              <a:gd name="T86" fmla="*/ 7 w 518"/>
              <a:gd name="T87" fmla="*/ 57 h 74"/>
              <a:gd name="T88" fmla="*/ 4 w 518"/>
              <a:gd name="T89" fmla="*/ 50 h 74"/>
              <a:gd name="T90" fmla="*/ 1 w 518"/>
              <a:gd name="T91" fmla="*/ 44 h 74"/>
              <a:gd name="T92" fmla="*/ 0 w 518"/>
              <a:gd name="T93" fmla="*/ 36 h 74"/>
              <a:gd name="T94" fmla="*/ 1 w 518"/>
              <a:gd name="T95" fmla="*/ 28 h 74"/>
              <a:gd name="T96" fmla="*/ 5 w 518"/>
              <a:gd name="T97" fmla="*/ 21 h 74"/>
              <a:gd name="T98" fmla="*/ 8 w 518"/>
              <a:gd name="T99" fmla="*/ 14 h 74"/>
              <a:gd name="T100" fmla="*/ 14 w 518"/>
              <a:gd name="T101" fmla="*/ 9 h 74"/>
              <a:gd name="T102" fmla="*/ 19 w 518"/>
              <a:gd name="T103" fmla="*/ 4 h 74"/>
              <a:gd name="T104" fmla="*/ 26 w 518"/>
              <a:gd name="T105" fmla="*/ 1 h 74"/>
              <a:gd name="T106" fmla="*/ 34 w 518"/>
              <a:gd name="T107" fmla="*/ 0 h 74"/>
              <a:gd name="T108" fmla="*/ 42 w 518"/>
              <a:gd name="T109" fmla="*/ 0 h 74"/>
              <a:gd name="T110" fmla="*/ 50 w 518"/>
              <a:gd name="T111" fmla="*/ 1 h 74"/>
              <a:gd name="T112" fmla="*/ 57 w 518"/>
              <a:gd name="T113" fmla="*/ 4 h 74"/>
              <a:gd name="T114" fmla="*/ 62 w 518"/>
              <a:gd name="T115" fmla="*/ 8 h 74"/>
              <a:gd name="T116" fmla="*/ 68 w 518"/>
              <a:gd name="T117" fmla="*/ 13 h 74"/>
              <a:gd name="T118" fmla="*/ 72 w 518"/>
              <a:gd name="T119" fmla="*/ 20 h 74"/>
              <a:gd name="T120" fmla="*/ 75 w 518"/>
              <a:gd name="T121" fmla="*/ 27 h 74"/>
              <a:gd name="T122" fmla="*/ 76 w 518"/>
              <a:gd name="T123" fmla="*/ 35 h 74"/>
              <a:gd name="T124" fmla="*/ 236 w 518"/>
              <a:gd name="T125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18" h="74">
                <a:moveTo>
                  <a:pt x="502" y="41"/>
                </a:moveTo>
                <a:lnTo>
                  <a:pt x="502" y="34"/>
                </a:lnTo>
                <a:lnTo>
                  <a:pt x="518" y="34"/>
                </a:lnTo>
                <a:lnTo>
                  <a:pt x="518" y="41"/>
                </a:lnTo>
                <a:lnTo>
                  <a:pt x="502" y="41"/>
                </a:lnTo>
                <a:lnTo>
                  <a:pt x="502" y="41"/>
                </a:lnTo>
                <a:close/>
                <a:moveTo>
                  <a:pt x="39" y="66"/>
                </a:move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6" y="66"/>
                </a:lnTo>
                <a:lnTo>
                  <a:pt x="46" y="66"/>
                </a:lnTo>
                <a:lnTo>
                  <a:pt x="46" y="65"/>
                </a:lnTo>
                <a:lnTo>
                  <a:pt x="46" y="65"/>
                </a:lnTo>
                <a:lnTo>
                  <a:pt x="46" y="65"/>
                </a:lnTo>
                <a:lnTo>
                  <a:pt x="46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50" y="65"/>
                </a:lnTo>
                <a:lnTo>
                  <a:pt x="50" y="65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2" y="64"/>
                </a:lnTo>
                <a:lnTo>
                  <a:pt x="52" y="64"/>
                </a:lnTo>
                <a:lnTo>
                  <a:pt x="52" y="64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4" y="63"/>
                </a:lnTo>
                <a:lnTo>
                  <a:pt x="54" y="63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9" y="59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60" y="58"/>
                </a:lnTo>
                <a:lnTo>
                  <a:pt x="60" y="58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1" y="57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6" y="50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4"/>
                </a:lnTo>
                <a:lnTo>
                  <a:pt x="67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7" y="30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6" y="27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3" y="22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0"/>
                </a:lnTo>
                <a:lnTo>
                  <a:pt x="63" y="20"/>
                </a:lnTo>
                <a:lnTo>
                  <a:pt x="63" y="20"/>
                </a:lnTo>
                <a:lnTo>
                  <a:pt x="63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7" y="14"/>
                </a:lnTo>
                <a:lnTo>
                  <a:pt x="57" y="14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2"/>
                </a:lnTo>
                <a:lnTo>
                  <a:pt x="55" y="12"/>
                </a:lnTo>
                <a:lnTo>
                  <a:pt x="55" y="12"/>
                </a:lnTo>
                <a:lnTo>
                  <a:pt x="55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5" y="9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1" y="8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7" y="9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5" y="10"/>
                </a:lnTo>
                <a:lnTo>
                  <a:pt x="25" y="10"/>
                </a:lnTo>
                <a:lnTo>
                  <a:pt x="25" y="10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3" y="11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3"/>
                </a:lnTo>
                <a:lnTo>
                  <a:pt x="22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19" y="13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8" y="14"/>
                </a:lnTo>
                <a:lnTo>
                  <a:pt x="18" y="14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7" y="16"/>
                </a:lnTo>
                <a:lnTo>
                  <a:pt x="17" y="16"/>
                </a:lnTo>
                <a:lnTo>
                  <a:pt x="17" y="16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5" y="18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1"/>
                </a:lnTo>
                <a:lnTo>
                  <a:pt x="14" y="21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3" y="21"/>
                </a:lnTo>
                <a:lnTo>
                  <a:pt x="13" y="21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3"/>
                </a:lnTo>
                <a:lnTo>
                  <a:pt x="13" y="23"/>
                </a:lnTo>
                <a:lnTo>
                  <a:pt x="13" y="23"/>
                </a:lnTo>
                <a:lnTo>
                  <a:pt x="12" y="23"/>
                </a:lnTo>
                <a:lnTo>
                  <a:pt x="12" y="23"/>
                </a:lnTo>
                <a:lnTo>
                  <a:pt x="12" y="23"/>
                </a:lnTo>
                <a:lnTo>
                  <a:pt x="12" y="23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6"/>
                </a:lnTo>
                <a:lnTo>
                  <a:pt x="12" y="26"/>
                </a:lnTo>
                <a:lnTo>
                  <a:pt x="12" y="26"/>
                </a:lnTo>
                <a:lnTo>
                  <a:pt x="12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9"/>
                </a:lnTo>
                <a:lnTo>
                  <a:pt x="10" y="29"/>
                </a:lnTo>
                <a:lnTo>
                  <a:pt x="10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10" y="45"/>
                </a:lnTo>
                <a:lnTo>
                  <a:pt x="10" y="45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2" y="48"/>
                </a:lnTo>
                <a:lnTo>
                  <a:pt x="12" y="48"/>
                </a:lnTo>
                <a:lnTo>
                  <a:pt x="12" y="48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3" y="50"/>
                </a:lnTo>
                <a:lnTo>
                  <a:pt x="13" y="50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3"/>
                </a:lnTo>
                <a:lnTo>
                  <a:pt x="13" y="53"/>
                </a:lnTo>
                <a:lnTo>
                  <a:pt x="13" y="53"/>
                </a:lnTo>
                <a:lnTo>
                  <a:pt x="13" y="53"/>
                </a:lnTo>
                <a:lnTo>
                  <a:pt x="14" y="53"/>
                </a:lnTo>
                <a:lnTo>
                  <a:pt x="14" y="53"/>
                </a:lnTo>
                <a:lnTo>
                  <a:pt x="14" y="53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6"/>
                </a:lnTo>
                <a:lnTo>
                  <a:pt x="15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61"/>
                </a:lnTo>
                <a:lnTo>
                  <a:pt x="19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2" y="61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3" y="62"/>
                </a:lnTo>
                <a:lnTo>
                  <a:pt x="23" y="62"/>
                </a:lnTo>
                <a:lnTo>
                  <a:pt x="23" y="62"/>
                </a:lnTo>
                <a:lnTo>
                  <a:pt x="23" y="62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5" y="63"/>
                </a:lnTo>
                <a:lnTo>
                  <a:pt x="25" y="63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7" y="64"/>
                </a:lnTo>
                <a:lnTo>
                  <a:pt x="27" y="64"/>
                </a:lnTo>
                <a:lnTo>
                  <a:pt x="27" y="64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1" y="65"/>
                </a:lnTo>
                <a:lnTo>
                  <a:pt x="31" y="65"/>
                </a:lnTo>
                <a:lnTo>
                  <a:pt x="31" y="65"/>
                </a:lnTo>
                <a:lnTo>
                  <a:pt x="31" y="66"/>
                </a:lnTo>
                <a:lnTo>
                  <a:pt x="31" y="66"/>
                </a:lnTo>
                <a:lnTo>
                  <a:pt x="31" y="66"/>
                </a:lnTo>
                <a:lnTo>
                  <a:pt x="31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close/>
                <a:moveTo>
                  <a:pt x="76" y="37"/>
                </a:move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6" y="38"/>
                </a:lnTo>
                <a:lnTo>
                  <a:pt x="76" y="38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1"/>
                </a:lnTo>
                <a:lnTo>
                  <a:pt x="76" y="41"/>
                </a:lnTo>
                <a:lnTo>
                  <a:pt x="76" y="41"/>
                </a:lnTo>
                <a:lnTo>
                  <a:pt x="76" y="41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5"/>
                </a:lnTo>
                <a:lnTo>
                  <a:pt x="76" y="45"/>
                </a:lnTo>
                <a:lnTo>
                  <a:pt x="76" y="45"/>
                </a:lnTo>
                <a:lnTo>
                  <a:pt x="75" y="45"/>
                </a:lnTo>
                <a:lnTo>
                  <a:pt x="75" y="45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9"/>
                </a:lnTo>
                <a:lnTo>
                  <a:pt x="75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2"/>
                </a:lnTo>
                <a:lnTo>
                  <a:pt x="73" y="52"/>
                </a:lnTo>
                <a:lnTo>
                  <a:pt x="73" y="52"/>
                </a:lnTo>
                <a:lnTo>
                  <a:pt x="73" y="52"/>
                </a:lnTo>
                <a:lnTo>
                  <a:pt x="72" y="52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0" y="56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8"/>
                </a:lnTo>
                <a:lnTo>
                  <a:pt x="70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8" y="59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7" y="61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1" y="66"/>
                </a:lnTo>
                <a:lnTo>
                  <a:pt x="61" y="66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8"/>
                </a:lnTo>
                <a:lnTo>
                  <a:pt x="60" y="68"/>
                </a:lnTo>
                <a:lnTo>
                  <a:pt x="60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1" y="72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39" y="74"/>
                </a:lnTo>
                <a:lnTo>
                  <a:pt x="39" y="74"/>
                </a:lnTo>
                <a:lnTo>
                  <a:pt x="39" y="74"/>
                </a:lnTo>
                <a:lnTo>
                  <a:pt x="39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5" y="74"/>
                </a:lnTo>
                <a:lnTo>
                  <a:pt x="35" y="74"/>
                </a:lnTo>
                <a:lnTo>
                  <a:pt x="35" y="74"/>
                </a:lnTo>
                <a:lnTo>
                  <a:pt x="35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3" y="72"/>
                </a:lnTo>
                <a:lnTo>
                  <a:pt x="23" y="72"/>
                </a:lnTo>
                <a:lnTo>
                  <a:pt x="23" y="71"/>
                </a:lnTo>
                <a:lnTo>
                  <a:pt x="23" y="71"/>
                </a:lnTo>
                <a:lnTo>
                  <a:pt x="23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1" y="71"/>
                </a:lnTo>
                <a:lnTo>
                  <a:pt x="21" y="71"/>
                </a:lnTo>
                <a:lnTo>
                  <a:pt x="21" y="70"/>
                </a:lnTo>
                <a:lnTo>
                  <a:pt x="21" y="70"/>
                </a:lnTo>
                <a:lnTo>
                  <a:pt x="21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8" y="70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7" y="67"/>
                </a:lnTo>
                <a:lnTo>
                  <a:pt x="17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4" y="66"/>
                </a:lnTo>
                <a:lnTo>
                  <a:pt x="14" y="66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3" y="65"/>
                </a:lnTo>
                <a:lnTo>
                  <a:pt x="13" y="65"/>
                </a:lnTo>
                <a:lnTo>
                  <a:pt x="13" y="65"/>
                </a:lnTo>
                <a:lnTo>
                  <a:pt x="13" y="64"/>
                </a:lnTo>
                <a:lnTo>
                  <a:pt x="13" y="64"/>
                </a:lnTo>
                <a:lnTo>
                  <a:pt x="13" y="64"/>
                </a:lnTo>
                <a:lnTo>
                  <a:pt x="13" y="64"/>
                </a:lnTo>
                <a:lnTo>
                  <a:pt x="12" y="64"/>
                </a:lnTo>
                <a:lnTo>
                  <a:pt x="12" y="64"/>
                </a:lnTo>
                <a:lnTo>
                  <a:pt x="12" y="64"/>
                </a:lnTo>
                <a:lnTo>
                  <a:pt x="12" y="63"/>
                </a:lnTo>
                <a:lnTo>
                  <a:pt x="12" y="63"/>
                </a:lnTo>
                <a:lnTo>
                  <a:pt x="12" y="63"/>
                </a:lnTo>
                <a:lnTo>
                  <a:pt x="12" y="63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9" y="62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8" y="61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8"/>
                </a:lnTo>
                <a:lnTo>
                  <a:pt x="8" y="58"/>
                </a:lnTo>
                <a:lnTo>
                  <a:pt x="7" y="58"/>
                </a:lnTo>
                <a:lnTo>
                  <a:pt x="7" y="58"/>
                </a:lnTo>
                <a:lnTo>
                  <a:pt x="7" y="58"/>
                </a:lnTo>
                <a:lnTo>
                  <a:pt x="7" y="58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6" y="57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5"/>
                </a:lnTo>
                <a:lnTo>
                  <a:pt x="6" y="55"/>
                </a:lnTo>
                <a:lnTo>
                  <a:pt x="6" y="55"/>
                </a:lnTo>
                <a:lnTo>
                  <a:pt x="5" y="55"/>
                </a:lnTo>
                <a:lnTo>
                  <a:pt x="5" y="55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4" y="53"/>
                </a:lnTo>
                <a:lnTo>
                  <a:pt x="4" y="53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1"/>
                </a:lnTo>
                <a:lnTo>
                  <a:pt x="1" y="41"/>
                </a:lnTo>
                <a:lnTo>
                  <a:pt x="1" y="41"/>
                </a:lnTo>
                <a:lnTo>
                  <a:pt x="1" y="41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39"/>
                </a:lnTo>
                <a:lnTo>
                  <a:pt x="1" y="39"/>
                </a:lnTo>
                <a:lnTo>
                  <a:pt x="1" y="39"/>
                </a:lnTo>
                <a:lnTo>
                  <a:pt x="1" y="39"/>
                </a:lnTo>
                <a:lnTo>
                  <a:pt x="0" y="39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1" y="35"/>
                </a:lnTo>
                <a:lnTo>
                  <a:pt x="1" y="35"/>
                </a:lnTo>
                <a:lnTo>
                  <a:pt x="1" y="35"/>
                </a:lnTo>
                <a:lnTo>
                  <a:pt x="1" y="35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3" y="28"/>
                </a:lnTo>
                <a:lnTo>
                  <a:pt x="3" y="28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4" y="25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1"/>
                </a:lnTo>
                <a:lnTo>
                  <a:pt x="5" y="21"/>
                </a:lnTo>
                <a:lnTo>
                  <a:pt x="5" y="21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19"/>
                </a:lnTo>
                <a:lnTo>
                  <a:pt x="6" y="19"/>
                </a:lnTo>
                <a:lnTo>
                  <a:pt x="6" y="19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6"/>
                </a:lnTo>
                <a:lnTo>
                  <a:pt x="7" y="16"/>
                </a:lnTo>
                <a:lnTo>
                  <a:pt x="7" y="16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0"/>
                </a:lnTo>
                <a:lnTo>
                  <a:pt x="12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9"/>
                </a:lnTo>
                <a:lnTo>
                  <a:pt x="13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6" y="8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7" y="7"/>
                </a:lnTo>
                <a:lnTo>
                  <a:pt x="17" y="7"/>
                </a:lnTo>
                <a:lnTo>
                  <a:pt x="17" y="7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9" y="5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1"/>
                </a:lnTo>
                <a:lnTo>
                  <a:pt x="26" y="1"/>
                </a:lnTo>
                <a:lnTo>
                  <a:pt x="26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6" y="0"/>
                </a:lnTo>
                <a:lnTo>
                  <a:pt x="46" y="0"/>
                </a:lnTo>
                <a:lnTo>
                  <a:pt x="46" y="0"/>
                </a:lnTo>
                <a:lnTo>
                  <a:pt x="46" y="0"/>
                </a:lnTo>
                <a:lnTo>
                  <a:pt x="46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1" y="1"/>
                </a:lnTo>
                <a:lnTo>
                  <a:pt x="51" y="1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3" y="2"/>
                </a:lnTo>
                <a:lnTo>
                  <a:pt x="53" y="2"/>
                </a:lnTo>
                <a:lnTo>
                  <a:pt x="53" y="2"/>
                </a:lnTo>
                <a:lnTo>
                  <a:pt x="53" y="2"/>
                </a:lnTo>
                <a:lnTo>
                  <a:pt x="53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8" y="4"/>
                </a:lnTo>
                <a:lnTo>
                  <a:pt x="58" y="4"/>
                </a:lnTo>
                <a:lnTo>
                  <a:pt x="58" y="4"/>
                </a:lnTo>
                <a:lnTo>
                  <a:pt x="58" y="5"/>
                </a:lnTo>
                <a:lnTo>
                  <a:pt x="58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60" y="5"/>
                </a:lnTo>
                <a:lnTo>
                  <a:pt x="60" y="5"/>
                </a:lnTo>
                <a:lnTo>
                  <a:pt x="60" y="7"/>
                </a:lnTo>
                <a:lnTo>
                  <a:pt x="60" y="7"/>
                </a:lnTo>
                <a:lnTo>
                  <a:pt x="60" y="7"/>
                </a:lnTo>
                <a:lnTo>
                  <a:pt x="60" y="7"/>
                </a:lnTo>
                <a:lnTo>
                  <a:pt x="61" y="7"/>
                </a:lnTo>
                <a:lnTo>
                  <a:pt x="61" y="7"/>
                </a:lnTo>
                <a:lnTo>
                  <a:pt x="61" y="7"/>
                </a:lnTo>
                <a:lnTo>
                  <a:pt x="61" y="7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3"/>
                </a:lnTo>
                <a:lnTo>
                  <a:pt x="67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lnTo>
                  <a:pt x="69" y="14"/>
                </a:lnTo>
                <a:lnTo>
                  <a:pt x="69" y="14"/>
                </a:lnTo>
                <a:lnTo>
                  <a:pt x="69" y="14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70" y="16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8"/>
                </a:lnTo>
                <a:lnTo>
                  <a:pt x="70" y="18"/>
                </a:lnTo>
                <a:lnTo>
                  <a:pt x="71" y="18"/>
                </a:lnTo>
                <a:lnTo>
                  <a:pt x="71" y="18"/>
                </a:lnTo>
                <a:lnTo>
                  <a:pt x="71" y="18"/>
                </a:lnTo>
                <a:lnTo>
                  <a:pt x="71" y="18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2"/>
                </a:lnTo>
                <a:lnTo>
                  <a:pt x="72" y="22"/>
                </a:lnTo>
                <a:lnTo>
                  <a:pt x="73" y="22"/>
                </a:lnTo>
                <a:lnTo>
                  <a:pt x="73" y="22"/>
                </a:lnTo>
                <a:lnTo>
                  <a:pt x="73" y="22"/>
                </a:lnTo>
                <a:lnTo>
                  <a:pt x="73" y="22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5"/>
                </a:lnTo>
                <a:lnTo>
                  <a:pt x="73" y="25"/>
                </a:lnTo>
                <a:lnTo>
                  <a:pt x="73" y="25"/>
                </a:lnTo>
                <a:lnTo>
                  <a:pt x="73" y="25"/>
                </a:lnTo>
                <a:lnTo>
                  <a:pt x="75" y="25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9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9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5"/>
                </a:lnTo>
                <a:lnTo>
                  <a:pt x="76" y="35"/>
                </a:lnTo>
                <a:lnTo>
                  <a:pt x="76" y="35"/>
                </a:lnTo>
                <a:lnTo>
                  <a:pt x="76" y="35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close/>
                <a:moveTo>
                  <a:pt x="78" y="41"/>
                </a:moveTo>
                <a:lnTo>
                  <a:pt x="78" y="34"/>
                </a:lnTo>
                <a:lnTo>
                  <a:pt x="94" y="34"/>
                </a:lnTo>
                <a:lnTo>
                  <a:pt x="94" y="41"/>
                </a:lnTo>
                <a:lnTo>
                  <a:pt x="78" y="41"/>
                </a:lnTo>
                <a:lnTo>
                  <a:pt x="78" y="41"/>
                </a:lnTo>
                <a:close/>
                <a:moveTo>
                  <a:pt x="125" y="41"/>
                </a:moveTo>
                <a:lnTo>
                  <a:pt x="125" y="34"/>
                </a:lnTo>
                <a:lnTo>
                  <a:pt x="141" y="34"/>
                </a:lnTo>
                <a:lnTo>
                  <a:pt x="141" y="41"/>
                </a:lnTo>
                <a:lnTo>
                  <a:pt x="125" y="41"/>
                </a:lnTo>
                <a:lnTo>
                  <a:pt x="125" y="41"/>
                </a:lnTo>
                <a:close/>
                <a:moveTo>
                  <a:pt x="173" y="41"/>
                </a:moveTo>
                <a:lnTo>
                  <a:pt x="173" y="34"/>
                </a:lnTo>
                <a:lnTo>
                  <a:pt x="188" y="34"/>
                </a:lnTo>
                <a:lnTo>
                  <a:pt x="188" y="41"/>
                </a:lnTo>
                <a:lnTo>
                  <a:pt x="173" y="41"/>
                </a:lnTo>
                <a:lnTo>
                  <a:pt x="173" y="41"/>
                </a:lnTo>
                <a:close/>
                <a:moveTo>
                  <a:pt x="220" y="41"/>
                </a:moveTo>
                <a:lnTo>
                  <a:pt x="220" y="34"/>
                </a:lnTo>
                <a:lnTo>
                  <a:pt x="236" y="34"/>
                </a:lnTo>
                <a:lnTo>
                  <a:pt x="236" y="41"/>
                </a:lnTo>
                <a:lnTo>
                  <a:pt x="220" y="41"/>
                </a:lnTo>
                <a:lnTo>
                  <a:pt x="220" y="41"/>
                </a:lnTo>
                <a:close/>
                <a:moveTo>
                  <a:pt x="267" y="41"/>
                </a:moveTo>
                <a:lnTo>
                  <a:pt x="267" y="34"/>
                </a:lnTo>
                <a:lnTo>
                  <a:pt x="283" y="34"/>
                </a:lnTo>
                <a:lnTo>
                  <a:pt x="283" y="41"/>
                </a:lnTo>
                <a:lnTo>
                  <a:pt x="267" y="41"/>
                </a:lnTo>
                <a:lnTo>
                  <a:pt x="267" y="41"/>
                </a:lnTo>
                <a:close/>
                <a:moveTo>
                  <a:pt x="314" y="41"/>
                </a:moveTo>
                <a:lnTo>
                  <a:pt x="314" y="34"/>
                </a:lnTo>
                <a:lnTo>
                  <a:pt x="330" y="34"/>
                </a:lnTo>
                <a:lnTo>
                  <a:pt x="330" y="41"/>
                </a:lnTo>
                <a:lnTo>
                  <a:pt x="314" y="41"/>
                </a:lnTo>
                <a:lnTo>
                  <a:pt x="314" y="41"/>
                </a:lnTo>
                <a:close/>
                <a:moveTo>
                  <a:pt x="362" y="41"/>
                </a:moveTo>
                <a:lnTo>
                  <a:pt x="362" y="34"/>
                </a:lnTo>
                <a:lnTo>
                  <a:pt x="376" y="34"/>
                </a:lnTo>
                <a:lnTo>
                  <a:pt x="376" y="41"/>
                </a:lnTo>
                <a:lnTo>
                  <a:pt x="362" y="41"/>
                </a:lnTo>
                <a:lnTo>
                  <a:pt x="362" y="41"/>
                </a:lnTo>
                <a:close/>
                <a:moveTo>
                  <a:pt x="408" y="41"/>
                </a:moveTo>
                <a:lnTo>
                  <a:pt x="408" y="34"/>
                </a:lnTo>
                <a:lnTo>
                  <a:pt x="424" y="34"/>
                </a:lnTo>
                <a:lnTo>
                  <a:pt x="424" y="41"/>
                </a:lnTo>
                <a:lnTo>
                  <a:pt x="408" y="41"/>
                </a:lnTo>
                <a:lnTo>
                  <a:pt x="408" y="41"/>
                </a:lnTo>
                <a:close/>
                <a:moveTo>
                  <a:pt x="455" y="41"/>
                </a:moveTo>
                <a:lnTo>
                  <a:pt x="455" y="34"/>
                </a:lnTo>
                <a:lnTo>
                  <a:pt x="471" y="34"/>
                </a:lnTo>
                <a:lnTo>
                  <a:pt x="471" y="41"/>
                </a:lnTo>
                <a:lnTo>
                  <a:pt x="455" y="41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84">
            <a:extLst>
              <a:ext uri="{FF2B5EF4-FFF2-40B4-BE49-F238E27FC236}">
                <a16:creationId xmlns:a16="http://schemas.microsoft.com/office/drawing/2014/main" id="{DC1DD210-A885-9EC2-AF0A-70D5C05F96E3}"/>
              </a:ext>
            </a:extLst>
          </p:cNvPr>
          <p:cNvSpPr>
            <a:spLocks noEditPoints="1"/>
          </p:cNvSpPr>
          <p:nvPr/>
        </p:nvSpPr>
        <p:spPr bwMode="auto">
          <a:xfrm>
            <a:off x="7914133" y="2957513"/>
            <a:ext cx="847725" cy="334962"/>
          </a:xfrm>
          <a:custGeom>
            <a:avLst/>
            <a:gdLst>
              <a:gd name="T0" fmla="*/ 43 w 534"/>
              <a:gd name="T1" fmla="*/ 203 h 211"/>
              <a:gd name="T2" fmla="*/ 50 w 534"/>
              <a:gd name="T3" fmla="*/ 201 h 211"/>
              <a:gd name="T4" fmla="*/ 54 w 534"/>
              <a:gd name="T5" fmla="*/ 197 h 211"/>
              <a:gd name="T6" fmla="*/ 60 w 534"/>
              <a:gd name="T7" fmla="*/ 194 h 211"/>
              <a:gd name="T8" fmla="*/ 63 w 534"/>
              <a:gd name="T9" fmla="*/ 190 h 211"/>
              <a:gd name="T10" fmla="*/ 66 w 534"/>
              <a:gd name="T11" fmla="*/ 184 h 211"/>
              <a:gd name="T12" fmla="*/ 68 w 534"/>
              <a:gd name="T13" fmla="*/ 178 h 211"/>
              <a:gd name="T14" fmla="*/ 68 w 534"/>
              <a:gd name="T15" fmla="*/ 171 h 211"/>
              <a:gd name="T16" fmla="*/ 67 w 534"/>
              <a:gd name="T17" fmla="*/ 165 h 211"/>
              <a:gd name="T18" fmla="*/ 64 w 534"/>
              <a:gd name="T19" fmla="*/ 159 h 211"/>
              <a:gd name="T20" fmla="*/ 61 w 534"/>
              <a:gd name="T21" fmla="*/ 155 h 211"/>
              <a:gd name="T22" fmla="*/ 57 w 534"/>
              <a:gd name="T23" fmla="*/ 150 h 211"/>
              <a:gd name="T24" fmla="*/ 52 w 534"/>
              <a:gd name="T25" fmla="*/ 147 h 211"/>
              <a:gd name="T26" fmla="*/ 46 w 534"/>
              <a:gd name="T27" fmla="*/ 144 h 211"/>
              <a:gd name="T28" fmla="*/ 40 w 534"/>
              <a:gd name="T29" fmla="*/ 143 h 211"/>
              <a:gd name="T30" fmla="*/ 34 w 534"/>
              <a:gd name="T31" fmla="*/ 144 h 211"/>
              <a:gd name="T32" fmla="*/ 27 w 534"/>
              <a:gd name="T33" fmla="*/ 146 h 211"/>
              <a:gd name="T34" fmla="*/ 23 w 534"/>
              <a:gd name="T35" fmla="*/ 148 h 211"/>
              <a:gd name="T36" fmla="*/ 17 w 534"/>
              <a:gd name="T37" fmla="*/ 152 h 211"/>
              <a:gd name="T38" fmla="*/ 14 w 534"/>
              <a:gd name="T39" fmla="*/ 157 h 211"/>
              <a:gd name="T40" fmla="*/ 10 w 534"/>
              <a:gd name="T41" fmla="*/ 162 h 211"/>
              <a:gd name="T42" fmla="*/ 9 w 534"/>
              <a:gd name="T43" fmla="*/ 168 h 211"/>
              <a:gd name="T44" fmla="*/ 9 w 534"/>
              <a:gd name="T45" fmla="*/ 175 h 211"/>
              <a:gd name="T46" fmla="*/ 9 w 534"/>
              <a:gd name="T47" fmla="*/ 181 h 211"/>
              <a:gd name="T48" fmla="*/ 12 w 534"/>
              <a:gd name="T49" fmla="*/ 186 h 211"/>
              <a:gd name="T50" fmla="*/ 15 w 534"/>
              <a:gd name="T51" fmla="*/ 192 h 211"/>
              <a:gd name="T52" fmla="*/ 19 w 534"/>
              <a:gd name="T53" fmla="*/ 196 h 211"/>
              <a:gd name="T54" fmla="*/ 24 w 534"/>
              <a:gd name="T55" fmla="*/ 200 h 211"/>
              <a:gd name="T56" fmla="*/ 31 w 534"/>
              <a:gd name="T57" fmla="*/ 202 h 211"/>
              <a:gd name="T58" fmla="*/ 36 w 534"/>
              <a:gd name="T59" fmla="*/ 203 h 211"/>
              <a:gd name="T60" fmla="*/ 76 w 534"/>
              <a:gd name="T61" fmla="*/ 178 h 211"/>
              <a:gd name="T62" fmla="*/ 73 w 534"/>
              <a:gd name="T63" fmla="*/ 186 h 211"/>
              <a:gd name="T64" fmla="*/ 70 w 534"/>
              <a:gd name="T65" fmla="*/ 193 h 211"/>
              <a:gd name="T66" fmla="*/ 66 w 534"/>
              <a:gd name="T67" fmla="*/ 199 h 211"/>
              <a:gd name="T68" fmla="*/ 60 w 534"/>
              <a:gd name="T69" fmla="*/ 204 h 211"/>
              <a:gd name="T70" fmla="*/ 53 w 534"/>
              <a:gd name="T71" fmla="*/ 208 h 211"/>
              <a:gd name="T72" fmla="*/ 45 w 534"/>
              <a:gd name="T73" fmla="*/ 210 h 211"/>
              <a:gd name="T74" fmla="*/ 37 w 534"/>
              <a:gd name="T75" fmla="*/ 211 h 211"/>
              <a:gd name="T76" fmla="*/ 30 w 534"/>
              <a:gd name="T77" fmla="*/ 210 h 211"/>
              <a:gd name="T78" fmla="*/ 23 w 534"/>
              <a:gd name="T79" fmla="*/ 208 h 211"/>
              <a:gd name="T80" fmla="*/ 16 w 534"/>
              <a:gd name="T81" fmla="*/ 203 h 211"/>
              <a:gd name="T82" fmla="*/ 10 w 534"/>
              <a:gd name="T83" fmla="*/ 199 h 211"/>
              <a:gd name="T84" fmla="*/ 6 w 534"/>
              <a:gd name="T85" fmla="*/ 192 h 211"/>
              <a:gd name="T86" fmla="*/ 3 w 534"/>
              <a:gd name="T87" fmla="*/ 185 h 211"/>
              <a:gd name="T88" fmla="*/ 1 w 534"/>
              <a:gd name="T89" fmla="*/ 177 h 211"/>
              <a:gd name="T90" fmla="*/ 1 w 534"/>
              <a:gd name="T91" fmla="*/ 168 h 211"/>
              <a:gd name="T92" fmla="*/ 3 w 534"/>
              <a:gd name="T93" fmla="*/ 161 h 211"/>
              <a:gd name="T94" fmla="*/ 6 w 534"/>
              <a:gd name="T95" fmla="*/ 153 h 211"/>
              <a:gd name="T96" fmla="*/ 10 w 534"/>
              <a:gd name="T97" fmla="*/ 148 h 211"/>
              <a:gd name="T98" fmla="*/ 16 w 534"/>
              <a:gd name="T99" fmla="*/ 142 h 211"/>
              <a:gd name="T100" fmla="*/ 23 w 534"/>
              <a:gd name="T101" fmla="*/ 139 h 211"/>
              <a:gd name="T102" fmla="*/ 31 w 534"/>
              <a:gd name="T103" fmla="*/ 137 h 211"/>
              <a:gd name="T104" fmla="*/ 39 w 534"/>
              <a:gd name="T105" fmla="*/ 135 h 211"/>
              <a:gd name="T106" fmla="*/ 46 w 534"/>
              <a:gd name="T107" fmla="*/ 137 h 211"/>
              <a:gd name="T108" fmla="*/ 54 w 534"/>
              <a:gd name="T109" fmla="*/ 139 h 211"/>
              <a:gd name="T110" fmla="*/ 61 w 534"/>
              <a:gd name="T111" fmla="*/ 143 h 211"/>
              <a:gd name="T112" fmla="*/ 67 w 534"/>
              <a:gd name="T113" fmla="*/ 148 h 211"/>
              <a:gd name="T114" fmla="*/ 71 w 534"/>
              <a:gd name="T115" fmla="*/ 155 h 211"/>
              <a:gd name="T116" fmla="*/ 75 w 534"/>
              <a:gd name="T117" fmla="*/ 161 h 211"/>
              <a:gd name="T118" fmla="*/ 76 w 534"/>
              <a:gd name="T119" fmla="*/ 169 h 211"/>
              <a:gd name="T120" fmla="*/ 188 w 534"/>
              <a:gd name="T121" fmla="*/ 177 h 211"/>
              <a:gd name="T122" fmla="*/ 456 w 534"/>
              <a:gd name="T123" fmla="*/ 16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34" h="211">
                <a:moveTo>
                  <a:pt x="534" y="16"/>
                </a:moveTo>
                <a:lnTo>
                  <a:pt x="526" y="16"/>
                </a:lnTo>
                <a:lnTo>
                  <a:pt x="526" y="0"/>
                </a:lnTo>
                <a:lnTo>
                  <a:pt x="534" y="0"/>
                </a:lnTo>
                <a:lnTo>
                  <a:pt x="534" y="16"/>
                </a:lnTo>
                <a:lnTo>
                  <a:pt x="534" y="16"/>
                </a:lnTo>
                <a:close/>
                <a:moveTo>
                  <a:pt x="39" y="203"/>
                </a:move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1" y="201"/>
                </a:lnTo>
                <a:lnTo>
                  <a:pt x="51" y="201"/>
                </a:lnTo>
                <a:lnTo>
                  <a:pt x="51" y="201"/>
                </a:lnTo>
                <a:lnTo>
                  <a:pt x="51" y="200"/>
                </a:lnTo>
                <a:lnTo>
                  <a:pt x="51" y="200"/>
                </a:lnTo>
                <a:lnTo>
                  <a:pt x="51" y="200"/>
                </a:lnTo>
                <a:lnTo>
                  <a:pt x="51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3" y="200"/>
                </a:lnTo>
                <a:lnTo>
                  <a:pt x="53" y="200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7" y="197"/>
                </a:lnTo>
                <a:lnTo>
                  <a:pt x="57" y="197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5"/>
                </a:lnTo>
                <a:lnTo>
                  <a:pt x="58" y="195"/>
                </a:lnTo>
                <a:lnTo>
                  <a:pt x="58" y="195"/>
                </a:lnTo>
                <a:lnTo>
                  <a:pt x="58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4"/>
                </a:lnTo>
                <a:lnTo>
                  <a:pt x="59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3"/>
                </a:lnTo>
                <a:lnTo>
                  <a:pt x="60" y="193"/>
                </a:lnTo>
                <a:lnTo>
                  <a:pt x="60" y="193"/>
                </a:lnTo>
                <a:lnTo>
                  <a:pt x="60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2"/>
                </a:lnTo>
                <a:lnTo>
                  <a:pt x="61" y="192"/>
                </a:lnTo>
                <a:lnTo>
                  <a:pt x="61" y="192"/>
                </a:lnTo>
                <a:lnTo>
                  <a:pt x="61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3" y="191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88"/>
                </a:lnTo>
                <a:lnTo>
                  <a:pt x="63" y="188"/>
                </a:lnTo>
                <a:lnTo>
                  <a:pt x="63" y="188"/>
                </a:lnTo>
                <a:lnTo>
                  <a:pt x="63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6"/>
                </a:lnTo>
                <a:lnTo>
                  <a:pt x="64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4"/>
                </a:lnTo>
                <a:lnTo>
                  <a:pt x="66" y="184"/>
                </a:lnTo>
                <a:lnTo>
                  <a:pt x="66" y="184"/>
                </a:lnTo>
                <a:lnTo>
                  <a:pt x="66" y="184"/>
                </a:lnTo>
                <a:lnTo>
                  <a:pt x="67" y="184"/>
                </a:lnTo>
                <a:lnTo>
                  <a:pt x="67" y="184"/>
                </a:lnTo>
                <a:lnTo>
                  <a:pt x="67" y="184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8" y="181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2"/>
                </a:lnTo>
                <a:lnTo>
                  <a:pt x="67" y="162"/>
                </a:lnTo>
                <a:lnTo>
                  <a:pt x="67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0"/>
                </a:lnTo>
                <a:lnTo>
                  <a:pt x="66" y="160"/>
                </a:lnTo>
                <a:lnTo>
                  <a:pt x="66" y="160"/>
                </a:lnTo>
                <a:lnTo>
                  <a:pt x="66" y="160"/>
                </a:lnTo>
                <a:lnTo>
                  <a:pt x="64" y="160"/>
                </a:lnTo>
                <a:lnTo>
                  <a:pt x="64" y="160"/>
                </a:lnTo>
                <a:lnTo>
                  <a:pt x="64" y="160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8"/>
                </a:lnTo>
                <a:lnTo>
                  <a:pt x="64" y="158"/>
                </a:lnTo>
                <a:lnTo>
                  <a:pt x="64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5"/>
                </a:lnTo>
                <a:lnTo>
                  <a:pt x="62" y="155"/>
                </a:lnTo>
                <a:lnTo>
                  <a:pt x="62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3"/>
                </a:lnTo>
                <a:lnTo>
                  <a:pt x="61" y="153"/>
                </a:lnTo>
                <a:lnTo>
                  <a:pt x="61" y="153"/>
                </a:lnTo>
                <a:lnTo>
                  <a:pt x="61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59" y="152"/>
                </a:lnTo>
                <a:lnTo>
                  <a:pt x="59" y="152"/>
                </a:lnTo>
                <a:lnTo>
                  <a:pt x="59" y="152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0"/>
                </a:lnTo>
                <a:lnTo>
                  <a:pt x="58" y="150"/>
                </a:lnTo>
                <a:lnTo>
                  <a:pt x="58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4" y="149"/>
                </a:lnTo>
                <a:lnTo>
                  <a:pt x="54" y="149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8" y="146"/>
                </a:lnTo>
                <a:lnTo>
                  <a:pt x="48" y="146"/>
                </a:lnTo>
                <a:lnTo>
                  <a:pt x="48" y="146"/>
                </a:lnTo>
                <a:lnTo>
                  <a:pt x="48" y="144"/>
                </a:lnTo>
                <a:lnTo>
                  <a:pt x="48" y="144"/>
                </a:lnTo>
                <a:lnTo>
                  <a:pt x="48" y="144"/>
                </a:lnTo>
                <a:lnTo>
                  <a:pt x="48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3" y="144"/>
                </a:lnTo>
                <a:lnTo>
                  <a:pt x="43" y="144"/>
                </a:lnTo>
                <a:lnTo>
                  <a:pt x="43" y="144"/>
                </a:lnTo>
                <a:lnTo>
                  <a:pt x="43" y="143"/>
                </a:lnTo>
                <a:lnTo>
                  <a:pt x="43" y="143"/>
                </a:lnTo>
                <a:lnTo>
                  <a:pt x="43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4"/>
                </a:lnTo>
                <a:lnTo>
                  <a:pt x="34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6" y="146"/>
                </a:lnTo>
                <a:lnTo>
                  <a:pt x="26" y="146"/>
                </a:lnTo>
                <a:lnTo>
                  <a:pt x="26" y="146"/>
                </a:lnTo>
                <a:lnTo>
                  <a:pt x="26" y="147"/>
                </a:lnTo>
                <a:lnTo>
                  <a:pt x="26" y="147"/>
                </a:lnTo>
                <a:lnTo>
                  <a:pt x="26" y="147"/>
                </a:lnTo>
                <a:lnTo>
                  <a:pt x="26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4" y="147"/>
                </a:lnTo>
                <a:lnTo>
                  <a:pt x="24" y="147"/>
                </a:lnTo>
                <a:lnTo>
                  <a:pt x="24" y="147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1" y="149"/>
                </a:lnTo>
                <a:lnTo>
                  <a:pt x="21" y="149"/>
                </a:lnTo>
                <a:lnTo>
                  <a:pt x="21" y="149"/>
                </a:lnTo>
                <a:lnTo>
                  <a:pt x="21" y="150"/>
                </a:lnTo>
                <a:lnTo>
                  <a:pt x="21" y="150"/>
                </a:lnTo>
                <a:lnTo>
                  <a:pt x="21" y="150"/>
                </a:lnTo>
                <a:lnTo>
                  <a:pt x="21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1"/>
                </a:lnTo>
                <a:lnTo>
                  <a:pt x="19" y="151"/>
                </a:lnTo>
                <a:lnTo>
                  <a:pt x="19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5"/>
                </a:lnTo>
                <a:lnTo>
                  <a:pt x="16" y="155"/>
                </a:lnTo>
                <a:lnTo>
                  <a:pt x="16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4" y="156"/>
                </a:lnTo>
                <a:lnTo>
                  <a:pt x="14" y="156"/>
                </a:lnTo>
                <a:lnTo>
                  <a:pt x="14" y="156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2" y="159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9" y="165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7"/>
                </a:lnTo>
                <a:lnTo>
                  <a:pt x="12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1"/>
                </a:lnTo>
                <a:lnTo>
                  <a:pt x="14" y="191"/>
                </a:lnTo>
                <a:lnTo>
                  <a:pt x="14" y="191"/>
                </a:lnTo>
                <a:lnTo>
                  <a:pt x="14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6" y="192"/>
                </a:lnTo>
                <a:lnTo>
                  <a:pt x="16" y="192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7" y="193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9" y="195"/>
                </a:lnTo>
                <a:lnTo>
                  <a:pt x="19" y="195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21" y="196"/>
                </a:lnTo>
                <a:lnTo>
                  <a:pt x="21" y="196"/>
                </a:lnTo>
                <a:lnTo>
                  <a:pt x="21" y="196"/>
                </a:lnTo>
                <a:lnTo>
                  <a:pt x="21" y="197"/>
                </a:lnTo>
                <a:lnTo>
                  <a:pt x="21" y="197"/>
                </a:lnTo>
                <a:lnTo>
                  <a:pt x="21" y="197"/>
                </a:lnTo>
                <a:lnTo>
                  <a:pt x="21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200"/>
                </a:lnTo>
                <a:lnTo>
                  <a:pt x="24" y="200"/>
                </a:lnTo>
                <a:lnTo>
                  <a:pt x="24" y="200"/>
                </a:lnTo>
                <a:lnTo>
                  <a:pt x="24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6" y="200"/>
                </a:lnTo>
                <a:lnTo>
                  <a:pt x="26" y="200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close/>
                <a:moveTo>
                  <a:pt x="76" y="174"/>
                </a:moveTo>
                <a:lnTo>
                  <a:pt x="76" y="174"/>
                </a:lnTo>
                <a:lnTo>
                  <a:pt x="76" y="174"/>
                </a:lnTo>
                <a:lnTo>
                  <a:pt x="76" y="174"/>
                </a:lnTo>
                <a:lnTo>
                  <a:pt x="76" y="174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6"/>
                </a:lnTo>
                <a:lnTo>
                  <a:pt x="76" y="176"/>
                </a:lnTo>
                <a:lnTo>
                  <a:pt x="76" y="176"/>
                </a:lnTo>
                <a:lnTo>
                  <a:pt x="76" y="176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5"/>
                </a:lnTo>
                <a:lnTo>
                  <a:pt x="75" y="185"/>
                </a:lnTo>
                <a:lnTo>
                  <a:pt x="75" y="185"/>
                </a:lnTo>
                <a:lnTo>
                  <a:pt x="75" y="185"/>
                </a:lnTo>
                <a:lnTo>
                  <a:pt x="73" y="185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8"/>
                </a:lnTo>
                <a:lnTo>
                  <a:pt x="73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1"/>
                </a:lnTo>
                <a:lnTo>
                  <a:pt x="72" y="191"/>
                </a:lnTo>
                <a:lnTo>
                  <a:pt x="72" y="191"/>
                </a:lnTo>
                <a:lnTo>
                  <a:pt x="71" y="191"/>
                </a:lnTo>
                <a:lnTo>
                  <a:pt x="71" y="191"/>
                </a:lnTo>
                <a:lnTo>
                  <a:pt x="71" y="191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3"/>
                </a:lnTo>
                <a:lnTo>
                  <a:pt x="71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69" y="194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6"/>
                </a:lnTo>
                <a:lnTo>
                  <a:pt x="69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7"/>
                </a:lnTo>
                <a:lnTo>
                  <a:pt x="68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9"/>
                </a:lnTo>
                <a:lnTo>
                  <a:pt x="67" y="199"/>
                </a:lnTo>
                <a:lnTo>
                  <a:pt x="67" y="199"/>
                </a:lnTo>
                <a:lnTo>
                  <a:pt x="67" y="199"/>
                </a:lnTo>
                <a:lnTo>
                  <a:pt x="66" y="199"/>
                </a:lnTo>
                <a:lnTo>
                  <a:pt x="66" y="199"/>
                </a:lnTo>
                <a:lnTo>
                  <a:pt x="66" y="199"/>
                </a:lnTo>
                <a:lnTo>
                  <a:pt x="66" y="200"/>
                </a:lnTo>
                <a:lnTo>
                  <a:pt x="66" y="200"/>
                </a:lnTo>
                <a:lnTo>
                  <a:pt x="66" y="200"/>
                </a:lnTo>
                <a:lnTo>
                  <a:pt x="66" y="200"/>
                </a:lnTo>
                <a:lnTo>
                  <a:pt x="64" y="200"/>
                </a:lnTo>
                <a:lnTo>
                  <a:pt x="64" y="200"/>
                </a:lnTo>
                <a:lnTo>
                  <a:pt x="64" y="200"/>
                </a:lnTo>
                <a:lnTo>
                  <a:pt x="64" y="201"/>
                </a:lnTo>
                <a:lnTo>
                  <a:pt x="64" y="201"/>
                </a:lnTo>
                <a:lnTo>
                  <a:pt x="64" y="201"/>
                </a:lnTo>
                <a:lnTo>
                  <a:pt x="64" y="201"/>
                </a:lnTo>
                <a:lnTo>
                  <a:pt x="63" y="201"/>
                </a:lnTo>
                <a:lnTo>
                  <a:pt x="63" y="201"/>
                </a:lnTo>
                <a:lnTo>
                  <a:pt x="63" y="201"/>
                </a:lnTo>
                <a:lnTo>
                  <a:pt x="63" y="202"/>
                </a:lnTo>
                <a:lnTo>
                  <a:pt x="63" y="202"/>
                </a:lnTo>
                <a:lnTo>
                  <a:pt x="63" y="202"/>
                </a:lnTo>
                <a:lnTo>
                  <a:pt x="63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3"/>
                </a:lnTo>
                <a:lnTo>
                  <a:pt x="62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4"/>
                </a:lnTo>
                <a:lnTo>
                  <a:pt x="59" y="205"/>
                </a:lnTo>
                <a:lnTo>
                  <a:pt x="59" y="205"/>
                </a:lnTo>
                <a:lnTo>
                  <a:pt x="59" y="205"/>
                </a:lnTo>
                <a:lnTo>
                  <a:pt x="59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2" y="208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4" y="210"/>
                </a:lnTo>
                <a:lnTo>
                  <a:pt x="44" y="211"/>
                </a:lnTo>
                <a:lnTo>
                  <a:pt x="44" y="211"/>
                </a:lnTo>
                <a:lnTo>
                  <a:pt x="44" y="211"/>
                </a:lnTo>
                <a:lnTo>
                  <a:pt x="44" y="211"/>
                </a:lnTo>
                <a:lnTo>
                  <a:pt x="43" y="211"/>
                </a:lnTo>
                <a:lnTo>
                  <a:pt x="43" y="211"/>
                </a:lnTo>
                <a:lnTo>
                  <a:pt x="43" y="211"/>
                </a:lnTo>
                <a:lnTo>
                  <a:pt x="43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39" y="211"/>
                </a:lnTo>
                <a:lnTo>
                  <a:pt x="39" y="211"/>
                </a:lnTo>
                <a:lnTo>
                  <a:pt x="39" y="211"/>
                </a:lnTo>
                <a:lnTo>
                  <a:pt x="39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5" y="211"/>
                </a:lnTo>
                <a:lnTo>
                  <a:pt x="35" y="211"/>
                </a:lnTo>
                <a:lnTo>
                  <a:pt x="35" y="211"/>
                </a:lnTo>
                <a:lnTo>
                  <a:pt x="35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7" y="210"/>
                </a:lnTo>
                <a:lnTo>
                  <a:pt x="27" y="209"/>
                </a:lnTo>
                <a:lnTo>
                  <a:pt x="27" y="209"/>
                </a:lnTo>
                <a:lnTo>
                  <a:pt x="27" y="209"/>
                </a:lnTo>
                <a:lnTo>
                  <a:pt x="27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4" y="209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2" y="208"/>
                </a:lnTo>
                <a:lnTo>
                  <a:pt x="22" y="208"/>
                </a:lnTo>
                <a:lnTo>
                  <a:pt x="22" y="206"/>
                </a:lnTo>
                <a:lnTo>
                  <a:pt x="22" y="206"/>
                </a:lnTo>
                <a:lnTo>
                  <a:pt x="22" y="206"/>
                </a:lnTo>
                <a:lnTo>
                  <a:pt x="22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19" y="206"/>
                </a:lnTo>
                <a:lnTo>
                  <a:pt x="19" y="206"/>
                </a:lnTo>
                <a:lnTo>
                  <a:pt x="19" y="205"/>
                </a:lnTo>
                <a:lnTo>
                  <a:pt x="19" y="205"/>
                </a:lnTo>
                <a:lnTo>
                  <a:pt x="19" y="205"/>
                </a:lnTo>
                <a:lnTo>
                  <a:pt x="19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6" y="204"/>
                </a:lnTo>
                <a:lnTo>
                  <a:pt x="16" y="204"/>
                </a:lnTo>
                <a:lnTo>
                  <a:pt x="16" y="203"/>
                </a:lnTo>
                <a:lnTo>
                  <a:pt x="16" y="203"/>
                </a:lnTo>
                <a:lnTo>
                  <a:pt x="16" y="203"/>
                </a:lnTo>
                <a:lnTo>
                  <a:pt x="16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2"/>
                </a:lnTo>
                <a:lnTo>
                  <a:pt x="15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7"/>
                </a:lnTo>
                <a:lnTo>
                  <a:pt x="10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6"/>
                </a:lnTo>
                <a:lnTo>
                  <a:pt x="9" y="196"/>
                </a:lnTo>
                <a:lnTo>
                  <a:pt x="9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7" y="195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3"/>
                </a:lnTo>
                <a:lnTo>
                  <a:pt x="7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6"/>
                </a:lnTo>
                <a:lnTo>
                  <a:pt x="4" y="186"/>
                </a:lnTo>
                <a:lnTo>
                  <a:pt x="4" y="186"/>
                </a:lnTo>
                <a:lnTo>
                  <a:pt x="3" y="186"/>
                </a:lnTo>
                <a:lnTo>
                  <a:pt x="3" y="186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3"/>
                </a:lnTo>
                <a:lnTo>
                  <a:pt x="3" y="183"/>
                </a:lnTo>
                <a:lnTo>
                  <a:pt x="3" y="183"/>
                </a:lnTo>
                <a:lnTo>
                  <a:pt x="3" y="183"/>
                </a:lnTo>
                <a:lnTo>
                  <a:pt x="1" y="183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6"/>
                </a:lnTo>
                <a:lnTo>
                  <a:pt x="1" y="176"/>
                </a:lnTo>
                <a:lnTo>
                  <a:pt x="1" y="176"/>
                </a:lnTo>
                <a:lnTo>
                  <a:pt x="1" y="176"/>
                </a:lnTo>
                <a:lnTo>
                  <a:pt x="1" y="175"/>
                </a:lnTo>
                <a:lnTo>
                  <a:pt x="1" y="175"/>
                </a:lnTo>
                <a:lnTo>
                  <a:pt x="0" y="175"/>
                </a:lnTo>
                <a:lnTo>
                  <a:pt x="0" y="175"/>
                </a:lnTo>
                <a:lnTo>
                  <a:pt x="0" y="175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3"/>
                </a:lnTo>
                <a:lnTo>
                  <a:pt x="0" y="173"/>
                </a:lnTo>
                <a:lnTo>
                  <a:pt x="0" y="173"/>
                </a:lnTo>
                <a:lnTo>
                  <a:pt x="0" y="173"/>
                </a:lnTo>
                <a:lnTo>
                  <a:pt x="0" y="171"/>
                </a:lnTo>
                <a:lnTo>
                  <a:pt x="0" y="171"/>
                </a:lnTo>
                <a:lnTo>
                  <a:pt x="0" y="171"/>
                </a:lnTo>
                <a:lnTo>
                  <a:pt x="1" y="171"/>
                </a:lnTo>
                <a:lnTo>
                  <a:pt x="1" y="171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69"/>
                </a:lnTo>
                <a:lnTo>
                  <a:pt x="1" y="169"/>
                </a:lnTo>
                <a:lnTo>
                  <a:pt x="1" y="169"/>
                </a:lnTo>
                <a:lnTo>
                  <a:pt x="1" y="169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0"/>
                </a:lnTo>
                <a:lnTo>
                  <a:pt x="3" y="160"/>
                </a:lnTo>
                <a:lnTo>
                  <a:pt x="4" y="160"/>
                </a:lnTo>
                <a:lnTo>
                  <a:pt x="4" y="160"/>
                </a:lnTo>
                <a:lnTo>
                  <a:pt x="4" y="160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8"/>
                </a:lnTo>
                <a:lnTo>
                  <a:pt x="4" y="158"/>
                </a:lnTo>
                <a:lnTo>
                  <a:pt x="4" y="158"/>
                </a:lnTo>
                <a:lnTo>
                  <a:pt x="4" y="158"/>
                </a:lnTo>
                <a:lnTo>
                  <a:pt x="5" y="158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6"/>
                </a:lnTo>
                <a:lnTo>
                  <a:pt x="5" y="156"/>
                </a:lnTo>
                <a:lnTo>
                  <a:pt x="5" y="156"/>
                </a:lnTo>
                <a:lnTo>
                  <a:pt x="5" y="156"/>
                </a:lnTo>
                <a:lnTo>
                  <a:pt x="6" y="156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3"/>
                </a:lnTo>
                <a:lnTo>
                  <a:pt x="6" y="153"/>
                </a:lnTo>
                <a:lnTo>
                  <a:pt x="6" y="153"/>
                </a:lnTo>
                <a:lnTo>
                  <a:pt x="7" y="153"/>
                </a:lnTo>
                <a:lnTo>
                  <a:pt x="7" y="153"/>
                </a:lnTo>
                <a:lnTo>
                  <a:pt x="7" y="153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0"/>
                </a:lnTo>
                <a:lnTo>
                  <a:pt x="8" y="150"/>
                </a:lnTo>
                <a:lnTo>
                  <a:pt x="8" y="150"/>
                </a:lnTo>
                <a:lnTo>
                  <a:pt x="9" y="150"/>
                </a:lnTo>
                <a:lnTo>
                  <a:pt x="9" y="150"/>
                </a:lnTo>
                <a:lnTo>
                  <a:pt x="9" y="150"/>
                </a:lnTo>
                <a:lnTo>
                  <a:pt x="9" y="149"/>
                </a:lnTo>
                <a:lnTo>
                  <a:pt x="9" y="149"/>
                </a:lnTo>
                <a:lnTo>
                  <a:pt x="9" y="149"/>
                </a:lnTo>
                <a:lnTo>
                  <a:pt x="9" y="149"/>
                </a:lnTo>
                <a:lnTo>
                  <a:pt x="10" y="149"/>
                </a:lnTo>
                <a:lnTo>
                  <a:pt x="10" y="149"/>
                </a:lnTo>
                <a:lnTo>
                  <a:pt x="10" y="149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2" y="148"/>
                </a:lnTo>
                <a:lnTo>
                  <a:pt x="12" y="148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3" y="147"/>
                </a:lnTo>
                <a:lnTo>
                  <a:pt x="13" y="147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4" y="146"/>
                </a:lnTo>
                <a:lnTo>
                  <a:pt x="14" y="146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5" y="144"/>
                </a:lnTo>
                <a:lnTo>
                  <a:pt x="15" y="144"/>
                </a:lnTo>
                <a:lnTo>
                  <a:pt x="15" y="144"/>
                </a:lnTo>
                <a:lnTo>
                  <a:pt x="15" y="143"/>
                </a:lnTo>
                <a:lnTo>
                  <a:pt x="15" y="143"/>
                </a:lnTo>
                <a:lnTo>
                  <a:pt x="15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8" y="142"/>
                </a:lnTo>
                <a:lnTo>
                  <a:pt x="18" y="142"/>
                </a:lnTo>
                <a:lnTo>
                  <a:pt x="18" y="141"/>
                </a:lnTo>
                <a:lnTo>
                  <a:pt x="18" y="141"/>
                </a:lnTo>
                <a:lnTo>
                  <a:pt x="18" y="141"/>
                </a:lnTo>
                <a:lnTo>
                  <a:pt x="18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3" y="137"/>
                </a:lnTo>
                <a:lnTo>
                  <a:pt x="33" y="137"/>
                </a:lnTo>
                <a:lnTo>
                  <a:pt x="33" y="135"/>
                </a:lnTo>
                <a:lnTo>
                  <a:pt x="33" y="135"/>
                </a:lnTo>
                <a:lnTo>
                  <a:pt x="33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5" y="135"/>
                </a:lnTo>
                <a:lnTo>
                  <a:pt x="35" y="135"/>
                </a:lnTo>
                <a:lnTo>
                  <a:pt x="35" y="135"/>
                </a:lnTo>
                <a:lnTo>
                  <a:pt x="35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9" y="135"/>
                </a:lnTo>
                <a:lnTo>
                  <a:pt x="39" y="135"/>
                </a:lnTo>
                <a:lnTo>
                  <a:pt x="39" y="135"/>
                </a:lnTo>
                <a:lnTo>
                  <a:pt x="39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3" y="135"/>
                </a:lnTo>
                <a:lnTo>
                  <a:pt x="43" y="135"/>
                </a:lnTo>
                <a:lnTo>
                  <a:pt x="43" y="135"/>
                </a:lnTo>
                <a:lnTo>
                  <a:pt x="43" y="135"/>
                </a:lnTo>
                <a:lnTo>
                  <a:pt x="44" y="135"/>
                </a:lnTo>
                <a:lnTo>
                  <a:pt x="44" y="135"/>
                </a:lnTo>
                <a:lnTo>
                  <a:pt x="44" y="137"/>
                </a:lnTo>
                <a:lnTo>
                  <a:pt x="44" y="137"/>
                </a:lnTo>
                <a:lnTo>
                  <a:pt x="44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9"/>
                </a:lnTo>
                <a:lnTo>
                  <a:pt x="52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9" y="141"/>
                </a:lnTo>
                <a:lnTo>
                  <a:pt x="59" y="141"/>
                </a:lnTo>
                <a:lnTo>
                  <a:pt x="59" y="141"/>
                </a:lnTo>
                <a:lnTo>
                  <a:pt x="59" y="142"/>
                </a:lnTo>
                <a:lnTo>
                  <a:pt x="59" y="142"/>
                </a:lnTo>
                <a:lnTo>
                  <a:pt x="59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2" y="143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3" y="144"/>
                </a:lnTo>
                <a:lnTo>
                  <a:pt x="63" y="144"/>
                </a:lnTo>
                <a:lnTo>
                  <a:pt x="63" y="144"/>
                </a:lnTo>
                <a:lnTo>
                  <a:pt x="63" y="146"/>
                </a:lnTo>
                <a:lnTo>
                  <a:pt x="63" y="146"/>
                </a:lnTo>
                <a:lnTo>
                  <a:pt x="63" y="146"/>
                </a:lnTo>
                <a:lnTo>
                  <a:pt x="63" y="146"/>
                </a:lnTo>
                <a:lnTo>
                  <a:pt x="64" y="146"/>
                </a:lnTo>
                <a:lnTo>
                  <a:pt x="64" y="146"/>
                </a:lnTo>
                <a:lnTo>
                  <a:pt x="64" y="146"/>
                </a:lnTo>
                <a:lnTo>
                  <a:pt x="64" y="147"/>
                </a:lnTo>
                <a:lnTo>
                  <a:pt x="64" y="147"/>
                </a:lnTo>
                <a:lnTo>
                  <a:pt x="64" y="147"/>
                </a:lnTo>
                <a:lnTo>
                  <a:pt x="64" y="147"/>
                </a:lnTo>
                <a:lnTo>
                  <a:pt x="66" y="147"/>
                </a:lnTo>
                <a:lnTo>
                  <a:pt x="66" y="147"/>
                </a:lnTo>
                <a:lnTo>
                  <a:pt x="66" y="147"/>
                </a:lnTo>
                <a:lnTo>
                  <a:pt x="66" y="148"/>
                </a:lnTo>
                <a:lnTo>
                  <a:pt x="66" y="148"/>
                </a:lnTo>
                <a:lnTo>
                  <a:pt x="66" y="148"/>
                </a:lnTo>
                <a:lnTo>
                  <a:pt x="66" y="148"/>
                </a:lnTo>
                <a:lnTo>
                  <a:pt x="67" y="148"/>
                </a:lnTo>
                <a:lnTo>
                  <a:pt x="67" y="148"/>
                </a:lnTo>
                <a:lnTo>
                  <a:pt x="67" y="148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8" y="149"/>
                </a:lnTo>
                <a:lnTo>
                  <a:pt x="68" y="149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2"/>
                </a:lnTo>
                <a:lnTo>
                  <a:pt x="69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1" y="153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6"/>
                </a:lnTo>
                <a:lnTo>
                  <a:pt x="71" y="156"/>
                </a:lnTo>
                <a:lnTo>
                  <a:pt x="71" y="156"/>
                </a:lnTo>
                <a:lnTo>
                  <a:pt x="72" y="156"/>
                </a:lnTo>
                <a:lnTo>
                  <a:pt x="72" y="156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8"/>
                </a:lnTo>
                <a:lnTo>
                  <a:pt x="72" y="158"/>
                </a:lnTo>
                <a:lnTo>
                  <a:pt x="72" y="158"/>
                </a:lnTo>
                <a:lnTo>
                  <a:pt x="72" y="158"/>
                </a:lnTo>
                <a:lnTo>
                  <a:pt x="73" y="158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6" y="169"/>
                </a:lnTo>
                <a:lnTo>
                  <a:pt x="76" y="169"/>
                </a:lnTo>
                <a:lnTo>
                  <a:pt x="76" y="169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3"/>
                </a:lnTo>
                <a:lnTo>
                  <a:pt x="76" y="173"/>
                </a:lnTo>
                <a:lnTo>
                  <a:pt x="76" y="173"/>
                </a:lnTo>
                <a:lnTo>
                  <a:pt x="76" y="173"/>
                </a:lnTo>
                <a:lnTo>
                  <a:pt x="76" y="174"/>
                </a:lnTo>
                <a:lnTo>
                  <a:pt x="76" y="174"/>
                </a:lnTo>
                <a:close/>
                <a:moveTo>
                  <a:pt x="79" y="177"/>
                </a:moveTo>
                <a:lnTo>
                  <a:pt x="79" y="169"/>
                </a:lnTo>
                <a:lnTo>
                  <a:pt x="95" y="169"/>
                </a:lnTo>
                <a:lnTo>
                  <a:pt x="95" y="177"/>
                </a:lnTo>
                <a:lnTo>
                  <a:pt x="79" y="177"/>
                </a:lnTo>
                <a:lnTo>
                  <a:pt x="79" y="177"/>
                </a:lnTo>
                <a:close/>
                <a:moveTo>
                  <a:pt x="126" y="177"/>
                </a:moveTo>
                <a:lnTo>
                  <a:pt x="126" y="169"/>
                </a:lnTo>
                <a:lnTo>
                  <a:pt x="142" y="169"/>
                </a:lnTo>
                <a:lnTo>
                  <a:pt x="142" y="177"/>
                </a:lnTo>
                <a:lnTo>
                  <a:pt x="126" y="177"/>
                </a:lnTo>
                <a:lnTo>
                  <a:pt x="126" y="177"/>
                </a:lnTo>
                <a:close/>
                <a:moveTo>
                  <a:pt x="173" y="177"/>
                </a:moveTo>
                <a:lnTo>
                  <a:pt x="173" y="169"/>
                </a:lnTo>
                <a:lnTo>
                  <a:pt x="188" y="169"/>
                </a:lnTo>
                <a:lnTo>
                  <a:pt x="188" y="177"/>
                </a:lnTo>
                <a:lnTo>
                  <a:pt x="173" y="177"/>
                </a:lnTo>
                <a:lnTo>
                  <a:pt x="173" y="177"/>
                </a:lnTo>
                <a:close/>
                <a:moveTo>
                  <a:pt x="220" y="177"/>
                </a:moveTo>
                <a:lnTo>
                  <a:pt x="220" y="169"/>
                </a:lnTo>
                <a:lnTo>
                  <a:pt x="236" y="169"/>
                </a:lnTo>
                <a:lnTo>
                  <a:pt x="236" y="177"/>
                </a:lnTo>
                <a:lnTo>
                  <a:pt x="220" y="177"/>
                </a:lnTo>
                <a:lnTo>
                  <a:pt x="220" y="177"/>
                </a:lnTo>
                <a:close/>
                <a:moveTo>
                  <a:pt x="267" y="177"/>
                </a:moveTo>
                <a:lnTo>
                  <a:pt x="267" y="169"/>
                </a:lnTo>
                <a:lnTo>
                  <a:pt x="283" y="169"/>
                </a:lnTo>
                <a:lnTo>
                  <a:pt x="283" y="177"/>
                </a:lnTo>
                <a:lnTo>
                  <a:pt x="267" y="177"/>
                </a:lnTo>
                <a:lnTo>
                  <a:pt x="267" y="177"/>
                </a:lnTo>
                <a:close/>
                <a:moveTo>
                  <a:pt x="314" y="177"/>
                </a:moveTo>
                <a:lnTo>
                  <a:pt x="314" y="169"/>
                </a:lnTo>
                <a:lnTo>
                  <a:pt x="330" y="169"/>
                </a:lnTo>
                <a:lnTo>
                  <a:pt x="330" y="177"/>
                </a:lnTo>
                <a:lnTo>
                  <a:pt x="314" y="177"/>
                </a:lnTo>
                <a:lnTo>
                  <a:pt x="314" y="177"/>
                </a:lnTo>
                <a:close/>
                <a:moveTo>
                  <a:pt x="362" y="177"/>
                </a:moveTo>
                <a:lnTo>
                  <a:pt x="362" y="169"/>
                </a:lnTo>
                <a:lnTo>
                  <a:pt x="377" y="169"/>
                </a:lnTo>
                <a:lnTo>
                  <a:pt x="377" y="177"/>
                </a:lnTo>
                <a:lnTo>
                  <a:pt x="362" y="177"/>
                </a:lnTo>
                <a:lnTo>
                  <a:pt x="362" y="177"/>
                </a:lnTo>
                <a:close/>
                <a:moveTo>
                  <a:pt x="409" y="177"/>
                </a:moveTo>
                <a:lnTo>
                  <a:pt x="409" y="169"/>
                </a:lnTo>
                <a:lnTo>
                  <a:pt x="425" y="169"/>
                </a:lnTo>
                <a:lnTo>
                  <a:pt x="425" y="177"/>
                </a:lnTo>
                <a:lnTo>
                  <a:pt x="409" y="177"/>
                </a:lnTo>
                <a:lnTo>
                  <a:pt x="409" y="177"/>
                </a:lnTo>
                <a:close/>
                <a:moveTo>
                  <a:pt x="456" y="177"/>
                </a:moveTo>
                <a:lnTo>
                  <a:pt x="456" y="169"/>
                </a:lnTo>
                <a:lnTo>
                  <a:pt x="472" y="169"/>
                </a:lnTo>
                <a:lnTo>
                  <a:pt x="472" y="177"/>
                </a:lnTo>
                <a:lnTo>
                  <a:pt x="456" y="177"/>
                </a:lnTo>
                <a:lnTo>
                  <a:pt x="456" y="177"/>
                </a:lnTo>
                <a:close/>
                <a:moveTo>
                  <a:pt x="502" y="177"/>
                </a:moveTo>
                <a:lnTo>
                  <a:pt x="502" y="169"/>
                </a:lnTo>
                <a:lnTo>
                  <a:pt x="510" y="169"/>
                </a:lnTo>
                <a:lnTo>
                  <a:pt x="510" y="169"/>
                </a:lnTo>
                <a:lnTo>
                  <a:pt x="511" y="169"/>
                </a:lnTo>
                <a:lnTo>
                  <a:pt x="519" y="171"/>
                </a:lnTo>
                <a:lnTo>
                  <a:pt x="518" y="178"/>
                </a:lnTo>
                <a:lnTo>
                  <a:pt x="510" y="177"/>
                </a:lnTo>
                <a:lnTo>
                  <a:pt x="502" y="177"/>
                </a:lnTo>
                <a:lnTo>
                  <a:pt x="502" y="177"/>
                </a:lnTo>
                <a:close/>
                <a:moveTo>
                  <a:pt x="534" y="158"/>
                </a:moveTo>
                <a:lnTo>
                  <a:pt x="526" y="158"/>
                </a:lnTo>
                <a:lnTo>
                  <a:pt x="526" y="142"/>
                </a:lnTo>
                <a:lnTo>
                  <a:pt x="534" y="142"/>
                </a:lnTo>
                <a:lnTo>
                  <a:pt x="534" y="158"/>
                </a:lnTo>
                <a:lnTo>
                  <a:pt x="534" y="158"/>
                </a:lnTo>
                <a:close/>
                <a:moveTo>
                  <a:pt x="534" y="111"/>
                </a:moveTo>
                <a:lnTo>
                  <a:pt x="526" y="111"/>
                </a:lnTo>
                <a:lnTo>
                  <a:pt x="526" y="95"/>
                </a:lnTo>
                <a:lnTo>
                  <a:pt x="534" y="95"/>
                </a:lnTo>
                <a:lnTo>
                  <a:pt x="534" y="111"/>
                </a:lnTo>
                <a:lnTo>
                  <a:pt x="534" y="111"/>
                </a:lnTo>
                <a:close/>
                <a:moveTo>
                  <a:pt x="534" y="63"/>
                </a:moveTo>
                <a:lnTo>
                  <a:pt x="526" y="63"/>
                </a:lnTo>
                <a:lnTo>
                  <a:pt x="526" y="48"/>
                </a:lnTo>
                <a:lnTo>
                  <a:pt x="534" y="48"/>
                </a:lnTo>
                <a:lnTo>
                  <a:pt x="534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1C63E0-7BEB-D3AD-1612-F3A2D61441AD}"/>
              </a:ext>
            </a:extLst>
          </p:cNvPr>
          <p:cNvSpPr txBox="1"/>
          <p:nvPr/>
        </p:nvSpPr>
        <p:spPr>
          <a:xfrm>
            <a:off x="5282405" y="201078"/>
            <a:ext cx="1627190" cy="24622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az-Cyrl-AZ" sz="1600" dirty="0"/>
              <a:t>ЧПК-верстат</a:t>
            </a:r>
            <a:endParaRPr lang="en-US" sz="1600" dirty="0"/>
          </a:p>
        </p:txBody>
      </p:sp>
      <p:grpSp>
        <p:nvGrpSpPr>
          <p:cNvPr id="58" name="Group 4">
            <a:extLst>
              <a:ext uri="{FF2B5EF4-FFF2-40B4-BE49-F238E27FC236}">
                <a16:creationId xmlns:a16="http://schemas.microsoft.com/office/drawing/2014/main" id="{5B06CDD4-28BC-509A-B20A-781977C6B44D}"/>
              </a:ext>
            </a:extLst>
          </p:cNvPr>
          <p:cNvGrpSpPr/>
          <p:nvPr/>
        </p:nvGrpSpPr>
        <p:grpSpPr>
          <a:xfrm>
            <a:off x="648572" y="1199997"/>
            <a:ext cx="3142030" cy="4496711"/>
            <a:chOff x="626661" y="1371447"/>
            <a:chExt cx="3142030" cy="4496711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3A8F8B1-6EBB-3E97-46F9-03445E04CBAB}"/>
                </a:ext>
              </a:extLst>
            </p:cNvPr>
            <p:cNvSpPr txBox="1"/>
            <p:nvPr/>
          </p:nvSpPr>
          <p:spPr>
            <a:xfrm>
              <a:off x="1590675" y="5621937"/>
              <a:ext cx="1054414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600" dirty="0"/>
                <a:t>3D-</a:t>
              </a:r>
              <a:r>
                <a:rPr lang="az-Cyrl-AZ" sz="1600" dirty="0"/>
                <a:t>принтер</a:t>
              </a:r>
              <a:endParaRPr lang="en-US" sz="16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DFCFDD6-4DA1-CBC6-1569-91AE8AB31A33}"/>
                </a:ext>
              </a:extLst>
            </p:cNvPr>
            <p:cNvSpPr txBox="1"/>
            <p:nvPr/>
          </p:nvSpPr>
          <p:spPr>
            <a:xfrm>
              <a:off x="626661" y="4069438"/>
              <a:ext cx="164666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600" dirty="0"/>
                <a:t>CAD/CAM </a:t>
              </a:r>
              <a:r>
                <a:rPr lang="az-Cyrl-AZ" sz="1600" dirty="0"/>
                <a:t>системи</a:t>
              </a:r>
              <a:endParaRPr lang="en-US" sz="1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5851FF5-B78C-3432-CB2B-A9B82A79BDB5}"/>
                </a:ext>
              </a:extLst>
            </p:cNvPr>
            <p:cNvSpPr txBox="1"/>
            <p:nvPr/>
          </p:nvSpPr>
          <p:spPr>
            <a:xfrm>
              <a:off x="1610832" y="2498724"/>
              <a:ext cx="912813" cy="2476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600" dirty="0"/>
                <a:t>3D-</a:t>
              </a:r>
              <a:r>
                <a:rPr lang="az-Cyrl-AZ" sz="1600" dirty="0"/>
                <a:t>сканер</a:t>
              </a:r>
              <a:endParaRPr lang="en-US" sz="16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B1510E5-B75E-7414-2EC6-10438A4C772A}"/>
                </a:ext>
              </a:extLst>
            </p:cNvPr>
            <p:cNvSpPr txBox="1"/>
            <p:nvPr/>
          </p:nvSpPr>
          <p:spPr>
            <a:xfrm>
              <a:off x="2156704" y="1371447"/>
              <a:ext cx="161198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лазерний верстат</a:t>
              </a:r>
              <a:endParaRPr lang="en-US" sz="1600" dirty="0"/>
            </a:p>
          </p:txBody>
        </p:sp>
      </p:grpSp>
      <p:grpSp>
        <p:nvGrpSpPr>
          <p:cNvPr id="63" name="Group 142">
            <a:extLst>
              <a:ext uri="{FF2B5EF4-FFF2-40B4-BE49-F238E27FC236}">
                <a16:creationId xmlns:a16="http://schemas.microsoft.com/office/drawing/2014/main" id="{38FFBE20-568C-631E-849B-546F2A1CE5E6}"/>
              </a:ext>
            </a:extLst>
          </p:cNvPr>
          <p:cNvGrpSpPr/>
          <p:nvPr/>
        </p:nvGrpSpPr>
        <p:grpSpPr>
          <a:xfrm flipH="1">
            <a:off x="8304658" y="1199997"/>
            <a:ext cx="3486420" cy="4643749"/>
            <a:chOff x="379011" y="1371447"/>
            <a:chExt cx="3486420" cy="4643749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4EDFC7D-E348-1557-CF7D-180B87CF16A5}"/>
                </a:ext>
              </a:extLst>
            </p:cNvPr>
            <p:cNvSpPr txBox="1"/>
            <p:nvPr/>
          </p:nvSpPr>
          <p:spPr>
            <a:xfrm>
              <a:off x="1228149" y="5522753"/>
              <a:ext cx="1637157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технічне конструювання</a:t>
              </a:r>
              <a:endParaRPr lang="en-US" sz="16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91F668C-18DA-64F1-8172-0C5DC40DB81E}"/>
                </a:ext>
              </a:extLst>
            </p:cNvPr>
            <p:cNvSpPr txBox="1"/>
            <p:nvPr/>
          </p:nvSpPr>
          <p:spPr>
            <a:xfrm>
              <a:off x="379011" y="4090909"/>
              <a:ext cx="2132956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цифрове креслення</a:t>
              </a:r>
              <a:endParaRPr lang="en-US" sz="16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EC82F8-1467-388E-C571-A1311610D5DF}"/>
                </a:ext>
              </a:extLst>
            </p:cNvPr>
            <p:cNvSpPr txBox="1"/>
            <p:nvPr/>
          </p:nvSpPr>
          <p:spPr>
            <a:xfrm>
              <a:off x="1007266" y="2412840"/>
              <a:ext cx="1627853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комп’ютерне моделювання</a:t>
              </a:r>
              <a:endParaRPr lang="en-US" sz="16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6607CBC-FCBC-0D70-4DE0-78780792DC74}"/>
                </a:ext>
              </a:extLst>
            </p:cNvPr>
            <p:cNvSpPr txBox="1"/>
            <p:nvPr/>
          </p:nvSpPr>
          <p:spPr>
            <a:xfrm>
              <a:off x="2223380" y="1371447"/>
              <a:ext cx="1642051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токарний верстат</a:t>
              </a:r>
              <a:r>
                <a:rPr lang="en-US" sz="1600" dirty="0"/>
                <a:t> </a:t>
              </a:r>
            </a:p>
          </p:txBody>
        </p:sp>
      </p:grpSp>
      <p:sp>
        <p:nvSpPr>
          <p:cNvPr id="68" name="Freeform 71">
            <a:extLst>
              <a:ext uri="{FF2B5EF4-FFF2-40B4-BE49-F238E27FC236}">
                <a16:creationId xmlns:a16="http://schemas.microsoft.com/office/drawing/2014/main" id="{A24B270E-B989-BB16-D614-065D36468DF6}"/>
              </a:ext>
            </a:extLst>
          </p:cNvPr>
          <p:cNvSpPr>
            <a:spLocks/>
          </p:cNvSpPr>
          <p:nvPr/>
        </p:nvSpPr>
        <p:spPr bwMode="auto">
          <a:xfrm>
            <a:off x="3005287" y="5203826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71">
            <a:extLst>
              <a:ext uri="{FF2B5EF4-FFF2-40B4-BE49-F238E27FC236}">
                <a16:creationId xmlns:a16="http://schemas.microsoft.com/office/drawing/2014/main" id="{FF0B3E24-59B9-3221-0C9A-4CA24600DA5B}"/>
              </a:ext>
            </a:extLst>
          </p:cNvPr>
          <p:cNvSpPr>
            <a:spLocks/>
          </p:cNvSpPr>
          <p:nvPr/>
        </p:nvSpPr>
        <p:spPr bwMode="auto">
          <a:xfrm>
            <a:off x="2589658" y="3648869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71">
            <a:extLst>
              <a:ext uri="{FF2B5EF4-FFF2-40B4-BE49-F238E27FC236}">
                <a16:creationId xmlns:a16="http://schemas.microsoft.com/office/drawing/2014/main" id="{696D95CE-6232-6C7E-3CCC-2A04001AA52F}"/>
              </a:ext>
            </a:extLst>
          </p:cNvPr>
          <p:cNvSpPr>
            <a:spLocks/>
          </p:cNvSpPr>
          <p:nvPr/>
        </p:nvSpPr>
        <p:spPr bwMode="auto">
          <a:xfrm>
            <a:off x="3005287" y="209391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71">
            <a:extLst>
              <a:ext uri="{FF2B5EF4-FFF2-40B4-BE49-F238E27FC236}">
                <a16:creationId xmlns:a16="http://schemas.microsoft.com/office/drawing/2014/main" id="{DCF979A9-C38E-A539-4415-FBC7B63C6D80}"/>
              </a:ext>
            </a:extLst>
          </p:cNvPr>
          <p:cNvSpPr>
            <a:spLocks/>
          </p:cNvSpPr>
          <p:nvPr/>
        </p:nvSpPr>
        <p:spPr bwMode="auto">
          <a:xfrm>
            <a:off x="4157315" y="954881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21BEB11E-7E5B-420C-A4AD-36FC9BDFB4B4}"/>
              </a:ext>
            </a:extLst>
          </p:cNvPr>
          <p:cNvSpPr>
            <a:spLocks/>
          </p:cNvSpPr>
          <p:nvPr/>
        </p:nvSpPr>
        <p:spPr bwMode="auto">
          <a:xfrm>
            <a:off x="5699570" y="53816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71">
            <a:extLst>
              <a:ext uri="{FF2B5EF4-FFF2-40B4-BE49-F238E27FC236}">
                <a16:creationId xmlns:a16="http://schemas.microsoft.com/office/drawing/2014/main" id="{41A3FFC3-1CDD-DC3A-1429-48BDFF6F8FF8}"/>
              </a:ext>
            </a:extLst>
          </p:cNvPr>
          <p:cNvSpPr>
            <a:spLocks/>
          </p:cNvSpPr>
          <p:nvPr/>
        </p:nvSpPr>
        <p:spPr bwMode="auto">
          <a:xfrm>
            <a:off x="7254527" y="954881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Freeform 71">
            <a:extLst>
              <a:ext uri="{FF2B5EF4-FFF2-40B4-BE49-F238E27FC236}">
                <a16:creationId xmlns:a16="http://schemas.microsoft.com/office/drawing/2014/main" id="{F700CFDA-8F24-BD4B-12A3-C7183EF15187}"/>
              </a:ext>
            </a:extLst>
          </p:cNvPr>
          <p:cNvSpPr>
            <a:spLocks/>
          </p:cNvSpPr>
          <p:nvPr/>
        </p:nvSpPr>
        <p:spPr bwMode="auto">
          <a:xfrm>
            <a:off x="8393558" y="209391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1">
            <a:extLst>
              <a:ext uri="{FF2B5EF4-FFF2-40B4-BE49-F238E27FC236}">
                <a16:creationId xmlns:a16="http://schemas.microsoft.com/office/drawing/2014/main" id="{EF6844A2-C0C6-7AD8-5664-D99358B10F50}"/>
              </a:ext>
            </a:extLst>
          </p:cNvPr>
          <p:cNvSpPr>
            <a:spLocks/>
          </p:cNvSpPr>
          <p:nvPr/>
        </p:nvSpPr>
        <p:spPr bwMode="auto">
          <a:xfrm>
            <a:off x="8814943" y="3648869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71">
            <a:extLst>
              <a:ext uri="{FF2B5EF4-FFF2-40B4-BE49-F238E27FC236}">
                <a16:creationId xmlns:a16="http://schemas.microsoft.com/office/drawing/2014/main" id="{72593280-0ED9-5606-90C8-ECCBE1A05E10}"/>
              </a:ext>
            </a:extLst>
          </p:cNvPr>
          <p:cNvSpPr>
            <a:spLocks/>
          </p:cNvSpPr>
          <p:nvPr/>
        </p:nvSpPr>
        <p:spPr bwMode="auto">
          <a:xfrm>
            <a:off x="8393558" y="5203825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1" name="Picture 2" descr="станок с чпу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82AF0FE7-3497-61C5-60DD-6CD42FA62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94" y="639399"/>
            <a:ext cx="518561" cy="5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Более 6 100 работ на тему «3d печать»: стоковые иллюстрации, векторная  графика и клипарт royalty-free - iStock">
            <a:extLst>
              <a:ext uri="{FF2B5EF4-FFF2-40B4-BE49-F238E27FC236}">
                <a16:creationId xmlns:a16="http://schemas.microsoft.com/office/drawing/2014/main" id="{C3FFEFDD-3359-9929-9282-E930C50EE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30882" y1="34477" x2="30882" y2="34477"/>
                        <a14:backgroundMark x1="70588" y1="34804" x2="70588" y2="34804"/>
                        <a14:backgroundMark x1="69608" y1="30392" x2="69608" y2="30392"/>
                        <a14:backgroundMark x1="31699" y1="30392" x2="31699" y2="30392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854" y="5202237"/>
            <a:ext cx="7874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D-системы | Найти в IT">
            <a:extLst>
              <a:ext uri="{FF2B5EF4-FFF2-40B4-BE49-F238E27FC236}">
                <a16:creationId xmlns:a16="http://schemas.microsoft.com/office/drawing/2014/main" id="{CE3C8722-8CD8-5951-7071-787789480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556" b="89778" l="1778" r="96000">
                        <a14:foregroundMark x1="15556" y1="20889" x2="15556" y2="20889"/>
                        <a14:foregroundMark x1="30222" y1="11556" x2="30222" y2="11556"/>
                        <a14:foregroundMark x1="38222" y1="13778" x2="38222" y2="13778"/>
                        <a14:foregroundMark x1="43111" y1="8444" x2="43111" y2="8444"/>
                        <a14:foregroundMark x1="43111" y1="20444" x2="25333" y2="20444"/>
                        <a14:foregroundMark x1="25333" y1="20444" x2="40000" y2="25778"/>
                        <a14:foregroundMark x1="40000" y1="25778" x2="18222" y2="26667"/>
                        <a14:foregroundMark x1="18222" y1="26667" x2="34222" y2="30667"/>
                        <a14:foregroundMark x1="48188" y1="39111" x2="48365" y2="39218"/>
                        <a14:foregroundMark x1="34222" y1="30667" x2="48188" y2="39111"/>
                        <a14:foregroundMark x1="55018" y1="53778" x2="56444" y2="63556"/>
                        <a14:foregroundMark x1="54889" y1="52889" x2="55018" y2="53778"/>
                        <a14:foregroundMark x1="54824" y1="52444" x2="54889" y2="52889"/>
                        <a14:foregroundMark x1="54694" y1="51556" x2="54824" y2="52444"/>
                        <a14:foregroundMark x1="54631" y1="51121" x2="54694" y2="51556"/>
                        <a14:foregroundMark x1="56444" y1="63556" x2="46667" y2="77778"/>
                        <a14:foregroundMark x1="46667" y1="77778" x2="30222" y2="86667"/>
                        <a14:foregroundMark x1="30222" y1="86667" x2="22222" y2="72000"/>
                        <a14:foregroundMark x1="22222" y1="72000" x2="49333" y2="86667"/>
                        <a14:foregroundMark x1="49333" y1="86667" x2="52889" y2="89778"/>
                        <a14:foregroundMark x1="8000" y1="29778" x2="8000" y2="29778"/>
                        <a14:foregroundMark x1="2222" y1="20000" x2="2222" y2="20000"/>
                        <a14:foregroundMark x1="53778" y1="3556" x2="53778" y2="3556"/>
                        <a14:foregroundMark x1="92444" y1="10222" x2="92444" y2="10222"/>
                        <a14:foregroundMark x1="96000" y1="24444" x2="96000" y2="24444"/>
                        <a14:foregroundMark x1="80889" y1="44444" x2="80889" y2="44444"/>
                        <a14:foregroundMark x1="76000" y1="36889" x2="76000" y2="36889"/>
                        <a14:foregroundMark x1="46667" y1="48889" x2="46667" y2="48889"/>
                        <a14:foregroundMark x1="26667" y1="48444" x2="26667" y2="48444"/>
                        <a14:backgroundMark x1="52444" y1="44889" x2="52444" y2="44889"/>
                        <a14:backgroundMark x1="52000" y1="42667" x2="52000" y2="42667"/>
                        <a14:backgroundMark x1="55111" y1="47556" x2="55111" y2="47556"/>
                        <a14:backgroundMark x1="55111" y1="44444" x2="55111" y2="44444"/>
                        <a14:backgroundMark x1="53778" y1="45333" x2="53778" y2="45333"/>
                        <a14:backgroundMark x1="52889" y1="42222" x2="52889" y2="42222"/>
                        <a14:backgroundMark x1="50667" y1="40444" x2="50667" y2="40444"/>
                        <a14:backgroundMark x1="54000" y1="48889" x2="54667" y2="51111"/>
                        <a14:backgroundMark x1="52000" y1="42222" x2="54000" y2="48889"/>
                        <a14:backgroundMark x1="55111" y1="51556" x2="55111" y2="51556"/>
                        <a14:backgroundMark x1="54667" y1="51556" x2="54667" y2="51556"/>
                        <a14:backgroundMark x1="54222" y1="52444" x2="54222" y2="52444"/>
                        <a14:backgroundMark x1="55111" y1="51556" x2="55111" y2="51556"/>
                        <a14:backgroundMark x1="54667" y1="51556" x2="54667" y2="51556"/>
                        <a14:backgroundMark x1="53778" y1="50667" x2="53778" y2="50667"/>
                        <a14:backgroundMark x1="53778" y1="44000" x2="53778" y2="44000"/>
                        <a14:backgroundMark x1="51111" y1="41778" x2="51111" y2="41778"/>
                        <a14:backgroundMark x1="51111" y1="41778" x2="51111" y2="41778"/>
                        <a14:backgroundMark x1="50222" y1="40889" x2="50222" y2="40889"/>
                        <a14:backgroundMark x1="49333" y1="40000" x2="49333" y2="40000"/>
                        <a14:backgroundMark x1="47556" y1="40000" x2="53333" y2="44000"/>
                        <a14:backgroundMark x1="47556" y1="39111" x2="47556" y2="39111"/>
                        <a14:backgroundMark x1="54222" y1="53778" x2="54222" y2="53778"/>
                        <a14:backgroundMark x1="55111" y1="52889" x2="55111" y2="52889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340" y="3819548"/>
            <a:ext cx="427287" cy="4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3d сканер – Бесплатные иконки: инструменты редактирования">
            <a:extLst>
              <a:ext uri="{FF2B5EF4-FFF2-40B4-BE49-F238E27FC236}">
                <a16:creationId xmlns:a16="http://schemas.microsoft.com/office/drawing/2014/main" id="{6E439976-867B-8628-CC6F-501F29CF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186" y="2201071"/>
            <a:ext cx="566736" cy="56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EF75A201-E276-4711-EB6E-537FA8EEFD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6268" b="87830" l="83000" r="92500">
                        <a14:foregroundMark x1="90167" y1="80325" x2="90167" y2="80325"/>
                        <a14:foregroundMark x1="89333" y1="83164" x2="89333" y2="83164"/>
                        <a14:foregroundMark x1="88833" y1="84178" x2="88833" y2="84178"/>
                        <a14:foregroundMark x1="88167" y1="84990" x2="88167" y2="84990"/>
                        <a14:foregroundMark x1="87333" y1="84381" x2="87333" y2="84381"/>
                        <a14:foregroundMark x1="86833" y1="83164" x2="86833" y2="83164"/>
                        <a14:foregroundMark x1="83500" y1="86815" x2="83500" y2="86815"/>
                        <a14:foregroundMark x1="83667" y1="87830" x2="83667" y2="87830"/>
                        <a14:foregroundMark x1="88167" y1="85193" x2="88167" y2="85193"/>
                        <a14:foregroundMark x1="88167" y1="85193" x2="88167" y2="85193"/>
                        <a14:foregroundMark x1="88167" y1="85193" x2="88167" y2="85193"/>
                        <a14:foregroundMark x1="88167" y1="85193" x2="88167" y2="85396"/>
                        <a14:backgroundMark x1="88500" y1="84584" x2="88500" y2="84584"/>
                        <a14:backgroundMark x1="88500" y1="84990" x2="88500" y2="84990"/>
                        <a14:backgroundMark x1="91667" y1="81744" x2="91667" y2="81744"/>
                        <a14:backgroundMark x1="90167" y1="80730" x2="90167" y2="80730"/>
                        <a14:backgroundMark x1="84667" y1="80325" x2="84667" y2="8032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81813" t="75017" r="6242" b="11874"/>
          <a:stretch>
            <a:fillRect/>
          </a:stretch>
        </p:blipFill>
        <p:spPr>
          <a:xfrm>
            <a:off x="4287558" y="1089025"/>
            <a:ext cx="493576" cy="445094"/>
          </a:xfrm>
          <a:prstGeom prst="rect">
            <a:avLst/>
          </a:prstGeom>
        </p:spPr>
      </p:pic>
      <p:pic>
        <p:nvPicPr>
          <p:cNvPr id="1036" name="Picture 12" descr="Токарный станок – Бесплатные иконки: технологии">
            <a:extLst>
              <a:ext uri="{FF2B5EF4-FFF2-40B4-BE49-F238E27FC236}">
                <a16:creationId xmlns:a16="http://schemas.microsoft.com/office/drawing/2014/main" id="{0D73A4FC-9204-12F4-6FE3-DA15F4F3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201" y="1114029"/>
            <a:ext cx="450850" cy="45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4F61DDA4-2371-F3B7-82FC-FA8C2125362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26252" b="74942" l="24591" r="74479">
                        <a14:foregroundMark x1="55667" y1="42667" x2="55667" y2="42667"/>
                        <a14:foregroundMark x1="46000" y1="42333" x2="46000" y2="42333"/>
                        <a14:foregroundMark x1="46833" y1="48667" x2="46833" y2="48667"/>
                        <a14:foregroundMark x1="72667" y1="51667" x2="72667" y2="51667"/>
                        <a14:foregroundMark x1="45500" y1="68000" x2="45500" y2="68000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8355" t="20166" r="19285" b="18972"/>
          <a:stretch>
            <a:fillRect/>
          </a:stretch>
        </p:blipFill>
        <p:spPr>
          <a:xfrm>
            <a:off x="8514892" y="2259013"/>
            <a:ext cx="493931" cy="482060"/>
          </a:xfrm>
          <a:prstGeom prst="rect">
            <a:avLst/>
          </a:prstGeom>
        </p:spPr>
      </p:pic>
      <p:grpSp>
        <p:nvGrpSpPr>
          <p:cNvPr id="119" name="Групувати 118">
            <a:extLst>
              <a:ext uri="{FF2B5EF4-FFF2-40B4-BE49-F238E27FC236}">
                <a16:creationId xmlns:a16="http://schemas.microsoft.com/office/drawing/2014/main" id="{2430DC42-6086-B993-D192-01F6B5F9CBEC}"/>
              </a:ext>
            </a:extLst>
          </p:cNvPr>
          <p:cNvGrpSpPr/>
          <p:nvPr/>
        </p:nvGrpSpPr>
        <p:grpSpPr>
          <a:xfrm>
            <a:off x="8921057" y="3779298"/>
            <a:ext cx="558958" cy="558958"/>
            <a:chOff x="8917526" y="3779298"/>
            <a:chExt cx="582233" cy="582233"/>
          </a:xfrm>
        </p:grpSpPr>
        <p:pic>
          <p:nvPicPr>
            <p:cNvPr id="116" name="Рисунок 115">
              <a:extLst>
                <a:ext uri="{FF2B5EF4-FFF2-40B4-BE49-F238E27FC236}">
                  <a16:creationId xmlns:a16="http://schemas.microsoft.com/office/drawing/2014/main" id="{B091CDAC-91AB-B443-E729-D073FEC1F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8022" b="81391" l="25538" r="75385">
                          <a14:foregroundMark x1="46077" y1="20568" x2="46077" y2="20568"/>
                          <a14:foregroundMark x1="68077" y1="18217" x2="68077" y2="18217"/>
                          <a14:foregroundMark x1="75385" y1="35260" x2="75385" y2="35260"/>
                          <a14:foregroundMark x1="72923" y1="80803" x2="72923" y2="80803"/>
                          <a14:foregroundMark x1="52923" y1="81391" x2="52923" y2="81391"/>
                          <a14:foregroundMark x1="55231" y1="68462" x2="55231" y2="68462"/>
                          <a14:foregroundMark x1="50538" y1="35553" x2="50538" y2="35553"/>
                        </a14:backgroundRemoval>
                      </a14:imgEffect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l="19990" t="15880" r="20898" b="13009"/>
            <a:stretch>
              <a:fillRect/>
            </a:stretch>
          </p:blipFill>
          <p:spPr>
            <a:xfrm>
              <a:off x="9056164" y="3906703"/>
              <a:ext cx="313262" cy="248481"/>
            </a:xfrm>
            <a:prstGeom prst="rect">
              <a:avLst/>
            </a:prstGeom>
          </p:spPr>
        </p:pic>
        <p:pic>
          <p:nvPicPr>
            <p:cNvPr id="118" name="Графіка 117" descr="Монітор">
              <a:extLst>
                <a:ext uri="{FF2B5EF4-FFF2-40B4-BE49-F238E27FC236}">
                  <a16:creationId xmlns:a16="http://schemas.microsoft.com/office/drawing/2014/main" id="{1CE3E2AD-8B4D-3BD7-E051-6B9280B77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917526" y="3779298"/>
              <a:ext cx="582233" cy="582233"/>
            </a:xfrm>
            <a:prstGeom prst="rect">
              <a:avLst/>
            </a:prstGeom>
          </p:spPr>
        </p:pic>
      </p:grpSp>
      <p:grpSp>
        <p:nvGrpSpPr>
          <p:cNvPr id="124" name="Групувати 123">
            <a:extLst>
              <a:ext uri="{FF2B5EF4-FFF2-40B4-BE49-F238E27FC236}">
                <a16:creationId xmlns:a16="http://schemas.microsoft.com/office/drawing/2014/main" id="{2AECBFF7-5B4B-4CEF-A9F1-625BE8CB8E7D}"/>
              </a:ext>
            </a:extLst>
          </p:cNvPr>
          <p:cNvGrpSpPr/>
          <p:nvPr/>
        </p:nvGrpSpPr>
        <p:grpSpPr>
          <a:xfrm>
            <a:off x="8514892" y="5346901"/>
            <a:ext cx="537127" cy="537127"/>
            <a:chOff x="8514892" y="5346901"/>
            <a:chExt cx="537127" cy="537127"/>
          </a:xfrm>
        </p:grpSpPr>
        <p:pic>
          <p:nvPicPr>
            <p:cNvPr id="121" name="Графіка 120" descr="Комп’ютер">
              <a:extLst>
                <a:ext uri="{FF2B5EF4-FFF2-40B4-BE49-F238E27FC236}">
                  <a16:creationId xmlns:a16="http://schemas.microsoft.com/office/drawing/2014/main" id="{5C6E7AE0-671E-4A54-055E-C1CDCA93F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514892" y="5346901"/>
              <a:ext cx="537127" cy="537127"/>
            </a:xfrm>
            <a:prstGeom prst="rect">
              <a:avLst/>
            </a:prstGeom>
          </p:spPr>
        </p:pic>
        <p:pic>
          <p:nvPicPr>
            <p:cNvPr id="123" name="Графіка 122" descr="Інструменти">
              <a:extLst>
                <a:ext uri="{FF2B5EF4-FFF2-40B4-BE49-F238E27FC236}">
                  <a16:creationId xmlns:a16="http://schemas.microsoft.com/office/drawing/2014/main" id="{1E009C0C-689D-4AC2-1586-30E4899DD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609012" y="5489575"/>
              <a:ext cx="184704" cy="1847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650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15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BEE536-15E8-4AEB-9601-528D20F19BCD}"/>
              </a:ext>
            </a:extLst>
          </p:cNvPr>
          <p:cNvSpPr txBox="1"/>
          <p:nvPr/>
        </p:nvSpPr>
        <p:spPr>
          <a:xfrm>
            <a:off x="2116499" y="1198012"/>
            <a:ext cx="3925695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az-Cyrl-AZ" sz="4000" dirty="0">
                <a:latin typeface="+mj-lt"/>
              </a:rPr>
              <a:t>ПРОЦЕСИ КОНТРОЛЮ РЕАЛІЗАЦІЇ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8C9BB15-836C-43DB-A14E-1B60FA9DDB52}"/>
              </a:ext>
            </a:extLst>
          </p:cNvPr>
          <p:cNvGrpSpPr/>
          <p:nvPr/>
        </p:nvGrpSpPr>
        <p:grpSpPr>
          <a:xfrm>
            <a:off x="3478213" y="823913"/>
            <a:ext cx="5210174" cy="5210174"/>
            <a:chOff x="2282825" y="1614488"/>
            <a:chExt cx="4552950" cy="4552950"/>
          </a:xfrm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36E76328-72C9-4B9D-8CE0-A57CC6414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0" y="2398713"/>
              <a:ext cx="1260475" cy="1320800"/>
            </a:xfrm>
            <a:custGeom>
              <a:avLst/>
              <a:gdLst>
                <a:gd name="T0" fmla="*/ 0 w 103"/>
                <a:gd name="T1" fmla="*/ 58 h 108"/>
                <a:gd name="T2" fmla="*/ 58 w 103"/>
                <a:gd name="T3" fmla="*/ 0 h 108"/>
                <a:gd name="T4" fmla="*/ 103 w 103"/>
                <a:gd name="T5" fmla="*/ 108 h 108"/>
                <a:gd name="T6" fmla="*/ 21 w 103"/>
                <a:gd name="T7" fmla="*/ 108 h 108"/>
                <a:gd name="T8" fmla="*/ 0 w 103"/>
                <a:gd name="T9" fmla="*/ 5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8">
                  <a:moveTo>
                    <a:pt x="0" y="58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4" y="29"/>
                    <a:pt x="100" y="67"/>
                    <a:pt x="103" y="108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18" y="90"/>
                    <a:pt x="11" y="73"/>
                    <a:pt x="0" y="58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99B30E6E-5BB6-4C4B-87C3-64DCFDD00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0" y="4049713"/>
              <a:ext cx="1260475" cy="1335088"/>
            </a:xfrm>
            <a:custGeom>
              <a:avLst/>
              <a:gdLst>
                <a:gd name="T0" fmla="*/ 21 w 103"/>
                <a:gd name="T1" fmla="*/ 0 h 109"/>
                <a:gd name="T2" fmla="*/ 103 w 103"/>
                <a:gd name="T3" fmla="*/ 0 h 109"/>
                <a:gd name="T4" fmla="*/ 58 w 103"/>
                <a:gd name="T5" fmla="*/ 109 h 109"/>
                <a:gd name="T6" fmla="*/ 0 w 103"/>
                <a:gd name="T7" fmla="*/ 51 h 109"/>
                <a:gd name="T8" fmla="*/ 21 w 103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21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0" y="42"/>
                    <a:pt x="84" y="79"/>
                    <a:pt x="58" y="10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1" y="36"/>
                    <a:pt x="18" y="19"/>
                    <a:pt x="21" y="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D3F11AAF-8333-456A-8917-E09B48A8F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1614488"/>
              <a:ext cx="1322388" cy="1260475"/>
            </a:xfrm>
            <a:custGeom>
              <a:avLst/>
              <a:gdLst>
                <a:gd name="T0" fmla="*/ 0 w 108"/>
                <a:gd name="T1" fmla="*/ 82 h 103"/>
                <a:gd name="T2" fmla="*/ 0 w 108"/>
                <a:gd name="T3" fmla="*/ 0 h 103"/>
                <a:gd name="T4" fmla="*/ 108 w 108"/>
                <a:gd name="T5" fmla="*/ 45 h 103"/>
                <a:gd name="T6" fmla="*/ 50 w 108"/>
                <a:gd name="T7" fmla="*/ 103 h 103"/>
                <a:gd name="T8" fmla="*/ 0 w 108"/>
                <a:gd name="T9" fmla="*/ 8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0" y="8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3"/>
                    <a:pt x="79" y="19"/>
                    <a:pt x="108" y="45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36" y="92"/>
                    <a:pt x="18" y="85"/>
                    <a:pt x="0" y="82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5E26CB43-D01F-48D4-9844-7A1819539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4049713"/>
              <a:ext cx="1260475" cy="1335088"/>
            </a:xfrm>
            <a:custGeom>
              <a:avLst/>
              <a:gdLst>
                <a:gd name="T0" fmla="*/ 103 w 103"/>
                <a:gd name="T1" fmla="*/ 51 h 109"/>
                <a:gd name="T2" fmla="*/ 45 w 103"/>
                <a:gd name="T3" fmla="*/ 109 h 109"/>
                <a:gd name="T4" fmla="*/ 0 w 103"/>
                <a:gd name="T5" fmla="*/ 0 h 109"/>
                <a:gd name="T6" fmla="*/ 83 w 103"/>
                <a:gd name="T7" fmla="*/ 0 h 109"/>
                <a:gd name="T8" fmla="*/ 103 w 103"/>
                <a:gd name="T9" fmla="*/ 5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103" y="51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20" y="79"/>
                    <a:pt x="3" y="42"/>
                    <a:pt x="0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5" y="19"/>
                    <a:pt x="92" y="36"/>
                    <a:pt x="103" y="51"/>
                  </a:cubicBezTo>
                  <a:close/>
                </a:path>
              </a:pathLst>
            </a:custGeom>
            <a:solidFill>
              <a:srgbClr val="E75F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11">
              <a:extLst>
                <a:ext uri="{FF2B5EF4-FFF2-40B4-BE49-F238E27FC236}">
                  <a16:creationId xmlns:a16="http://schemas.microsoft.com/office/drawing/2014/main" id="{612C8F94-2844-4771-88D2-3C2381E27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050" y="4906963"/>
              <a:ext cx="1333500" cy="1260475"/>
            </a:xfrm>
            <a:custGeom>
              <a:avLst/>
              <a:gdLst>
                <a:gd name="T0" fmla="*/ 109 w 109"/>
                <a:gd name="T1" fmla="*/ 20 h 103"/>
                <a:gd name="T2" fmla="*/ 109 w 109"/>
                <a:gd name="T3" fmla="*/ 103 h 103"/>
                <a:gd name="T4" fmla="*/ 0 w 109"/>
                <a:gd name="T5" fmla="*/ 58 h 103"/>
                <a:gd name="T6" fmla="*/ 58 w 109"/>
                <a:gd name="T7" fmla="*/ 0 h 103"/>
                <a:gd name="T8" fmla="*/ 109 w 109"/>
                <a:gd name="T9" fmla="*/ 2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3">
                  <a:moveTo>
                    <a:pt x="109" y="20"/>
                  </a:moveTo>
                  <a:cubicBezTo>
                    <a:pt x="109" y="103"/>
                    <a:pt x="109" y="103"/>
                    <a:pt x="109" y="103"/>
                  </a:cubicBezTo>
                  <a:cubicBezTo>
                    <a:pt x="67" y="100"/>
                    <a:pt x="30" y="83"/>
                    <a:pt x="0" y="58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73" y="11"/>
                    <a:pt x="90" y="18"/>
                    <a:pt x="109" y="2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3DF4FBAC-E327-4188-9A1E-4B22ABF33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4906963"/>
              <a:ext cx="1322388" cy="1260475"/>
            </a:xfrm>
            <a:custGeom>
              <a:avLst/>
              <a:gdLst>
                <a:gd name="T0" fmla="*/ 50 w 108"/>
                <a:gd name="T1" fmla="*/ 0 h 103"/>
                <a:gd name="T2" fmla="*/ 108 w 108"/>
                <a:gd name="T3" fmla="*/ 58 h 103"/>
                <a:gd name="T4" fmla="*/ 0 w 108"/>
                <a:gd name="T5" fmla="*/ 103 h 103"/>
                <a:gd name="T6" fmla="*/ 0 w 108"/>
                <a:gd name="T7" fmla="*/ 20 h 103"/>
                <a:gd name="T8" fmla="*/ 50 w 108"/>
                <a:gd name="T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50" y="0"/>
                  </a:moveTo>
                  <a:cubicBezTo>
                    <a:pt x="108" y="58"/>
                    <a:pt x="108" y="58"/>
                    <a:pt x="108" y="58"/>
                  </a:cubicBezTo>
                  <a:cubicBezTo>
                    <a:pt x="79" y="83"/>
                    <a:pt x="41" y="100"/>
                    <a:pt x="0" y="10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8" y="18"/>
                    <a:pt x="36" y="11"/>
                    <a:pt x="5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7EC010D9-716C-4DFE-9BAE-AA15065FC16D}"/>
              </a:ext>
            </a:extLst>
          </p:cNvPr>
          <p:cNvSpPr txBox="1"/>
          <p:nvPr/>
        </p:nvSpPr>
        <p:spPr>
          <a:xfrm>
            <a:off x="7792776" y="597314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Контроль графіка виконання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EE48EA5-D88A-4508-AFEA-2271AF4BE0B5}"/>
              </a:ext>
            </a:extLst>
          </p:cNvPr>
          <p:cNvSpPr txBox="1"/>
          <p:nvPr/>
        </p:nvSpPr>
        <p:spPr>
          <a:xfrm>
            <a:off x="7185527" y="570396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68B741-9BE2-408D-8EC8-FDFFCCA130F2}"/>
              </a:ext>
            </a:extLst>
          </p:cNvPr>
          <p:cNvSpPr txBox="1"/>
          <p:nvPr/>
        </p:nvSpPr>
        <p:spPr>
          <a:xfrm>
            <a:off x="8802784" y="2595734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Контроль бюджету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E3EAFD8-9627-4572-8B9B-23679360B532}"/>
              </a:ext>
            </a:extLst>
          </p:cNvPr>
          <p:cNvSpPr txBox="1"/>
          <p:nvPr/>
        </p:nvSpPr>
        <p:spPr>
          <a:xfrm>
            <a:off x="8802784" y="2064820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B3CA6C2-D2A0-4481-9944-D320259C88C6}"/>
              </a:ext>
            </a:extLst>
          </p:cNvPr>
          <p:cNvSpPr txBox="1"/>
          <p:nvPr/>
        </p:nvSpPr>
        <p:spPr>
          <a:xfrm>
            <a:off x="8073733" y="5729080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Оцінка якості навчання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2337708-EDAE-40E7-8891-75CBA660690D}"/>
              </a:ext>
            </a:extLst>
          </p:cNvPr>
          <p:cNvSpPr txBox="1"/>
          <p:nvPr/>
        </p:nvSpPr>
        <p:spPr>
          <a:xfrm>
            <a:off x="7466485" y="5702163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51B4813-5B76-42C9-9FF7-617D29BC549A}"/>
              </a:ext>
            </a:extLst>
          </p:cNvPr>
          <p:cNvSpPr txBox="1"/>
          <p:nvPr/>
        </p:nvSpPr>
        <p:spPr>
          <a:xfrm flipH="1">
            <a:off x="2564288" y="5605970"/>
            <a:ext cx="1553981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Аналіз результатів навчання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64B9EB9-7DD4-495F-B339-4B8ECB2FC66C}"/>
              </a:ext>
            </a:extLst>
          </p:cNvPr>
          <p:cNvSpPr txBox="1"/>
          <p:nvPr/>
        </p:nvSpPr>
        <p:spPr>
          <a:xfrm flipH="1">
            <a:off x="4118270" y="5702163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CFCD813-4834-439C-AB96-3288C83DE75D}"/>
              </a:ext>
            </a:extLst>
          </p:cNvPr>
          <p:cNvSpPr txBox="1"/>
          <p:nvPr/>
        </p:nvSpPr>
        <p:spPr>
          <a:xfrm>
            <a:off x="8797237" y="4350998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Моніторинг закупівель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0CAF368-9B31-4264-AC8A-F40CB7BC79DC}"/>
              </a:ext>
            </a:extLst>
          </p:cNvPr>
          <p:cNvSpPr txBox="1"/>
          <p:nvPr/>
        </p:nvSpPr>
        <p:spPr>
          <a:xfrm>
            <a:off x="8797237" y="382008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75E7094-ED57-4D45-8048-22D386090B54}"/>
              </a:ext>
            </a:extLst>
          </p:cNvPr>
          <p:cNvSpPr txBox="1"/>
          <p:nvPr/>
        </p:nvSpPr>
        <p:spPr>
          <a:xfrm>
            <a:off x="1876109" y="4350998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Формування звітності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D89B67D-4950-441B-8E3E-BDD4BAEE1098}"/>
              </a:ext>
            </a:extLst>
          </p:cNvPr>
          <p:cNvSpPr txBox="1"/>
          <p:nvPr/>
        </p:nvSpPr>
        <p:spPr>
          <a:xfrm>
            <a:off x="2787518" y="382008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06</a:t>
            </a:r>
          </a:p>
        </p:txBody>
      </p:sp>
      <p:pic>
        <p:nvPicPr>
          <p:cNvPr id="2050" name="Picture 2" descr="Calendar Clock Vector Art, Icons, and Graphics for Free Download">
            <a:extLst>
              <a:ext uri="{FF2B5EF4-FFF2-40B4-BE49-F238E27FC236}">
                <a16:creationId xmlns:a16="http://schemas.microsoft.com/office/drawing/2014/main" id="{45C7FEED-DD80-208C-DE1E-50F34FDD2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4857" y1="49714" x2="44857" y2="49714"/>
                        <a14:foregroundMark x1="54571" y1="48000" x2="54571" y2="48000"/>
                        <a14:foregroundMark x1="63714" y1="48857" x2="63714" y2="48857"/>
                        <a14:foregroundMark x1="35143" y1="54857" x2="35143" y2="54857"/>
                        <a14:foregroundMark x1="44857" y1="54857" x2="44857" y2="54857"/>
                        <a14:foregroundMark x1="54571" y1="55429" x2="54571" y2="55429"/>
                        <a14:foregroundMark x1="34857" y1="63143" x2="34857" y2="63143"/>
                        <a14:foregroundMark x1="45143" y1="65143" x2="45143" y2="65143"/>
                        <a14:foregroundMark x1="53714" y1="63429" x2="54571" y2="63429"/>
                        <a14:foregroundMark x1="77429" y1="52571" x2="77429" y2="52571"/>
                        <a14:foregroundMark x1="73143" y1="63429" x2="73143" y2="63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945" y="1089757"/>
            <a:ext cx="867779" cy="86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Графіка 4" descr="Скарбничка">
            <a:extLst>
              <a:ext uri="{FF2B5EF4-FFF2-40B4-BE49-F238E27FC236}">
                <a16:creationId xmlns:a16="http://schemas.microsoft.com/office/drawing/2014/main" id="{812FB6EA-4589-49DB-3C71-B1A9CD14D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0474" y="2367747"/>
            <a:ext cx="533400" cy="533400"/>
          </a:xfrm>
          <a:prstGeom prst="rect">
            <a:avLst/>
          </a:prstGeom>
        </p:spPr>
      </p:pic>
      <p:pic>
        <p:nvPicPr>
          <p:cNvPr id="9" name="Графіка 8" descr="Візок для покупок">
            <a:extLst>
              <a:ext uri="{FF2B5EF4-FFF2-40B4-BE49-F238E27FC236}">
                <a16:creationId xmlns:a16="http://schemas.microsoft.com/office/drawing/2014/main" id="{BC4F63B4-BA60-377F-0B27-5DB4F4041B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0474" y="3925687"/>
            <a:ext cx="511008" cy="511008"/>
          </a:xfrm>
          <a:prstGeom prst="rect">
            <a:avLst/>
          </a:prstGeom>
        </p:spPr>
      </p:pic>
      <p:pic>
        <p:nvPicPr>
          <p:cNvPr id="11" name="Графіка 10" descr="Контрольний список (справа наліво)">
            <a:extLst>
              <a:ext uri="{FF2B5EF4-FFF2-40B4-BE49-F238E27FC236}">
                <a16:creationId xmlns:a16="http://schemas.microsoft.com/office/drawing/2014/main" id="{9EAA4969-0242-7ECA-C0F6-516B9C80FC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9200" y="5053978"/>
            <a:ext cx="517791" cy="517791"/>
          </a:xfrm>
          <a:prstGeom prst="rect">
            <a:avLst/>
          </a:prstGeom>
        </p:spPr>
      </p:pic>
      <p:pic>
        <p:nvPicPr>
          <p:cNvPr id="13" name="Графіка 12" descr="Статистика">
            <a:extLst>
              <a:ext uri="{FF2B5EF4-FFF2-40B4-BE49-F238E27FC236}">
                <a16:creationId xmlns:a16="http://schemas.microsoft.com/office/drawing/2014/main" id="{E6D1F704-1014-EB99-C411-4EF08406A1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67294" y="5053978"/>
            <a:ext cx="487859" cy="487859"/>
          </a:xfrm>
          <a:prstGeom prst="rect">
            <a:avLst/>
          </a:prstGeom>
        </p:spPr>
      </p:pic>
      <p:pic>
        <p:nvPicPr>
          <p:cNvPr id="2052" name="Picture 4" descr="Стокова ілюстрація Піктограма Вектора Звіту Звіт Про Редагований Обведення  Повідомити Лінійний Символ Для Використання В Вебта Мобільних Додатках  Логотип — Завантажте зображення зараз - iStock">
            <a:extLst>
              <a:ext uri="{FF2B5EF4-FFF2-40B4-BE49-F238E27FC236}">
                <a16:creationId xmlns:a16="http://schemas.microsoft.com/office/drawing/2014/main" id="{5E7E6C14-EBD1-B37D-3728-E023F40D6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2549" b="78268" l="24673" r="81863">
                        <a14:foregroundMark x1="31373" y1="48693" x2="31373" y2="48693"/>
                        <a14:foregroundMark x1="24673" y1="46405" x2="24673" y2="46405"/>
                        <a14:foregroundMark x1="37745" y1="46405" x2="37745" y2="46405"/>
                        <a14:foregroundMark x1="43627" y1="46405" x2="43627" y2="46405"/>
                        <a14:foregroundMark x1="63562" y1="43791" x2="63562" y2="43791"/>
                        <a14:foregroundMark x1="63889" y1="49673" x2="63889" y2="49673"/>
                        <a14:foregroundMark x1="60784" y1="56863" x2="60784" y2="56863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40" t="15686" r="11033" b="14756"/>
          <a:stretch>
            <a:fillRect/>
          </a:stretch>
        </p:blipFill>
        <p:spPr bwMode="auto">
          <a:xfrm>
            <a:off x="3901728" y="3880370"/>
            <a:ext cx="595396" cy="58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17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B906-4BDB-7B05-E523-2B4D84B7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00D291AD-22DF-2773-9908-E8A651068305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РЕСУРСИ ПРОЄКТУ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3F3CB1B9-C0E4-9FFD-A057-76CB56F8EFA8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58A622-3DE4-3BFE-DA70-2D78AE1E5E56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B54879-4D28-AE9D-D163-F118B12C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D7DE7-DAC1-F5C8-EB8F-1F319CCB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533D993C-9170-3AAA-1FF2-8B8EE92895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6913489"/>
              </p:ext>
            </p:extLst>
          </p:nvPr>
        </p:nvGraphicFramePr>
        <p:xfrm>
          <a:off x="482599" y="801158"/>
          <a:ext cx="107283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045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88FA5-A05E-EE76-21C9-5CA9F4B5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DBC3C509-802E-D8EA-9A04-AD960116DA10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D5B767-B27E-138A-6F98-92C8571C52BE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759B36-B9DF-642E-6F5E-F540E841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525C9-DE72-B69A-ED52-765D6B2C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1565C-2B03-7779-101A-07C1F03A8E63}"/>
              </a:ext>
            </a:extLst>
          </p:cNvPr>
          <p:cNvSpPr txBox="1"/>
          <p:nvPr/>
        </p:nvSpPr>
        <p:spPr>
          <a:xfrm>
            <a:off x="7512207" y="2404918"/>
            <a:ext cx="2589015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1">
                    <a:lumMod val="50000"/>
                  </a:schemeClr>
                </a:solidFill>
              </a:rPr>
              <a:t>ВНУТРІШНЯ НОРМА РЕНТАБЕЛЬНОСТІ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" name="Chart 56">
            <a:extLst>
              <a:ext uri="{FF2B5EF4-FFF2-40B4-BE49-F238E27FC236}">
                <a16:creationId xmlns:a16="http://schemas.microsoft.com/office/drawing/2014/main" id="{8F3C842E-B8AC-9678-4014-ED0E37699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5098135"/>
              </p:ext>
            </p:extLst>
          </p:nvPr>
        </p:nvGraphicFramePr>
        <p:xfrm>
          <a:off x="5958441" y="2029630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Oval 60">
            <a:extLst>
              <a:ext uri="{FF2B5EF4-FFF2-40B4-BE49-F238E27FC236}">
                <a16:creationId xmlns:a16="http://schemas.microsoft.com/office/drawing/2014/main" id="{6B62589E-5F19-C5CF-F007-386D4FF8D70E}"/>
              </a:ext>
            </a:extLst>
          </p:cNvPr>
          <p:cNvSpPr/>
          <p:nvPr/>
        </p:nvSpPr>
        <p:spPr>
          <a:xfrm>
            <a:off x="6360011" y="2292873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86F6E-EA9E-6D22-0FCC-AE8F75AFD4B5}"/>
              </a:ext>
            </a:extLst>
          </p:cNvPr>
          <p:cNvSpPr txBox="1"/>
          <p:nvPr/>
        </p:nvSpPr>
        <p:spPr>
          <a:xfrm>
            <a:off x="6447409" y="2569792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4E95C-859C-A596-D694-D3F89EF71452}"/>
              </a:ext>
            </a:extLst>
          </p:cNvPr>
          <p:cNvSpPr txBox="1"/>
          <p:nvPr/>
        </p:nvSpPr>
        <p:spPr>
          <a:xfrm>
            <a:off x="7469383" y="4013764"/>
            <a:ext cx="2369940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СТРОК ОКУПНОСТІ</a:t>
            </a:r>
            <a:endParaRPr lang="en-US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1" name="Chart 78">
            <a:extLst>
              <a:ext uri="{FF2B5EF4-FFF2-40B4-BE49-F238E27FC236}">
                <a16:creationId xmlns:a16="http://schemas.microsoft.com/office/drawing/2014/main" id="{E51C901E-CD7E-3BD3-0664-78129451D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809096"/>
              </p:ext>
            </p:extLst>
          </p:nvPr>
        </p:nvGraphicFramePr>
        <p:xfrm>
          <a:off x="5958441" y="3440272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Oval 79">
            <a:extLst>
              <a:ext uri="{FF2B5EF4-FFF2-40B4-BE49-F238E27FC236}">
                <a16:creationId xmlns:a16="http://schemas.microsoft.com/office/drawing/2014/main" id="{C14B4E6F-CCCD-EB43-09FB-DCB12576C7E8}"/>
              </a:ext>
            </a:extLst>
          </p:cNvPr>
          <p:cNvSpPr/>
          <p:nvPr/>
        </p:nvSpPr>
        <p:spPr>
          <a:xfrm>
            <a:off x="6360011" y="3703515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A0193-9274-8222-2E24-098013239AB0}"/>
              </a:ext>
            </a:extLst>
          </p:cNvPr>
          <p:cNvSpPr txBox="1"/>
          <p:nvPr/>
        </p:nvSpPr>
        <p:spPr>
          <a:xfrm>
            <a:off x="6447409" y="3980434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az-Cyrl-AZ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 рік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A93F5-501B-DBAC-2C16-7F38D849A1DC}"/>
              </a:ext>
            </a:extLst>
          </p:cNvPr>
          <p:cNvSpPr txBox="1"/>
          <p:nvPr/>
        </p:nvSpPr>
        <p:spPr>
          <a:xfrm>
            <a:off x="7469383" y="5372100"/>
            <a:ext cx="325175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ІНДЕКС ПРИБУТКОВОСТІ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Chart 86">
            <a:extLst>
              <a:ext uri="{FF2B5EF4-FFF2-40B4-BE49-F238E27FC236}">
                <a16:creationId xmlns:a16="http://schemas.microsoft.com/office/drawing/2014/main" id="{8C1FCF00-1733-F3F6-4C1A-8EA5C52CB5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748182"/>
              </p:ext>
            </p:extLst>
          </p:nvPr>
        </p:nvGraphicFramePr>
        <p:xfrm>
          <a:off x="5958441" y="4850911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Oval 87">
            <a:extLst>
              <a:ext uri="{FF2B5EF4-FFF2-40B4-BE49-F238E27FC236}">
                <a16:creationId xmlns:a16="http://schemas.microsoft.com/office/drawing/2014/main" id="{C91B0BBA-58D1-0F80-3580-DDA9564B061B}"/>
              </a:ext>
            </a:extLst>
          </p:cNvPr>
          <p:cNvSpPr/>
          <p:nvPr/>
        </p:nvSpPr>
        <p:spPr>
          <a:xfrm>
            <a:off x="6360011" y="5114154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957388-6BD3-6FAE-6B4D-589FFDA9AD44}"/>
              </a:ext>
            </a:extLst>
          </p:cNvPr>
          <p:cNvSpPr txBox="1"/>
          <p:nvPr/>
        </p:nvSpPr>
        <p:spPr>
          <a:xfrm>
            <a:off x="6447409" y="5391073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1,6</a:t>
            </a:r>
          </a:p>
        </p:txBody>
      </p:sp>
      <p:cxnSp>
        <p:nvCxnSpPr>
          <p:cNvPr id="18" name="Straight Connector 93">
            <a:extLst>
              <a:ext uri="{FF2B5EF4-FFF2-40B4-BE49-F238E27FC236}">
                <a16:creationId xmlns:a16="http://schemas.microsoft.com/office/drawing/2014/main" id="{3E6B3F53-CF28-15F1-F670-99477804780C}"/>
              </a:ext>
            </a:extLst>
          </p:cNvPr>
          <p:cNvCxnSpPr/>
          <p:nvPr/>
        </p:nvCxnSpPr>
        <p:spPr>
          <a:xfrm>
            <a:off x="6360011" y="3429001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94">
            <a:extLst>
              <a:ext uri="{FF2B5EF4-FFF2-40B4-BE49-F238E27FC236}">
                <a16:creationId xmlns:a16="http://schemas.microsoft.com/office/drawing/2014/main" id="{958096E6-6E03-E2F7-1CF4-BA12315D8E97}"/>
              </a:ext>
            </a:extLst>
          </p:cNvPr>
          <p:cNvCxnSpPr/>
          <p:nvPr/>
        </p:nvCxnSpPr>
        <p:spPr>
          <a:xfrm>
            <a:off x="6360011" y="4839642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982D12-73D2-6F7A-9CC1-98136CE92882}"/>
              </a:ext>
            </a:extLst>
          </p:cNvPr>
          <p:cNvSpPr txBox="1"/>
          <p:nvPr/>
        </p:nvSpPr>
        <p:spPr>
          <a:xfrm>
            <a:off x="7469383" y="1061240"/>
            <a:ext cx="334137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sz="2000" b="1" dirty="0">
                <a:solidFill>
                  <a:schemeClr val="accent1">
                    <a:lumMod val="90000"/>
                  </a:schemeClr>
                </a:solidFill>
              </a:rPr>
              <a:t>ЗАГАЛЬНА ВАРТІСТЬ ПРОЄКТУ (грн)</a:t>
            </a:r>
            <a:endParaRPr lang="en-US" sz="2000" b="1" dirty="0">
              <a:solidFill>
                <a:schemeClr val="accent1">
                  <a:lumMod val="90000"/>
                </a:schemeClr>
              </a:solidFill>
            </a:endParaRPr>
          </a:p>
        </p:txBody>
      </p:sp>
      <p:graphicFrame>
        <p:nvGraphicFramePr>
          <p:cNvPr id="21" name="Chart 97">
            <a:extLst>
              <a:ext uri="{FF2B5EF4-FFF2-40B4-BE49-F238E27FC236}">
                <a16:creationId xmlns:a16="http://schemas.microsoft.com/office/drawing/2014/main" id="{A61235BE-923E-F603-F7F1-7447A245D7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0235683"/>
              </p:ext>
            </p:extLst>
          </p:nvPr>
        </p:nvGraphicFramePr>
        <p:xfrm>
          <a:off x="5958441" y="618989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Oval 98">
            <a:extLst>
              <a:ext uri="{FF2B5EF4-FFF2-40B4-BE49-F238E27FC236}">
                <a16:creationId xmlns:a16="http://schemas.microsoft.com/office/drawing/2014/main" id="{D3184F91-13FC-90DB-FCE8-1F49F263C2BE}"/>
              </a:ext>
            </a:extLst>
          </p:cNvPr>
          <p:cNvSpPr/>
          <p:nvPr/>
        </p:nvSpPr>
        <p:spPr>
          <a:xfrm>
            <a:off x="6360011" y="882232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2A1448-A6C6-3649-312F-78C9D6C65D42}"/>
              </a:ext>
            </a:extLst>
          </p:cNvPr>
          <p:cNvSpPr txBox="1"/>
          <p:nvPr/>
        </p:nvSpPr>
        <p:spPr>
          <a:xfrm>
            <a:off x="6447409" y="1005263"/>
            <a:ext cx="686816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90000"/>
                  </a:schemeClr>
                </a:solidFill>
              </a:rPr>
              <a:t>1,93</a:t>
            </a:r>
            <a:r>
              <a:rPr lang="uk-UA" sz="2000" b="1" dirty="0">
                <a:solidFill>
                  <a:schemeClr val="accent1">
                    <a:lumMod val="90000"/>
                  </a:schemeClr>
                </a:solidFill>
              </a:rPr>
              <a:t> млн</a:t>
            </a:r>
            <a:endParaRPr lang="en-US" sz="2000" b="1" dirty="0">
              <a:solidFill>
                <a:schemeClr val="accent1">
                  <a:lumMod val="90000"/>
                </a:schemeClr>
              </a:solidFill>
            </a:endParaRPr>
          </a:p>
        </p:txBody>
      </p:sp>
      <p:cxnSp>
        <p:nvCxnSpPr>
          <p:cNvPr id="24" name="Straight Connector 110">
            <a:extLst>
              <a:ext uri="{FF2B5EF4-FFF2-40B4-BE49-F238E27FC236}">
                <a16:creationId xmlns:a16="http://schemas.microsoft.com/office/drawing/2014/main" id="{0AAA597E-7ADF-F681-BB1C-F3F39FAEBB65}"/>
              </a:ext>
            </a:extLst>
          </p:cNvPr>
          <p:cNvCxnSpPr/>
          <p:nvPr/>
        </p:nvCxnSpPr>
        <p:spPr>
          <a:xfrm>
            <a:off x="6360011" y="2018360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899E57-F855-4184-AE1D-DE3F9541ED92}"/>
              </a:ext>
            </a:extLst>
          </p:cNvPr>
          <p:cNvSpPr txBox="1"/>
          <p:nvPr/>
        </p:nvSpPr>
        <p:spPr>
          <a:xfrm>
            <a:off x="779478" y="3249294"/>
            <a:ext cx="5332772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3600" dirty="0">
                <a:latin typeface="+mj-lt"/>
              </a:rPr>
              <a:t>ФІНАНСОВО-ЕКОНОМІЧНИЙ АНАЛІЗ</a:t>
            </a:r>
            <a:endParaRPr lang="en-US" sz="3600" dirty="0">
              <a:latin typeface="+mj-lt"/>
            </a:endParaRP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F255B67E-5069-1013-2506-F3FCED10B86C}"/>
              </a:ext>
            </a:extLst>
          </p:cNvPr>
          <p:cNvSpPr/>
          <p:nvPr/>
        </p:nvSpPr>
        <p:spPr>
          <a:xfrm>
            <a:off x="779478" y="4474137"/>
            <a:ext cx="4912459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dirty="0" err="1">
                <a:solidFill>
                  <a:srgbClr val="000000"/>
                </a:solidFill>
              </a:rPr>
              <a:t>Основні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витрати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спрямовані</a:t>
            </a:r>
            <a:r>
              <a:rPr lang="ru-RU" dirty="0">
                <a:solidFill>
                  <a:srgbClr val="000000"/>
                </a:solidFill>
              </a:rPr>
              <a:t> на </a:t>
            </a:r>
            <a:r>
              <a:rPr lang="ru-RU" dirty="0" err="1">
                <a:solidFill>
                  <a:srgbClr val="000000"/>
                </a:solidFill>
              </a:rPr>
              <a:t>закупівлю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обладнання</a:t>
            </a:r>
            <a:r>
              <a:rPr lang="ru-RU" dirty="0">
                <a:solidFill>
                  <a:srgbClr val="000000"/>
                </a:solidFill>
              </a:rPr>
              <a:t>, </a:t>
            </a:r>
            <a:r>
              <a:rPr lang="ru-RU" dirty="0" err="1">
                <a:solidFill>
                  <a:srgbClr val="000000"/>
                </a:solidFill>
              </a:rPr>
              <a:t>підготовку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навчального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середовища</a:t>
            </a:r>
            <a:r>
              <a:rPr lang="ru-RU" dirty="0">
                <a:solidFill>
                  <a:srgbClr val="000000"/>
                </a:solidFill>
              </a:rPr>
              <a:t> та </a:t>
            </a:r>
            <a:r>
              <a:rPr lang="ru-RU" dirty="0" err="1">
                <a:solidFill>
                  <a:srgbClr val="000000"/>
                </a:solidFill>
              </a:rPr>
              <a:t>забезпечення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освітнього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процесу</a:t>
            </a:r>
            <a:r>
              <a:rPr lang="ru-RU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grpSp>
        <p:nvGrpSpPr>
          <p:cNvPr id="27" name="Group 11">
            <a:extLst>
              <a:ext uri="{FF2B5EF4-FFF2-40B4-BE49-F238E27FC236}">
                <a16:creationId xmlns:a16="http://schemas.microsoft.com/office/drawing/2014/main" id="{B5BC7A99-A356-E06A-7C36-8E5B277C57F5}"/>
              </a:ext>
            </a:extLst>
          </p:cNvPr>
          <p:cNvGrpSpPr/>
          <p:nvPr/>
        </p:nvGrpSpPr>
        <p:grpSpPr>
          <a:xfrm>
            <a:off x="779478" y="844806"/>
            <a:ext cx="2886583" cy="1991395"/>
            <a:chOff x="694817" y="1114149"/>
            <a:chExt cx="2886583" cy="1991395"/>
          </a:xfrm>
        </p:grpSpPr>
        <p:pic>
          <p:nvPicPr>
            <p:cNvPr id="28" name="Picture 120">
              <a:extLst>
                <a:ext uri="{FF2B5EF4-FFF2-40B4-BE49-F238E27FC236}">
                  <a16:creationId xmlns:a16="http://schemas.microsoft.com/office/drawing/2014/main" id="{F8BD720A-8949-963C-2154-8044B1180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1189" t="2494" r="38510" b="4521"/>
            <a:stretch>
              <a:fillRect/>
            </a:stretch>
          </p:blipFill>
          <p:spPr>
            <a:xfrm>
              <a:off x="694817" y="1114149"/>
              <a:ext cx="1991395" cy="1991395"/>
            </a:xfrm>
            <a:custGeom>
              <a:avLst/>
              <a:gdLst>
                <a:gd name="connsiteX0" fmla="*/ 2165350 w 4330700"/>
                <a:gd name="connsiteY0" fmla="*/ 0 h 4330700"/>
                <a:gd name="connsiteX1" fmla="*/ 4330700 w 4330700"/>
                <a:gd name="connsiteY1" fmla="*/ 2165350 h 4330700"/>
                <a:gd name="connsiteX2" fmla="*/ 2165350 w 4330700"/>
                <a:gd name="connsiteY2" fmla="*/ 4330700 h 4330700"/>
                <a:gd name="connsiteX3" fmla="*/ 0 w 4330700"/>
                <a:gd name="connsiteY3" fmla="*/ 2165350 h 433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4330700">
                  <a:moveTo>
                    <a:pt x="2165350" y="0"/>
                  </a:moveTo>
                  <a:lnTo>
                    <a:pt x="4330700" y="2165350"/>
                  </a:lnTo>
                  <a:lnTo>
                    <a:pt x="2165350" y="4330700"/>
                  </a:lnTo>
                  <a:lnTo>
                    <a:pt x="0" y="2165350"/>
                  </a:lnTo>
                  <a:close/>
                </a:path>
              </a:pathLst>
            </a:custGeom>
          </p:spPr>
        </p:pic>
        <p:pic>
          <p:nvPicPr>
            <p:cNvPr id="29" name="Picture 122">
              <a:extLst>
                <a:ext uri="{FF2B5EF4-FFF2-40B4-BE49-F238E27FC236}">
                  <a16:creationId xmlns:a16="http://schemas.microsoft.com/office/drawing/2014/main" id="{72F6C2E6-7E7B-051E-A1AC-9EEC2DDFFD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4518" t="2494" r="15181" b="4521"/>
            <a:stretch/>
          </p:blipFill>
          <p:spPr>
            <a:xfrm>
              <a:off x="1590005" y="1114149"/>
              <a:ext cx="1991395" cy="1991395"/>
            </a:xfrm>
            <a:custGeom>
              <a:avLst/>
              <a:gdLst>
                <a:gd name="connsiteX0" fmla="*/ 2165350 w 4330700"/>
                <a:gd name="connsiteY0" fmla="*/ 0 h 4330700"/>
                <a:gd name="connsiteX1" fmla="*/ 4330700 w 4330700"/>
                <a:gd name="connsiteY1" fmla="*/ 2165350 h 4330700"/>
                <a:gd name="connsiteX2" fmla="*/ 2165350 w 4330700"/>
                <a:gd name="connsiteY2" fmla="*/ 4330700 h 4330700"/>
                <a:gd name="connsiteX3" fmla="*/ 0 w 4330700"/>
                <a:gd name="connsiteY3" fmla="*/ 2165350 h 433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4330700">
                  <a:moveTo>
                    <a:pt x="2165350" y="0"/>
                  </a:moveTo>
                  <a:lnTo>
                    <a:pt x="4330700" y="2165350"/>
                  </a:lnTo>
                  <a:lnTo>
                    <a:pt x="2165350" y="4330700"/>
                  </a:lnTo>
                  <a:lnTo>
                    <a:pt x="0" y="216535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02652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9E19-4EDC-1509-02D7-F0A12E4B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4940A421-6F3D-AD78-3FBD-73F9C04C7472}"/>
              </a:ext>
            </a:extLst>
          </p:cNvPr>
          <p:cNvSpPr txBox="1"/>
          <p:nvPr/>
        </p:nvSpPr>
        <p:spPr>
          <a:xfrm>
            <a:off x="838200" y="476250"/>
            <a:ext cx="3636169" cy="13542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СТРУКТУРА ВИТРАТ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7889B142-F905-CCEF-DC19-60A21EE20C19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85AF55-3649-9F8A-CF2A-8244E69B2BB2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1D73DE-464E-C5D8-6A0D-E45FAC1F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07AF1-E32C-6377-F8BB-A1E59E84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4" name="Діаграма 3">
            <a:extLst>
              <a:ext uri="{FF2B5EF4-FFF2-40B4-BE49-F238E27FC236}">
                <a16:creationId xmlns:a16="http://schemas.microsoft.com/office/drawing/2014/main" id="{C0F58030-6DE1-581E-67DF-E8420E1CE3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910438"/>
              </p:ext>
            </p:extLst>
          </p:nvPr>
        </p:nvGraphicFramePr>
        <p:xfrm>
          <a:off x="1638300" y="-261938"/>
          <a:ext cx="9963150" cy="7381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5C0093-2558-4791-911C-E41A5E4EAE56}"/>
              </a:ext>
            </a:extLst>
          </p:cNvPr>
          <p:cNvSpPr txBox="1"/>
          <p:nvPr/>
        </p:nvSpPr>
        <p:spPr>
          <a:xfrm>
            <a:off x="4998244" y="2767279"/>
            <a:ext cx="21955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Cyrl-AZ" sz="4000" dirty="0">
                <a:solidFill>
                  <a:srgbClr val="434345"/>
                </a:solidFill>
                <a:latin typeface="+mj-lt"/>
              </a:rPr>
              <a:t>1,93 млн грн</a:t>
            </a:r>
            <a:endParaRPr lang="en-US" sz="4000" dirty="0">
              <a:solidFill>
                <a:srgbClr val="43434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829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29E3-1941-D792-0912-4A53847E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435E49A-0AA5-8FFD-D4C2-B564DB4A559B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E0A3A-CB5F-A32B-1D2F-F5DA20122571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4532C-4E57-99F1-37F3-0C81F2269B3F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uk-UA" sz="3600" dirty="0">
                <a:latin typeface="+mj-lt"/>
              </a:rPr>
              <a:t>ГРАФІК ПРОЄКТУ</a:t>
            </a:r>
            <a:endParaRPr lang="en-US" sz="3600" dirty="0"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8BEC98-5871-915A-440A-DF785C47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FB59F-097C-F0E5-F98D-E8FB1CA6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19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3EE8F2-19EB-FF65-9023-B03A41EE826B}"/>
              </a:ext>
            </a:extLst>
          </p:cNvPr>
          <p:cNvGrpSpPr/>
          <p:nvPr/>
        </p:nvGrpSpPr>
        <p:grpSpPr>
          <a:xfrm>
            <a:off x="1854971" y="1097229"/>
            <a:ext cx="8482058" cy="4766996"/>
            <a:chOff x="2016807" y="1579903"/>
            <a:chExt cx="7258229" cy="40791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376570-72C1-62F7-110A-F7C3AB297AD8}"/>
                </a:ext>
              </a:extLst>
            </p:cNvPr>
            <p:cNvSpPr/>
            <p:nvPr/>
          </p:nvSpPr>
          <p:spPr>
            <a:xfrm>
              <a:off x="2016807" y="1579903"/>
              <a:ext cx="4079193" cy="4079193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0BE4C5C-3BB1-4E7A-E86B-9141BA239A5F}"/>
                </a:ext>
              </a:extLst>
            </p:cNvPr>
            <p:cNvSpPr/>
            <p:nvPr/>
          </p:nvSpPr>
          <p:spPr>
            <a:xfrm>
              <a:off x="5195843" y="1579903"/>
              <a:ext cx="4079193" cy="407919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313AFA93-0E5C-1DD7-5A5A-F6AE90C96592}"/>
              </a:ext>
            </a:extLst>
          </p:cNvPr>
          <p:cNvSpPr/>
          <p:nvPr/>
        </p:nvSpPr>
        <p:spPr>
          <a:xfrm>
            <a:off x="2237173" y="2671102"/>
            <a:ext cx="1600200" cy="1600200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b="1" dirty="0">
                <a:latin typeface="Candara Light" panose="020E0502030303020204" pitchFamily="34" charset="0"/>
              </a:rPr>
              <a:t>1–2 місяц</a:t>
            </a:r>
            <a:r>
              <a:rPr lang="az-Cyrl-AZ" dirty="0"/>
              <a:t>ь</a:t>
            </a:r>
            <a:endParaRPr lang="en-US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300C09B-4B67-D29F-8EA4-CAB260AFF36C}"/>
              </a:ext>
            </a:extLst>
          </p:cNvPr>
          <p:cNvSpPr/>
          <p:nvPr/>
        </p:nvSpPr>
        <p:spPr>
          <a:xfrm>
            <a:off x="4219575" y="2671102"/>
            <a:ext cx="1600200" cy="1600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b="1" dirty="0">
                <a:latin typeface="Candara Light" panose="020E0502030303020204" pitchFamily="34" charset="0"/>
              </a:rPr>
              <a:t>3–8 місяць</a:t>
            </a:r>
            <a:endParaRPr lang="en-US" b="1" dirty="0">
              <a:latin typeface="Gill Sans MT Ext Condensed Bold" panose="020B0902020104020203" pitchFamily="3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BE2C0EE-D629-B619-4D0C-8AB6D91BEBAE}"/>
              </a:ext>
            </a:extLst>
          </p:cNvPr>
          <p:cNvSpPr/>
          <p:nvPr/>
        </p:nvSpPr>
        <p:spPr>
          <a:xfrm>
            <a:off x="6201977" y="2671102"/>
            <a:ext cx="1600200" cy="1600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b="1" dirty="0">
                <a:latin typeface="Candara Light" panose="020E0502030303020204" pitchFamily="34" charset="0"/>
              </a:rPr>
              <a:t>5–11 місяць</a:t>
            </a:r>
            <a:endParaRPr lang="en-US" b="1" dirty="0">
              <a:latin typeface="Candara Light" panose="020E0502030303020204" pitchFamily="34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F2F32E8-0D8C-D7D6-2D2C-19E82820CB1A}"/>
              </a:ext>
            </a:extLst>
          </p:cNvPr>
          <p:cNvSpPr/>
          <p:nvPr/>
        </p:nvSpPr>
        <p:spPr>
          <a:xfrm>
            <a:off x="8184379" y="2671102"/>
            <a:ext cx="1600200" cy="16002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b="1" dirty="0">
                <a:latin typeface="Candara Light" panose="020E0502030303020204" pitchFamily="34" charset="0"/>
              </a:rPr>
              <a:t>12 місяць</a:t>
            </a:r>
            <a:endParaRPr lang="en-US" b="1" dirty="0">
              <a:latin typeface="Candara Light" panose="020E0502030303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905EDAE-7D66-F68B-738B-FB14E96E29D7}"/>
              </a:ext>
            </a:extLst>
          </p:cNvPr>
          <p:cNvSpPr txBox="1"/>
          <p:nvPr/>
        </p:nvSpPr>
        <p:spPr>
          <a:xfrm>
            <a:off x="2346710" y="2286861"/>
            <a:ext cx="138112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Перший етап</a:t>
            </a:r>
            <a:endParaRPr lang="en-US" sz="16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CE4EE4B-2E7F-9F4F-AC8A-7C78236729A4}"/>
              </a:ext>
            </a:extLst>
          </p:cNvPr>
          <p:cNvSpPr txBox="1"/>
          <p:nvPr/>
        </p:nvSpPr>
        <p:spPr>
          <a:xfrm>
            <a:off x="4329112" y="2286861"/>
            <a:ext cx="138112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Другий етап</a:t>
            </a:r>
            <a:endParaRPr lang="en-US" sz="16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11F8AEB-9B8D-F66C-8F4B-6EED3DE83C91}"/>
              </a:ext>
            </a:extLst>
          </p:cNvPr>
          <p:cNvSpPr txBox="1"/>
          <p:nvPr/>
        </p:nvSpPr>
        <p:spPr>
          <a:xfrm>
            <a:off x="6311514" y="2286861"/>
            <a:ext cx="138112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Третій етап</a:t>
            </a:r>
            <a:endParaRPr lang="en-US" sz="160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19F54EF-462C-3753-B3E6-39E1170B9BB7}"/>
              </a:ext>
            </a:extLst>
          </p:cNvPr>
          <p:cNvSpPr txBox="1"/>
          <p:nvPr/>
        </p:nvSpPr>
        <p:spPr>
          <a:xfrm>
            <a:off x="8292549" y="2094894"/>
            <a:ext cx="1444569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az-Cyrl-AZ" sz="1600" b="1" dirty="0"/>
              <a:t>Завершальний етап</a:t>
            </a:r>
            <a:endParaRPr lang="en-US" sz="16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535D97F-AF09-F2A3-3AF7-2E7F43DAB895}"/>
              </a:ext>
            </a:extLst>
          </p:cNvPr>
          <p:cNvSpPr txBox="1"/>
          <p:nvPr/>
        </p:nvSpPr>
        <p:spPr>
          <a:xfrm>
            <a:off x="2346710" y="4454449"/>
            <a:ext cx="1381125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 err="1"/>
              <a:t>Підготовка</a:t>
            </a:r>
            <a:r>
              <a:rPr lang="ru-RU" sz="1600" dirty="0"/>
              <a:t> та </a:t>
            </a:r>
            <a:r>
              <a:rPr lang="ru-RU" sz="1600" dirty="0" err="1"/>
              <a:t>планування</a:t>
            </a:r>
            <a:endParaRPr lang="en-US" sz="16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B586B7-80E5-B648-93F4-6486A687121D}"/>
              </a:ext>
            </a:extLst>
          </p:cNvPr>
          <p:cNvSpPr txBox="1"/>
          <p:nvPr/>
        </p:nvSpPr>
        <p:spPr>
          <a:xfrm>
            <a:off x="4329112" y="4454449"/>
            <a:ext cx="1381125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az-Cyrl-AZ" sz="1600" dirty="0"/>
              <a:t>Закупівля та монтаж обладнання</a:t>
            </a:r>
            <a:endParaRPr lang="en-US" sz="16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5C1EFB1-B9CE-A03A-DD28-F32DF105D2A5}"/>
              </a:ext>
            </a:extLst>
          </p:cNvPr>
          <p:cNvSpPr txBox="1"/>
          <p:nvPr/>
        </p:nvSpPr>
        <p:spPr>
          <a:xfrm>
            <a:off x="6311514" y="4454449"/>
            <a:ext cx="1381125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 err="1"/>
              <a:t>Проведення</a:t>
            </a:r>
            <a:r>
              <a:rPr lang="ru-RU" sz="1600" dirty="0"/>
              <a:t> </a:t>
            </a:r>
            <a:r>
              <a:rPr lang="ru-RU" sz="1600" dirty="0" err="1"/>
              <a:t>навчальних</a:t>
            </a:r>
            <a:r>
              <a:rPr lang="ru-RU" sz="1600" dirty="0"/>
              <a:t> </a:t>
            </a:r>
            <a:r>
              <a:rPr lang="ru-RU" sz="1600" dirty="0" err="1"/>
              <a:t>курсів</a:t>
            </a:r>
            <a:endParaRPr lang="en-US" sz="16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0E18DF1-ADF8-26E4-ABF3-FF87140996BA}"/>
              </a:ext>
            </a:extLst>
          </p:cNvPr>
          <p:cNvSpPr txBox="1"/>
          <p:nvPr/>
        </p:nvSpPr>
        <p:spPr>
          <a:xfrm>
            <a:off x="8293916" y="4454449"/>
            <a:ext cx="1381125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 err="1"/>
              <a:t>Оцінювання</a:t>
            </a:r>
            <a:r>
              <a:rPr lang="ru-RU" sz="1600" dirty="0"/>
              <a:t> </a:t>
            </a:r>
            <a:r>
              <a:rPr lang="ru-RU" sz="1600" dirty="0" err="1"/>
              <a:t>результатів</a:t>
            </a:r>
            <a:r>
              <a:rPr lang="ru-RU" sz="1600" dirty="0"/>
              <a:t> та </a:t>
            </a:r>
            <a:r>
              <a:rPr lang="ru-RU" sz="1600" dirty="0" err="1"/>
              <a:t>завершення</a:t>
            </a:r>
            <a:r>
              <a:rPr lang="ru-RU" sz="1600" dirty="0"/>
              <a:t> </a:t>
            </a:r>
            <a:r>
              <a:rPr lang="ru-RU" sz="1600" dirty="0" err="1"/>
              <a:t>проєкту</a:t>
            </a:r>
            <a:endParaRPr lang="en-US" sz="1600" dirty="0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08222CE0-0E91-4025-B80C-727E0FF2F6E8}"/>
              </a:ext>
            </a:extLst>
          </p:cNvPr>
          <p:cNvSpPr/>
          <p:nvPr/>
        </p:nvSpPr>
        <p:spPr>
          <a:xfrm flipH="1">
            <a:off x="10459340" y="1350583"/>
            <a:ext cx="1732660" cy="963955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Arrow: Pentagon 155">
            <a:extLst>
              <a:ext uri="{FF2B5EF4-FFF2-40B4-BE49-F238E27FC236}">
                <a16:creationId xmlns:a16="http://schemas.microsoft.com/office/drawing/2014/main" id="{A881314E-2DE3-C901-6ECD-3CD57E9651DA}"/>
              </a:ext>
            </a:extLst>
          </p:cNvPr>
          <p:cNvSpPr/>
          <p:nvPr/>
        </p:nvSpPr>
        <p:spPr>
          <a:xfrm>
            <a:off x="0" y="1350583"/>
            <a:ext cx="1732660" cy="963955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reeform 3073">
            <a:extLst>
              <a:ext uri="{FF2B5EF4-FFF2-40B4-BE49-F238E27FC236}">
                <a16:creationId xmlns:a16="http://schemas.microsoft.com/office/drawing/2014/main" id="{F54B3AF1-23FD-1D9A-D5A2-0151AC9CD323}"/>
              </a:ext>
            </a:extLst>
          </p:cNvPr>
          <p:cNvSpPr>
            <a:spLocks noEditPoints="1"/>
          </p:cNvSpPr>
          <p:nvPr/>
        </p:nvSpPr>
        <p:spPr bwMode="auto">
          <a:xfrm>
            <a:off x="11072558" y="1579448"/>
            <a:ext cx="506224" cy="506224"/>
          </a:xfrm>
          <a:custGeom>
            <a:avLst/>
            <a:gdLst>
              <a:gd name="T0" fmla="*/ 620 w 720"/>
              <a:gd name="T1" fmla="*/ 289 h 719"/>
              <a:gd name="T2" fmla="*/ 600 w 720"/>
              <a:gd name="T3" fmla="*/ 278 h 719"/>
              <a:gd name="T4" fmla="*/ 636 w 720"/>
              <a:gd name="T5" fmla="*/ 145 h 719"/>
              <a:gd name="T6" fmla="*/ 695 w 720"/>
              <a:gd name="T7" fmla="*/ 114 h 719"/>
              <a:gd name="T8" fmla="*/ 680 w 720"/>
              <a:gd name="T9" fmla="*/ 209 h 719"/>
              <a:gd name="T10" fmla="*/ 645 w 720"/>
              <a:gd name="T11" fmla="*/ 270 h 719"/>
              <a:gd name="T12" fmla="*/ 425 w 720"/>
              <a:gd name="T13" fmla="*/ 278 h 719"/>
              <a:gd name="T14" fmla="*/ 416 w 720"/>
              <a:gd name="T15" fmla="*/ 280 h 719"/>
              <a:gd name="T16" fmla="*/ 298 w 720"/>
              <a:gd name="T17" fmla="*/ 282 h 719"/>
              <a:gd name="T18" fmla="*/ 261 w 720"/>
              <a:gd name="T19" fmla="*/ 160 h 719"/>
              <a:gd name="T20" fmla="*/ 332 w 720"/>
              <a:gd name="T21" fmla="*/ 150 h 719"/>
              <a:gd name="T22" fmla="*/ 364 w 720"/>
              <a:gd name="T23" fmla="*/ 101 h 719"/>
              <a:gd name="T24" fmla="*/ 462 w 720"/>
              <a:gd name="T25" fmla="*/ 158 h 719"/>
              <a:gd name="T26" fmla="*/ 49 w 720"/>
              <a:gd name="T27" fmla="*/ 236 h 719"/>
              <a:gd name="T28" fmla="*/ 29 w 720"/>
              <a:gd name="T29" fmla="*/ 170 h 719"/>
              <a:gd name="T30" fmla="*/ 24 w 720"/>
              <a:gd name="T31" fmla="*/ 72 h 719"/>
              <a:gd name="T32" fmla="*/ 90 w 720"/>
              <a:gd name="T33" fmla="*/ 177 h 719"/>
              <a:gd name="T34" fmla="*/ 129 w 720"/>
              <a:gd name="T35" fmla="*/ 298 h 719"/>
              <a:gd name="T36" fmla="*/ 91 w 720"/>
              <a:gd name="T37" fmla="*/ 284 h 719"/>
              <a:gd name="T38" fmla="*/ 719 w 720"/>
              <a:gd name="T39" fmla="*/ 69 h 719"/>
              <a:gd name="T40" fmla="*/ 712 w 720"/>
              <a:gd name="T41" fmla="*/ 50 h 719"/>
              <a:gd name="T42" fmla="*/ 644 w 720"/>
              <a:gd name="T43" fmla="*/ 21 h 719"/>
              <a:gd name="T44" fmla="*/ 632 w 720"/>
              <a:gd name="T45" fmla="*/ 0 h 719"/>
              <a:gd name="T46" fmla="*/ 77 w 720"/>
              <a:gd name="T47" fmla="*/ 13 h 719"/>
              <a:gd name="T48" fmla="*/ 12 w 720"/>
              <a:gd name="T49" fmla="*/ 48 h 719"/>
              <a:gd name="T50" fmla="*/ 0 w 720"/>
              <a:gd name="T51" fmla="*/ 66 h 719"/>
              <a:gd name="T52" fmla="*/ 6 w 720"/>
              <a:gd name="T53" fmla="*/ 177 h 719"/>
              <a:gd name="T54" fmla="*/ 29 w 720"/>
              <a:gd name="T55" fmla="*/ 250 h 719"/>
              <a:gd name="T56" fmla="*/ 73 w 720"/>
              <a:gd name="T57" fmla="*/ 302 h 719"/>
              <a:gd name="T58" fmla="*/ 130 w 720"/>
              <a:gd name="T59" fmla="*/ 322 h 719"/>
              <a:gd name="T60" fmla="*/ 195 w 720"/>
              <a:gd name="T61" fmla="*/ 379 h 719"/>
              <a:gd name="T62" fmla="*/ 288 w 720"/>
              <a:gd name="T63" fmla="*/ 441 h 719"/>
              <a:gd name="T64" fmla="*/ 312 w 720"/>
              <a:gd name="T65" fmla="*/ 476 h 719"/>
              <a:gd name="T66" fmla="*/ 316 w 720"/>
              <a:gd name="T67" fmla="*/ 529 h 719"/>
              <a:gd name="T68" fmla="*/ 299 w 720"/>
              <a:gd name="T69" fmla="*/ 596 h 719"/>
              <a:gd name="T70" fmla="*/ 262 w 720"/>
              <a:gd name="T71" fmla="*/ 628 h 719"/>
              <a:gd name="T72" fmla="*/ 204 w 720"/>
              <a:gd name="T73" fmla="*/ 635 h 719"/>
              <a:gd name="T74" fmla="*/ 192 w 720"/>
              <a:gd name="T75" fmla="*/ 707 h 719"/>
              <a:gd name="T76" fmla="*/ 515 w 720"/>
              <a:gd name="T77" fmla="*/ 719 h 719"/>
              <a:gd name="T78" fmla="*/ 527 w 720"/>
              <a:gd name="T79" fmla="*/ 647 h 719"/>
              <a:gd name="T80" fmla="*/ 501 w 720"/>
              <a:gd name="T81" fmla="*/ 635 h 719"/>
              <a:gd name="T82" fmla="*/ 445 w 720"/>
              <a:gd name="T83" fmla="*/ 618 h 719"/>
              <a:gd name="T84" fmla="*/ 412 w 720"/>
              <a:gd name="T85" fmla="*/ 577 h 719"/>
              <a:gd name="T86" fmla="*/ 401 w 720"/>
              <a:gd name="T87" fmla="*/ 511 h 719"/>
              <a:gd name="T88" fmla="*/ 410 w 720"/>
              <a:gd name="T89" fmla="*/ 470 h 719"/>
              <a:gd name="T90" fmla="*/ 443 w 720"/>
              <a:gd name="T91" fmla="*/ 431 h 719"/>
              <a:gd name="T92" fmla="*/ 537 w 720"/>
              <a:gd name="T93" fmla="*/ 367 h 719"/>
              <a:gd name="T94" fmla="*/ 601 w 720"/>
              <a:gd name="T95" fmla="*/ 321 h 719"/>
              <a:gd name="T96" fmla="*/ 653 w 720"/>
              <a:gd name="T97" fmla="*/ 295 h 719"/>
              <a:gd name="T98" fmla="*/ 696 w 720"/>
              <a:gd name="T99" fmla="*/ 233 h 719"/>
              <a:gd name="T100" fmla="*/ 718 w 720"/>
              <a:gd name="T101" fmla="*/ 141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0" h="719">
                <a:moveTo>
                  <a:pt x="645" y="270"/>
                </a:moveTo>
                <a:lnTo>
                  <a:pt x="640" y="276"/>
                </a:lnTo>
                <a:lnTo>
                  <a:pt x="633" y="280"/>
                </a:lnTo>
                <a:lnTo>
                  <a:pt x="627" y="284"/>
                </a:lnTo>
                <a:lnTo>
                  <a:pt x="620" y="289"/>
                </a:lnTo>
                <a:lnTo>
                  <a:pt x="614" y="291"/>
                </a:lnTo>
                <a:lnTo>
                  <a:pt x="606" y="295"/>
                </a:lnTo>
                <a:lnTo>
                  <a:pt x="599" y="296"/>
                </a:lnTo>
                <a:lnTo>
                  <a:pt x="590" y="298"/>
                </a:lnTo>
                <a:lnTo>
                  <a:pt x="600" y="278"/>
                </a:lnTo>
                <a:lnTo>
                  <a:pt x="609" y="257"/>
                </a:lnTo>
                <a:lnTo>
                  <a:pt x="618" y="233"/>
                </a:lnTo>
                <a:lnTo>
                  <a:pt x="625" y="207"/>
                </a:lnTo>
                <a:lnTo>
                  <a:pt x="631" y="177"/>
                </a:lnTo>
                <a:lnTo>
                  <a:pt x="636" y="145"/>
                </a:lnTo>
                <a:lnTo>
                  <a:pt x="639" y="110"/>
                </a:lnTo>
                <a:lnTo>
                  <a:pt x="643" y="72"/>
                </a:lnTo>
                <a:lnTo>
                  <a:pt x="695" y="72"/>
                </a:lnTo>
                <a:lnTo>
                  <a:pt x="695" y="90"/>
                </a:lnTo>
                <a:lnTo>
                  <a:pt x="695" y="114"/>
                </a:lnTo>
                <a:lnTo>
                  <a:pt x="694" y="140"/>
                </a:lnTo>
                <a:lnTo>
                  <a:pt x="690" y="167"/>
                </a:lnTo>
                <a:lnTo>
                  <a:pt x="687" y="182"/>
                </a:lnTo>
                <a:lnTo>
                  <a:pt x="684" y="196"/>
                </a:lnTo>
                <a:lnTo>
                  <a:pt x="680" y="209"/>
                </a:lnTo>
                <a:lnTo>
                  <a:pt x="675" y="223"/>
                </a:lnTo>
                <a:lnTo>
                  <a:pt x="669" y="236"/>
                </a:lnTo>
                <a:lnTo>
                  <a:pt x="662" y="248"/>
                </a:lnTo>
                <a:lnTo>
                  <a:pt x="655" y="259"/>
                </a:lnTo>
                <a:lnTo>
                  <a:pt x="645" y="270"/>
                </a:lnTo>
                <a:lnTo>
                  <a:pt x="645" y="270"/>
                </a:lnTo>
                <a:close/>
                <a:moveTo>
                  <a:pt x="460" y="160"/>
                </a:moveTo>
                <a:lnTo>
                  <a:pt x="402" y="205"/>
                </a:lnTo>
                <a:lnTo>
                  <a:pt x="425" y="273"/>
                </a:lnTo>
                <a:lnTo>
                  <a:pt x="425" y="278"/>
                </a:lnTo>
                <a:lnTo>
                  <a:pt x="424" y="280"/>
                </a:lnTo>
                <a:lnTo>
                  <a:pt x="421" y="282"/>
                </a:lnTo>
                <a:lnTo>
                  <a:pt x="420" y="282"/>
                </a:lnTo>
                <a:lnTo>
                  <a:pt x="418" y="282"/>
                </a:lnTo>
                <a:lnTo>
                  <a:pt x="416" y="280"/>
                </a:lnTo>
                <a:lnTo>
                  <a:pt x="360" y="235"/>
                </a:lnTo>
                <a:lnTo>
                  <a:pt x="304" y="280"/>
                </a:lnTo>
                <a:lnTo>
                  <a:pt x="303" y="282"/>
                </a:lnTo>
                <a:lnTo>
                  <a:pt x="300" y="282"/>
                </a:lnTo>
                <a:lnTo>
                  <a:pt x="298" y="282"/>
                </a:lnTo>
                <a:lnTo>
                  <a:pt x="297" y="280"/>
                </a:lnTo>
                <a:lnTo>
                  <a:pt x="294" y="278"/>
                </a:lnTo>
                <a:lnTo>
                  <a:pt x="294" y="273"/>
                </a:lnTo>
                <a:lnTo>
                  <a:pt x="317" y="205"/>
                </a:lnTo>
                <a:lnTo>
                  <a:pt x="261" y="160"/>
                </a:lnTo>
                <a:lnTo>
                  <a:pt x="259" y="158"/>
                </a:lnTo>
                <a:lnTo>
                  <a:pt x="259" y="154"/>
                </a:lnTo>
                <a:lnTo>
                  <a:pt x="261" y="151"/>
                </a:lnTo>
                <a:lnTo>
                  <a:pt x="264" y="150"/>
                </a:lnTo>
                <a:lnTo>
                  <a:pt x="332" y="150"/>
                </a:lnTo>
                <a:lnTo>
                  <a:pt x="354" y="101"/>
                </a:lnTo>
                <a:lnTo>
                  <a:pt x="356" y="97"/>
                </a:lnTo>
                <a:lnTo>
                  <a:pt x="358" y="97"/>
                </a:lnTo>
                <a:lnTo>
                  <a:pt x="362" y="97"/>
                </a:lnTo>
                <a:lnTo>
                  <a:pt x="364" y="101"/>
                </a:lnTo>
                <a:lnTo>
                  <a:pt x="388" y="150"/>
                </a:lnTo>
                <a:lnTo>
                  <a:pt x="456" y="150"/>
                </a:lnTo>
                <a:lnTo>
                  <a:pt x="460" y="151"/>
                </a:lnTo>
                <a:lnTo>
                  <a:pt x="462" y="154"/>
                </a:lnTo>
                <a:lnTo>
                  <a:pt x="462" y="158"/>
                </a:lnTo>
                <a:lnTo>
                  <a:pt x="460" y="160"/>
                </a:lnTo>
                <a:close/>
                <a:moveTo>
                  <a:pt x="72" y="270"/>
                </a:moveTo>
                <a:lnTo>
                  <a:pt x="63" y="260"/>
                </a:lnTo>
                <a:lnTo>
                  <a:pt x="55" y="248"/>
                </a:lnTo>
                <a:lnTo>
                  <a:pt x="49" y="236"/>
                </a:lnTo>
                <a:lnTo>
                  <a:pt x="43" y="225"/>
                </a:lnTo>
                <a:lnTo>
                  <a:pt x="38" y="211"/>
                </a:lnTo>
                <a:lnTo>
                  <a:pt x="35" y="198"/>
                </a:lnTo>
                <a:lnTo>
                  <a:pt x="31" y="184"/>
                </a:lnTo>
                <a:lnTo>
                  <a:pt x="29" y="170"/>
                </a:lnTo>
                <a:lnTo>
                  <a:pt x="27" y="142"/>
                </a:lnTo>
                <a:lnTo>
                  <a:pt x="24" y="116"/>
                </a:lnTo>
                <a:lnTo>
                  <a:pt x="24" y="9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78" y="72"/>
                </a:lnTo>
                <a:lnTo>
                  <a:pt x="80" y="110"/>
                </a:lnTo>
                <a:lnTo>
                  <a:pt x="85" y="145"/>
                </a:lnTo>
                <a:lnTo>
                  <a:pt x="90" y="177"/>
                </a:lnTo>
                <a:lnTo>
                  <a:pt x="96" y="207"/>
                </a:lnTo>
                <a:lnTo>
                  <a:pt x="103" y="233"/>
                </a:lnTo>
                <a:lnTo>
                  <a:pt x="111" y="257"/>
                </a:lnTo>
                <a:lnTo>
                  <a:pt x="119" y="278"/>
                </a:lnTo>
                <a:lnTo>
                  <a:pt x="129" y="298"/>
                </a:lnTo>
                <a:lnTo>
                  <a:pt x="121" y="296"/>
                </a:lnTo>
                <a:lnTo>
                  <a:pt x="112" y="295"/>
                </a:lnTo>
                <a:lnTo>
                  <a:pt x="105" y="291"/>
                </a:lnTo>
                <a:lnTo>
                  <a:pt x="98" y="289"/>
                </a:lnTo>
                <a:lnTo>
                  <a:pt x="91" y="284"/>
                </a:lnTo>
                <a:lnTo>
                  <a:pt x="84" y="280"/>
                </a:lnTo>
                <a:lnTo>
                  <a:pt x="78" y="276"/>
                </a:lnTo>
                <a:lnTo>
                  <a:pt x="72" y="270"/>
                </a:lnTo>
                <a:lnTo>
                  <a:pt x="72" y="270"/>
                </a:lnTo>
                <a:close/>
                <a:moveTo>
                  <a:pt x="719" y="69"/>
                </a:moveTo>
                <a:lnTo>
                  <a:pt x="719" y="64"/>
                </a:lnTo>
                <a:lnTo>
                  <a:pt x="719" y="60"/>
                </a:lnTo>
                <a:lnTo>
                  <a:pt x="719" y="56"/>
                </a:lnTo>
                <a:lnTo>
                  <a:pt x="715" y="52"/>
                </a:lnTo>
                <a:lnTo>
                  <a:pt x="712" y="50"/>
                </a:lnTo>
                <a:lnTo>
                  <a:pt x="707" y="48"/>
                </a:lnTo>
                <a:lnTo>
                  <a:pt x="643" y="48"/>
                </a:lnTo>
                <a:lnTo>
                  <a:pt x="644" y="39"/>
                </a:lnTo>
                <a:lnTo>
                  <a:pt x="644" y="31"/>
                </a:lnTo>
                <a:lnTo>
                  <a:pt x="644" y="21"/>
                </a:lnTo>
                <a:lnTo>
                  <a:pt x="644" y="13"/>
                </a:lnTo>
                <a:lnTo>
                  <a:pt x="643" y="8"/>
                </a:lnTo>
                <a:lnTo>
                  <a:pt x="640" y="3"/>
                </a:lnTo>
                <a:lnTo>
                  <a:pt x="637" y="1"/>
                </a:lnTo>
                <a:lnTo>
                  <a:pt x="632" y="0"/>
                </a:lnTo>
                <a:lnTo>
                  <a:pt x="88" y="0"/>
                </a:lnTo>
                <a:lnTo>
                  <a:pt x="84" y="1"/>
                </a:lnTo>
                <a:lnTo>
                  <a:pt x="80" y="3"/>
                </a:lnTo>
                <a:lnTo>
                  <a:pt x="78" y="8"/>
                </a:lnTo>
                <a:lnTo>
                  <a:pt x="77" y="13"/>
                </a:lnTo>
                <a:lnTo>
                  <a:pt x="77" y="21"/>
                </a:lnTo>
                <a:lnTo>
                  <a:pt x="77" y="31"/>
                </a:lnTo>
                <a:lnTo>
                  <a:pt x="77" y="39"/>
                </a:lnTo>
                <a:lnTo>
                  <a:pt x="77" y="48"/>
                </a:lnTo>
                <a:lnTo>
                  <a:pt x="12" y="48"/>
                </a:lnTo>
                <a:lnTo>
                  <a:pt x="8" y="50"/>
                </a:lnTo>
                <a:lnTo>
                  <a:pt x="4" y="52"/>
                </a:lnTo>
                <a:lnTo>
                  <a:pt x="2" y="56"/>
                </a:lnTo>
                <a:lnTo>
                  <a:pt x="0" y="60"/>
                </a:lnTo>
                <a:lnTo>
                  <a:pt x="0" y="66"/>
                </a:lnTo>
                <a:lnTo>
                  <a:pt x="0" y="72"/>
                </a:lnTo>
                <a:lnTo>
                  <a:pt x="0" y="94"/>
                </a:lnTo>
                <a:lnTo>
                  <a:pt x="0" y="119"/>
                </a:lnTo>
                <a:lnTo>
                  <a:pt x="3" y="147"/>
                </a:lnTo>
                <a:lnTo>
                  <a:pt x="6" y="177"/>
                </a:lnTo>
                <a:lnTo>
                  <a:pt x="9" y="192"/>
                </a:lnTo>
                <a:lnTo>
                  <a:pt x="12" y="207"/>
                </a:lnTo>
                <a:lnTo>
                  <a:pt x="17" y="222"/>
                </a:lnTo>
                <a:lnTo>
                  <a:pt x="22" y="236"/>
                </a:lnTo>
                <a:lnTo>
                  <a:pt x="29" y="250"/>
                </a:lnTo>
                <a:lnTo>
                  <a:pt x="36" y="263"/>
                </a:lnTo>
                <a:lnTo>
                  <a:pt x="44" y="276"/>
                </a:lnTo>
                <a:lnTo>
                  <a:pt x="55" y="286"/>
                </a:lnTo>
                <a:lnTo>
                  <a:pt x="63" y="295"/>
                </a:lnTo>
                <a:lnTo>
                  <a:pt x="73" y="302"/>
                </a:lnTo>
                <a:lnTo>
                  <a:pt x="84" y="308"/>
                </a:lnTo>
                <a:lnTo>
                  <a:pt x="94" y="314"/>
                </a:lnTo>
                <a:lnTo>
                  <a:pt x="106" y="317"/>
                </a:lnTo>
                <a:lnTo>
                  <a:pt x="118" y="321"/>
                </a:lnTo>
                <a:lnTo>
                  <a:pt x="130" y="322"/>
                </a:lnTo>
                <a:lnTo>
                  <a:pt x="143" y="323"/>
                </a:lnTo>
                <a:lnTo>
                  <a:pt x="156" y="340"/>
                </a:lnTo>
                <a:lnTo>
                  <a:pt x="169" y="355"/>
                </a:lnTo>
                <a:lnTo>
                  <a:pt x="182" y="368"/>
                </a:lnTo>
                <a:lnTo>
                  <a:pt x="195" y="379"/>
                </a:lnTo>
                <a:lnTo>
                  <a:pt x="222" y="398"/>
                </a:lnTo>
                <a:lnTo>
                  <a:pt x="248" y="414"/>
                </a:lnTo>
                <a:lnTo>
                  <a:pt x="262" y="423"/>
                </a:lnTo>
                <a:lnTo>
                  <a:pt x="276" y="433"/>
                </a:lnTo>
                <a:lnTo>
                  <a:pt x="288" y="441"/>
                </a:lnTo>
                <a:lnTo>
                  <a:pt x="298" y="452"/>
                </a:lnTo>
                <a:lnTo>
                  <a:pt x="303" y="456"/>
                </a:lnTo>
                <a:lnTo>
                  <a:pt x="306" y="462"/>
                </a:lnTo>
                <a:lnTo>
                  <a:pt x="310" y="470"/>
                </a:lnTo>
                <a:lnTo>
                  <a:pt x="312" y="476"/>
                </a:lnTo>
                <a:lnTo>
                  <a:pt x="314" y="484"/>
                </a:lnTo>
                <a:lnTo>
                  <a:pt x="316" y="492"/>
                </a:lnTo>
                <a:lnTo>
                  <a:pt x="317" y="500"/>
                </a:lnTo>
                <a:lnTo>
                  <a:pt x="317" y="510"/>
                </a:lnTo>
                <a:lnTo>
                  <a:pt x="316" y="529"/>
                </a:lnTo>
                <a:lnTo>
                  <a:pt x="314" y="546"/>
                </a:lnTo>
                <a:lnTo>
                  <a:pt x="312" y="561"/>
                </a:lnTo>
                <a:lnTo>
                  <a:pt x="308" y="574"/>
                </a:lnTo>
                <a:lnTo>
                  <a:pt x="305" y="586"/>
                </a:lnTo>
                <a:lnTo>
                  <a:pt x="299" y="596"/>
                </a:lnTo>
                <a:lnTo>
                  <a:pt x="293" y="605"/>
                </a:lnTo>
                <a:lnTo>
                  <a:pt x="287" y="612"/>
                </a:lnTo>
                <a:lnTo>
                  <a:pt x="279" y="618"/>
                </a:lnTo>
                <a:lnTo>
                  <a:pt x="270" y="623"/>
                </a:lnTo>
                <a:lnTo>
                  <a:pt x="262" y="628"/>
                </a:lnTo>
                <a:lnTo>
                  <a:pt x="251" y="630"/>
                </a:lnTo>
                <a:lnTo>
                  <a:pt x="241" y="633"/>
                </a:lnTo>
                <a:lnTo>
                  <a:pt x="230" y="634"/>
                </a:lnTo>
                <a:lnTo>
                  <a:pt x="217" y="635"/>
                </a:lnTo>
                <a:lnTo>
                  <a:pt x="204" y="635"/>
                </a:lnTo>
                <a:lnTo>
                  <a:pt x="199" y="636"/>
                </a:lnTo>
                <a:lnTo>
                  <a:pt x="195" y="638"/>
                </a:lnTo>
                <a:lnTo>
                  <a:pt x="193" y="642"/>
                </a:lnTo>
                <a:lnTo>
                  <a:pt x="192" y="647"/>
                </a:lnTo>
                <a:lnTo>
                  <a:pt x="192" y="707"/>
                </a:lnTo>
                <a:lnTo>
                  <a:pt x="193" y="711"/>
                </a:lnTo>
                <a:lnTo>
                  <a:pt x="195" y="716"/>
                </a:lnTo>
                <a:lnTo>
                  <a:pt x="199" y="718"/>
                </a:lnTo>
                <a:lnTo>
                  <a:pt x="204" y="719"/>
                </a:lnTo>
                <a:lnTo>
                  <a:pt x="515" y="719"/>
                </a:lnTo>
                <a:lnTo>
                  <a:pt x="520" y="718"/>
                </a:lnTo>
                <a:lnTo>
                  <a:pt x="524" y="716"/>
                </a:lnTo>
                <a:lnTo>
                  <a:pt x="526" y="711"/>
                </a:lnTo>
                <a:lnTo>
                  <a:pt x="527" y="707"/>
                </a:lnTo>
                <a:lnTo>
                  <a:pt x="527" y="647"/>
                </a:lnTo>
                <a:lnTo>
                  <a:pt x="526" y="642"/>
                </a:lnTo>
                <a:lnTo>
                  <a:pt x="524" y="638"/>
                </a:lnTo>
                <a:lnTo>
                  <a:pt x="520" y="636"/>
                </a:lnTo>
                <a:lnTo>
                  <a:pt x="515" y="635"/>
                </a:lnTo>
                <a:lnTo>
                  <a:pt x="501" y="635"/>
                </a:lnTo>
                <a:lnTo>
                  <a:pt x="488" y="634"/>
                </a:lnTo>
                <a:lnTo>
                  <a:pt x="476" y="631"/>
                </a:lnTo>
                <a:lnTo>
                  <a:pt x="464" y="628"/>
                </a:lnTo>
                <a:lnTo>
                  <a:pt x="455" y="623"/>
                </a:lnTo>
                <a:lnTo>
                  <a:pt x="445" y="618"/>
                </a:lnTo>
                <a:lnTo>
                  <a:pt x="437" y="612"/>
                </a:lnTo>
                <a:lnTo>
                  <a:pt x="429" y="605"/>
                </a:lnTo>
                <a:lnTo>
                  <a:pt x="423" y="597"/>
                </a:lnTo>
                <a:lnTo>
                  <a:pt x="417" y="587"/>
                </a:lnTo>
                <a:lnTo>
                  <a:pt x="412" y="577"/>
                </a:lnTo>
                <a:lnTo>
                  <a:pt x="408" y="566"/>
                </a:lnTo>
                <a:lnTo>
                  <a:pt x="405" y="554"/>
                </a:lnTo>
                <a:lnTo>
                  <a:pt x="402" y="541"/>
                </a:lnTo>
                <a:lnTo>
                  <a:pt x="401" y="525"/>
                </a:lnTo>
                <a:lnTo>
                  <a:pt x="401" y="511"/>
                </a:lnTo>
                <a:lnTo>
                  <a:pt x="401" y="500"/>
                </a:lnTo>
                <a:lnTo>
                  <a:pt x="402" y="492"/>
                </a:lnTo>
                <a:lnTo>
                  <a:pt x="404" y="484"/>
                </a:lnTo>
                <a:lnTo>
                  <a:pt x="406" y="476"/>
                </a:lnTo>
                <a:lnTo>
                  <a:pt x="410" y="470"/>
                </a:lnTo>
                <a:lnTo>
                  <a:pt x="412" y="462"/>
                </a:lnTo>
                <a:lnTo>
                  <a:pt x="417" y="456"/>
                </a:lnTo>
                <a:lnTo>
                  <a:pt x="420" y="451"/>
                </a:lnTo>
                <a:lnTo>
                  <a:pt x="431" y="441"/>
                </a:lnTo>
                <a:lnTo>
                  <a:pt x="443" y="431"/>
                </a:lnTo>
                <a:lnTo>
                  <a:pt x="456" y="423"/>
                </a:lnTo>
                <a:lnTo>
                  <a:pt x="471" y="414"/>
                </a:lnTo>
                <a:lnTo>
                  <a:pt x="498" y="398"/>
                </a:lnTo>
                <a:lnTo>
                  <a:pt x="524" y="379"/>
                </a:lnTo>
                <a:lnTo>
                  <a:pt x="537" y="367"/>
                </a:lnTo>
                <a:lnTo>
                  <a:pt x="550" y="354"/>
                </a:lnTo>
                <a:lnTo>
                  <a:pt x="563" y="340"/>
                </a:lnTo>
                <a:lnTo>
                  <a:pt x="575" y="323"/>
                </a:lnTo>
                <a:lnTo>
                  <a:pt x="588" y="322"/>
                </a:lnTo>
                <a:lnTo>
                  <a:pt x="601" y="321"/>
                </a:lnTo>
                <a:lnTo>
                  <a:pt x="612" y="317"/>
                </a:lnTo>
                <a:lnTo>
                  <a:pt x="624" y="314"/>
                </a:lnTo>
                <a:lnTo>
                  <a:pt x="634" y="308"/>
                </a:lnTo>
                <a:lnTo>
                  <a:pt x="644" y="302"/>
                </a:lnTo>
                <a:lnTo>
                  <a:pt x="653" y="295"/>
                </a:lnTo>
                <a:lnTo>
                  <a:pt x="663" y="286"/>
                </a:lnTo>
                <a:lnTo>
                  <a:pt x="672" y="274"/>
                </a:lnTo>
                <a:lnTo>
                  <a:pt x="682" y="261"/>
                </a:lnTo>
                <a:lnTo>
                  <a:pt x="690" y="248"/>
                </a:lnTo>
                <a:lnTo>
                  <a:pt x="696" y="233"/>
                </a:lnTo>
                <a:lnTo>
                  <a:pt x="702" y="219"/>
                </a:lnTo>
                <a:lnTo>
                  <a:pt x="707" y="203"/>
                </a:lnTo>
                <a:lnTo>
                  <a:pt x="711" y="188"/>
                </a:lnTo>
                <a:lnTo>
                  <a:pt x="713" y="171"/>
                </a:lnTo>
                <a:lnTo>
                  <a:pt x="718" y="141"/>
                </a:lnTo>
                <a:lnTo>
                  <a:pt x="719" y="113"/>
                </a:lnTo>
                <a:lnTo>
                  <a:pt x="720" y="88"/>
                </a:lnTo>
                <a:lnTo>
                  <a:pt x="719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красный пунктирный элемент стрелки индикатора PNG , пунктирная стрелка,  пунктирная линия, пунктирный элемент PNG картинки и пнг PSD рисунок для  бесплатной загрузки">
            <a:extLst>
              <a:ext uri="{FF2B5EF4-FFF2-40B4-BE49-F238E27FC236}">
                <a16:creationId xmlns:a16="http://schemas.microsoft.com/office/drawing/2014/main" id="{240F0AC8-CDC5-0ACB-05ED-1C67A9AB3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1917" y1="20167" x2="61917" y2="20167"/>
                        <a14:foregroundMark x1="59583" y1="21917" x2="59583" y2="21917"/>
                        <a14:foregroundMark x1="54833" y1="26000" x2="54833" y2="26000"/>
                        <a14:foregroundMark x1="51250" y1="28167" x2="51250" y2="28167"/>
                        <a14:foregroundMark x1="47917" y1="30833" x2="47917" y2="30833"/>
                        <a14:foregroundMark x1="44750" y1="33500" x2="44750" y2="33500"/>
                        <a14:foregroundMark x1="41000" y1="36500" x2="41000" y2="36500"/>
                        <a14:foregroundMark x1="37667" y1="38750" x2="37667" y2="38750"/>
                        <a14:foregroundMark x1="35167" y1="41667" x2="35167" y2="41667"/>
                        <a14:foregroundMark x1="31250" y1="46417" x2="31250" y2="46417"/>
                        <a14:foregroundMark x1="29417" y1="49000" x2="29417" y2="49000"/>
                        <a14:foregroundMark x1="27250" y1="53500" x2="27250" y2="53500"/>
                        <a14:foregroundMark x1="24583" y1="57667" x2="24583" y2="57667"/>
                        <a14:foregroundMark x1="23583" y1="61417" x2="23583" y2="61417"/>
                        <a14:foregroundMark x1="22750" y1="66250" x2="22750" y2="66250"/>
                        <a14:foregroundMark x1="22750" y1="69833" x2="22750" y2="69833"/>
                        <a14:foregroundMark x1="23500" y1="74333" x2="23500" y2="74333"/>
                        <a14:foregroundMark x1="25417" y1="78500" x2="25417" y2="78500"/>
                        <a14:foregroundMark x1="27917" y1="81500" x2="27917" y2="81500"/>
                        <a14:foregroundMark x1="32083" y1="84333" x2="32083" y2="84333"/>
                        <a14:foregroundMark x1="35667" y1="85250" x2="35667" y2="85250"/>
                        <a14:foregroundMark x1="41250" y1="85250" x2="41250" y2="85250"/>
                        <a14:foregroundMark x1="45667" y1="84750" x2="45667" y2="84750"/>
                        <a14:foregroundMark x1="50250" y1="84000" x2="50250" y2="84000"/>
                        <a14:foregroundMark x1="53917" y1="83167" x2="53917" y2="83167"/>
                        <a14:foregroundMark x1="57917" y1="81250" x2="57917" y2="81250"/>
                        <a14:foregroundMark x1="61250" y1="78917" x2="61250" y2="78917"/>
                        <a14:foregroundMark x1="64583" y1="75167" x2="64583" y2="75167"/>
                        <a14:foregroundMark x1="65583" y1="71917" x2="65583" y2="71917"/>
                        <a14:foregroundMark x1="65833" y1="67083" x2="65833" y2="67083"/>
                        <a14:foregroundMark x1="64167" y1="62750" x2="64167" y2="62750"/>
                        <a14:foregroundMark x1="61667" y1="60250" x2="61667" y2="60250"/>
                        <a14:foregroundMark x1="56250" y1="59417" x2="56250" y2="59417"/>
                        <a14:foregroundMark x1="52667" y1="59750" x2="52667" y2="59750"/>
                        <a14:foregroundMark x1="48167" y1="61500" x2="48167" y2="61500"/>
                        <a14:foregroundMark x1="46083" y1="63917" x2="46083" y2="63917"/>
                        <a14:foregroundMark x1="44583" y1="68500" x2="44583" y2="68500"/>
                        <a14:foregroundMark x1="45000" y1="72917" x2="45000" y2="72917"/>
                        <a14:foregroundMark x1="46917" y1="76667" x2="46917" y2="76667"/>
                        <a14:foregroundMark x1="50000" y1="79583" x2="50000" y2="79583"/>
                        <a14:foregroundMark x1="57333" y1="83333" x2="57333" y2="83333"/>
                        <a14:foregroundMark x1="62250" y1="84750" x2="62250" y2="84750"/>
                        <a14:foregroundMark x1="66417" y1="85583" x2="66417" y2="85583"/>
                        <a14:foregroundMark x1="72083" y1="86083" x2="72083" y2="86083"/>
                        <a14:foregroundMark x1="75833" y1="86833" x2="75833" y2="86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3365729" y="3812902"/>
            <a:ext cx="1383373" cy="138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красный пунктирный элемент стрелки индикатора PNG , пунктирная стрелка,  пунктирная линия, пунктирный элемент PNG картинки и пнг PSD рисунок для  бесплатной загрузки">
            <a:extLst>
              <a:ext uri="{FF2B5EF4-FFF2-40B4-BE49-F238E27FC236}">
                <a16:creationId xmlns:a16="http://schemas.microsoft.com/office/drawing/2014/main" id="{E3833E87-203F-67B9-544C-86A291E4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1917" y1="20167" x2="61917" y2="20167"/>
                        <a14:foregroundMark x1="59583" y1="21917" x2="59583" y2="21917"/>
                        <a14:foregroundMark x1="54833" y1="26000" x2="54833" y2="26000"/>
                        <a14:foregroundMark x1="51250" y1="28167" x2="51250" y2="28167"/>
                        <a14:foregroundMark x1="47917" y1="30833" x2="47917" y2="30833"/>
                        <a14:foregroundMark x1="44750" y1="33500" x2="44750" y2="33500"/>
                        <a14:foregroundMark x1="41000" y1="36500" x2="41000" y2="36500"/>
                        <a14:foregroundMark x1="37667" y1="38750" x2="37667" y2="38750"/>
                        <a14:foregroundMark x1="35167" y1="41667" x2="35167" y2="41667"/>
                        <a14:foregroundMark x1="31250" y1="46417" x2="31250" y2="46417"/>
                        <a14:foregroundMark x1="29417" y1="49000" x2="29417" y2="49000"/>
                        <a14:foregroundMark x1="27250" y1="53500" x2="27250" y2="53500"/>
                        <a14:foregroundMark x1="24583" y1="57667" x2="24583" y2="57667"/>
                        <a14:foregroundMark x1="23583" y1="61417" x2="23583" y2="61417"/>
                        <a14:foregroundMark x1="22750" y1="66250" x2="22750" y2="66250"/>
                        <a14:foregroundMark x1="22750" y1="69833" x2="22750" y2="69833"/>
                        <a14:foregroundMark x1="23500" y1="74333" x2="23500" y2="74333"/>
                        <a14:foregroundMark x1="25417" y1="78500" x2="25417" y2="78500"/>
                        <a14:foregroundMark x1="27917" y1="81500" x2="27917" y2="81500"/>
                        <a14:foregroundMark x1="32083" y1="84333" x2="32083" y2="84333"/>
                        <a14:foregroundMark x1="35667" y1="85250" x2="35667" y2="85250"/>
                        <a14:foregroundMark x1="41250" y1="85250" x2="41250" y2="85250"/>
                        <a14:foregroundMark x1="45667" y1="84750" x2="45667" y2="84750"/>
                        <a14:foregroundMark x1="50250" y1="84000" x2="50250" y2="84000"/>
                        <a14:foregroundMark x1="53917" y1="83167" x2="53917" y2="83167"/>
                        <a14:foregroundMark x1="57917" y1="81250" x2="57917" y2="81250"/>
                        <a14:foregroundMark x1="61250" y1="78917" x2="61250" y2="78917"/>
                        <a14:foregroundMark x1="64583" y1="75167" x2="64583" y2="75167"/>
                        <a14:foregroundMark x1="65583" y1="71917" x2="65583" y2="71917"/>
                        <a14:foregroundMark x1="65833" y1="67083" x2="65833" y2="67083"/>
                        <a14:foregroundMark x1="64167" y1="62750" x2="64167" y2="62750"/>
                        <a14:foregroundMark x1="61667" y1="60250" x2="61667" y2="60250"/>
                        <a14:foregroundMark x1="56250" y1="59417" x2="56250" y2="59417"/>
                        <a14:foregroundMark x1="52667" y1="59750" x2="52667" y2="59750"/>
                        <a14:foregroundMark x1="48167" y1="61500" x2="48167" y2="61500"/>
                        <a14:foregroundMark x1="46083" y1="63917" x2="46083" y2="63917"/>
                        <a14:foregroundMark x1="44583" y1="68500" x2="44583" y2="68500"/>
                        <a14:foregroundMark x1="45000" y1="72917" x2="45000" y2="72917"/>
                        <a14:foregroundMark x1="46917" y1="76667" x2="46917" y2="76667"/>
                        <a14:foregroundMark x1="50000" y1="79583" x2="50000" y2="79583"/>
                        <a14:foregroundMark x1="57333" y1="83333" x2="57333" y2="83333"/>
                        <a14:foregroundMark x1="62250" y1="84750" x2="62250" y2="84750"/>
                        <a14:foregroundMark x1="66417" y1="85583" x2="66417" y2="85583"/>
                        <a14:foregroundMark x1="72083" y1="86083" x2="72083" y2="86083"/>
                        <a14:foregroundMark x1="75833" y1="86833" x2="75833" y2="86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60905" y="1796268"/>
            <a:ext cx="1383373" cy="138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ock-Illustration „Red dotted line arrow. “ | Adobe Stock">
            <a:extLst>
              <a:ext uri="{FF2B5EF4-FFF2-40B4-BE49-F238E27FC236}">
                <a16:creationId xmlns:a16="http://schemas.microsoft.com/office/drawing/2014/main" id="{28B71FF2-6061-E52C-DDF0-92A991B5D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900" b="90000" l="10000" r="91000">
                        <a14:foregroundMark x1="85800" y1="11700" x2="85800" y2="11700"/>
                        <a14:foregroundMark x1="88200" y1="6100" x2="88200" y2="6100"/>
                        <a14:foregroundMark x1="88200" y1="4900" x2="88200" y2="4900"/>
                        <a14:foregroundMark x1="91000" y1="12600" x2="91000" y2="12600"/>
                        <a14:foregroundMark x1="85800" y1="22400" x2="85800" y2="22400"/>
                        <a14:foregroundMark x1="84400" y1="28800" x2="84400" y2="28800"/>
                        <a14:foregroundMark x1="80800" y1="36000" x2="80800" y2="36000"/>
                        <a14:foregroundMark x1="77400" y1="40800" x2="77400" y2="40800"/>
                        <a14:foregroundMark x1="72600" y1="45700" x2="72600" y2="45700"/>
                        <a14:foregroundMark x1="66800" y1="49200" x2="66800" y2="49200"/>
                        <a14:foregroundMark x1="60700" y1="51800" x2="60700" y2="51800"/>
                        <a14:foregroundMark x1="53300" y1="53800" x2="53300" y2="53800"/>
                        <a14:foregroundMark x1="46900" y1="55400" x2="46900" y2="55400"/>
                        <a14:foregroundMark x1="40100" y1="57200" x2="40100" y2="57200"/>
                        <a14:foregroundMark x1="33800" y1="60100" x2="33800" y2="60100"/>
                        <a14:foregroundMark x1="26900" y1="64200" x2="26900" y2="64200"/>
                        <a14:foregroundMark x1="21700" y1="68300" x2="21700" y2="68300"/>
                        <a14:foregroundMark x1="17500" y1="72400" x2="17500" y2="72400"/>
                        <a14:foregroundMark x1="13500" y1="79400" x2="13500" y2="79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72794">
            <a:off x="7712033" y="3580217"/>
            <a:ext cx="849995" cy="84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ock-Illustration „Red dotted line arrow. “ | Adobe Stock">
            <a:extLst>
              <a:ext uri="{FF2B5EF4-FFF2-40B4-BE49-F238E27FC236}">
                <a16:creationId xmlns:a16="http://schemas.microsoft.com/office/drawing/2014/main" id="{929DEE0A-C53C-5EBB-FF8C-BC949F45D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300" b="91900" l="7200" r="90700">
                        <a14:foregroundMark x1="78500" y1="8300" x2="78500" y2="8300"/>
                        <a14:foregroundMark x1="90800" y1="14200" x2="90800" y2="14200"/>
                        <a14:foregroundMark x1="70100" y1="13900" x2="70100" y2="13900"/>
                        <a14:foregroundMark x1="62800" y1="15000" x2="62800" y2="15000"/>
                        <a14:foregroundMark x1="56400" y1="17900" x2="56400" y2="17900"/>
                        <a14:foregroundMark x1="50600" y1="21800" x2="50600" y2="21800"/>
                        <a14:foregroundMark x1="45700" y1="26400" x2="45700" y2="26400"/>
                        <a14:foregroundMark x1="42500" y1="31900" x2="42500" y2="31900"/>
                        <a14:foregroundMark x1="41100" y1="38500" x2="41100" y2="38500"/>
                        <a14:foregroundMark x1="41700" y1="46500" x2="41700" y2="46500"/>
                        <a14:foregroundMark x1="45800" y1="53200" x2="45800" y2="53200"/>
                        <a14:foregroundMark x1="49700" y1="57800" x2="49700" y2="57800"/>
                        <a14:foregroundMark x1="55700" y1="61000" x2="55700" y2="61000"/>
                        <a14:foregroundMark x1="62500" y1="62800" x2="62500" y2="62800"/>
                        <a14:foregroundMark x1="69900" y1="61700" x2="69900" y2="61700"/>
                        <a14:foregroundMark x1="75600" y1="58200" x2="75600" y2="58200"/>
                        <a14:foregroundMark x1="78600" y1="52100" x2="78600" y2="52100"/>
                        <a14:foregroundMark x1="76400" y1="44700" x2="76400" y2="44700"/>
                        <a14:foregroundMark x1="71100" y1="39700" x2="71100" y2="39700"/>
                        <a14:foregroundMark x1="66000" y1="37400" x2="66000" y2="37400"/>
                        <a14:foregroundMark x1="58100" y1="35800" x2="58100" y2="35800"/>
                        <a14:foregroundMark x1="51900" y1="35300" x2="51900" y2="35300"/>
                        <a14:foregroundMark x1="45600" y1="37100" x2="45600" y2="37100"/>
                        <a14:foregroundMark x1="37800" y1="40100" x2="37800" y2="40100"/>
                        <a14:foregroundMark x1="32200" y1="42800" x2="32200" y2="42800"/>
                        <a14:foregroundMark x1="27200" y1="47800" x2="27200" y2="47800"/>
                        <a14:foregroundMark x1="22900" y1="54700" x2="22900" y2="54700"/>
                        <a14:foregroundMark x1="21300" y1="59900" x2="21300" y2="59900"/>
                        <a14:foregroundMark x1="20600" y1="67100" x2="20600" y2="67100"/>
                        <a14:foregroundMark x1="20300" y1="71000" x2="20300" y2="71000"/>
                        <a14:foregroundMark x1="15100" y1="74700" x2="15100" y2="74700"/>
                        <a14:foregroundMark x1="10600" y1="80800" x2="10600" y2="80800"/>
                        <a14:foregroundMark x1="7200" y1="86800" x2="7200" y2="86800"/>
                        <a14:foregroundMark x1="22500" y1="74900" x2="22500" y2="74900"/>
                        <a14:foregroundMark x1="26000" y1="80000" x2="26000" y2="80000"/>
                        <a14:foregroundMark x1="29700" y1="85300" x2="29700" y2="85300"/>
                        <a14:foregroundMark x1="35300" y1="89600" x2="35300" y2="89600"/>
                        <a14:foregroundMark x1="41100" y1="91900" x2="41100" y2="91900"/>
                        <a14:foregroundMark x1="49200" y1="90600" x2="49200" y2="90600"/>
                        <a14:foregroundMark x1="54700" y1="85800" x2="54700" y2="85800"/>
                        <a14:foregroundMark x1="57600" y1="80700" x2="57600" y2="80700"/>
                        <a14:foregroundMark x1="58200" y1="74600" x2="58200" y2="74600"/>
                        <a14:foregroundMark x1="52100" y1="68200" x2="52100" y2="68200"/>
                        <a14:foregroundMark x1="46700" y1="65300" x2="46700" y2="65300"/>
                        <a14:foregroundMark x1="39300" y1="64900" x2="39300" y2="64900"/>
                        <a14:foregroundMark x1="32200" y1="66000" x2="32200" y2="66000"/>
                        <a14:foregroundMark x1="26900" y1="67200" x2="26900" y2="67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9954656" y="1946851"/>
            <a:ext cx="1256440" cy="199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Графіка 12" descr="Лампочка та триб">
            <a:extLst>
              <a:ext uri="{FF2B5EF4-FFF2-40B4-BE49-F238E27FC236}">
                <a16:creationId xmlns:a16="http://schemas.microsoft.com/office/drawing/2014/main" id="{6810D75B-3492-6435-69DD-AF01549FC7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906" y="1522266"/>
            <a:ext cx="620588" cy="620588"/>
          </a:xfrm>
          <a:prstGeom prst="rect">
            <a:avLst/>
          </a:prstGeom>
        </p:spPr>
      </p:pic>
      <p:pic>
        <p:nvPicPr>
          <p:cNvPr id="1032" name="Picture 8" descr="Long Dotted Arrow Icon Vector Illustration 库存矢量图（免版税）2600090631 |  Shutterstock">
            <a:extLst>
              <a:ext uri="{FF2B5EF4-FFF2-40B4-BE49-F238E27FC236}">
                <a16:creationId xmlns:a16="http://schemas.microsoft.com/office/drawing/2014/main" id="{5570B22F-C386-C749-3BAF-39696FB01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786" b="90000" l="6229" r="94108">
                        <a14:foregroundMark x1="7576" y1="7500" x2="7576" y2="7500"/>
                        <a14:foregroundMark x1="6902" y1="8571" x2="6902" y2="8571"/>
                        <a14:foregroundMark x1="6397" y1="6786" x2="6397" y2="6786"/>
                        <a14:foregroundMark x1="9091" y1="12143" x2="9091" y2="12143"/>
                        <a14:foregroundMark x1="11111" y1="16071" x2="11111" y2="16071"/>
                        <a14:foregroundMark x1="13300" y1="18571" x2="13300" y2="18571"/>
                        <a14:foregroundMark x1="15152" y1="22857" x2="15152" y2="22857"/>
                        <a14:foregroundMark x1="16498" y1="25357" x2="16498" y2="25357"/>
                        <a14:foregroundMark x1="19024" y1="27857" x2="19024" y2="27857"/>
                        <a14:foregroundMark x1="20370" y1="30714" x2="20370" y2="30714"/>
                        <a14:foregroundMark x1="22727" y1="32857" x2="22727" y2="32857"/>
                        <a14:foregroundMark x1="24916" y1="35714" x2="24916" y2="35714"/>
                        <a14:foregroundMark x1="28451" y1="40000" x2="28451" y2="40000"/>
                        <a14:foregroundMark x1="31145" y1="42857" x2="31145" y2="42857"/>
                        <a14:foregroundMark x1="32660" y1="45714" x2="32660" y2="45714"/>
                        <a14:foregroundMark x1="34848" y1="47500" x2="34848" y2="47500"/>
                        <a14:foregroundMark x1="37205" y1="49286" x2="37205" y2="49286"/>
                        <a14:foregroundMark x1="39057" y1="51429" x2="39057" y2="51429"/>
                        <a14:foregroundMark x1="41751" y1="53929" x2="41751" y2="53929"/>
                        <a14:foregroundMark x1="45286" y1="55714" x2="45286" y2="55714"/>
                        <a14:foregroundMark x1="50168" y1="57500" x2="50168" y2="57500"/>
                        <a14:foregroundMark x1="52862" y1="57143" x2="52862" y2="57143"/>
                        <a14:foregroundMark x1="55387" y1="55000" x2="55387" y2="55000"/>
                        <a14:foregroundMark x1="57239" y1="53571" x2="57239" y2="53571"/>
                        <a14:foregroundMark x1="58586" y1="51071" x2="58586" y2="51071"/>
                        <a14:foregroundMark x1="60101" y1="46429" x2="60101" y2="46429"/>
                        <a14:foregroundMark x1="60943" y1="41429" x2="60943" y2="41429"/>
                        <a14:foregroundMark x1="60774" y1="37143" x2="60774" y2="37143"/>
                        <a14:foregroundMark x1="60438" y1="31429" x2="60438" y2="31429"/>
                        <a14:foregroundMark x1="59091" y1="27500" x2="59091" y2="27500"/>
                        <a14:foregroundMark x1="54377" y1="24286" x2="54377" y2="24286"/>
                        <a14:foregroundMark x1="53199" y1="25000" x2="53199" y2="25000"/>
                        <a14:foregroundMark x1="50505" y1="28214" x2="50505" y2="28214"/>
                        <a14:foregroundMark x1="49327" y1="31071" x2="49327" y2="31071"/>
                        <a14:foregroundMark x1="48485" y1="34643" x2="48485" y2="34643"/>
                        <a14:foregroundMark x1="47980" y1="40714" x2="47980" y2="40714"/>
                        <a14:foregroundMark x1="48148" y1="46071" x2="48148" y2="46071"/>
                        <a14:foregroundMark x1="48316" y1="50000" x2="48316" y2="50000"/>
                        <a14:foregroundMark x1="53199" y1="66071" x2="53199" y2="66071"/>
                        <a14:foregroundMark x1="55387" y1="70000" x2="55387" y2="70000"/>
                        <a14:foregroundMark x1="56734" y1="73214" x2="56734" y2="73214"/>
                        <a14:foregroundMark x1="51347" y1="63214" x2="51347" y2="63214"/>
                        <a14:foregroundMark x1="56734" y1="24643" x2="56734" y2="24643"/>
                        <a14:foregroundMark x1="58586" y1="76071" x2="58586" y2="76071"/>
                        <a14:foregroundMark x1="61279" y1="78214" x2="61279" y2="78214"/>
                        <a14:foregroundMark x1="62963" y1="80357" x2="62963" y2="80357"/>
                        <a14:foregroundMark x1="64815" y1="82143" x2="64815" y2="82143"/>
                        <a14:foregroundMark x1="67340" y1="84286" x2="67340" y2="84286"/>
                        <a14:foregroundMark x1="70034" y1="84643" x2="70034" y2="84643"/>
                        <a14:foregroundMark x1="71380" y1="85357" x2="71380" y2="85357"/>
                        <a14:foregroundMark x1="74242" y1="86071" x2="74242" y2="86071"/>
                        <a14:foregroundMark x1="76263" y1="86071" x2="76263" y2="86071"/>
                        <a14:foregroundMark x1="79125" y1="85000" x2="79125" y2="85000"/>
                        <a14:foregroundMark x1="80471" y1="85000" x2="80471" y2="85000"/>
                        <a14:foregroundMark x1="83333" y1="83571" x2="83333" y2="83571"/>
                        <a14:foregroundMark x1="85690" y1="81071" x2="85690" y2="81071"/>
                        <a14:foregroundMark x1="87710" y1="78214" x2="87710" y2="78214"/>
                        <a14:foregroundMark x1="89226" y1="76071" x2="89226" y2="76071"/>
                        <a14:foregroundMark x1="92761" y1="67857" x2="92761" y2="67857"/>
                        <a14:foregroundMark x1="92929" y1="63571" x2="92929" y2="63571"/>
                        <a14:foregroundMark x1="93434" y1="58571" x2="93434" y2="58571"/>
                        <a14:foregroundMark x1="94108" y1="54286" x2="94108" y2="54286"/>
                        <a14:foregroundMark x1="47980" y1="56429" x2="47980" y2="56429"/>
                        <a14:foregroundMark x1="43098" y1="54643" x2="43098" y2="54643"/>
                        <a14:foregroundMark x1="26768" y1="37857" x2="26768" y2="3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0011" flipH="1">
            <a:off x="100594" y="2661883"/>
            <a:ext cx="2356995" cy="120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06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5C202-FCBB-B1B9-123B-2348EC6D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F5B6115D-4D32-D543-34B0-459A6821D20F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30904-E359-E722-5AD6-FB2BD25E8D18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5798B7-1B37-A84F-E394-C6B480DD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3AB3D-E7CE-D8E1-55F9-FF7672BC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20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59A97E-E28E-E238-2B41-8DD27E283137}"/>
              </a:ext>
            </a:extLst>
          </p:cNvPr>
          <p:cNvSpPr txBox="1"/>
          <p:nvPr/>
        </p:nvSpPr>
        <p:spPr>
          <a:xfrm>
            <a:off x="2116499" y="1198012"/>
            <a:ext cx="3925695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az-Cyrl-AZ" sz="4000" dirty="0">
                <a:latin typeface="+mj-lt"/>
              </a:rPr>
              <a:t>ПЛАН КЕРУВАННЯ РИЗИКАМИ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5BBAB03-DB52-AFAE-D96A-7FE291209FF1}"/>
              </a:ext>
            </a:extLst>
          </p:cNvPr>
          <p:cNvGrpSpPr/>
          <p:nvPr/>
        </p:nvGrpSpPr>
        <p:grpSpPr>
          <a:xfrm>
            <a:off x="3478213" y="823913"/>
            <a:ext cx="5210174" cy="5210174"/>
            <a:chOff x="2282825" y="1614488"/>
            <a:chExt cx="4552950" cy="4552950"/>
          </a:xfrm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B442C4CE-FF1A-D1BF-E0E8-4081C0675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0" y="2398713"/>
              <a:ext cx="1260475" cy="1320800"/>
            </a:xfrm>
            <a:custGeom>
              <a:avLst/>
              <a:gdLst>
                <a:gd name="T0" fmla="*/ 0 w 103"/>
                <a:gd name="T1" fmla="*/ 58 h 108"/>
                <a:gd name="T2" fmla="*/ 58 w 103"/>
                <a:gd name="T3" fmla="*/ 0 h 108"/>
                <a:gd name="T4" fmla="*/ 103 w 103"/>
                <a:gd name="T5" fmla="*/ 108 h 108"/>
                <a:gd name="T6" fmla="*/ 21 w 103"/>
                <a:gd name="T7" fmla="*/ 108 h 108"/>
                <a:gd name="T8" fmla="*/ 0 w 103"/>
                <a:gd name="T9" fmla="*/ 5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8">
                  <a:moveTo>
                    <a:pt x="0" y="58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4" y="29"/>
                    <a:pt x="100" y="67"/>
                    <a:pt x="103" y="108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18" y="90"/>
                    <a:pt x="11" y="73"/>
                    <a:pt x="0" y="58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05B8ECEC-6241-F369-DCDA-3BEB25387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0" y="4049713"/>
              <a:ext cx="1260475" cy="1335088"/>
            </a:xfrm>
            <a:custGeom>
              <a:avLst/>
              <a:gdLst>
                <a:gd name="T0" fmla="*/ 21 w 103"/>
                <a:gd name="T1" fmla="*/ 0 h 109"/>
                <a:gd name="T2" fmla="*/ 103 w 103"/>
                <a:gd name="T3" fmla="*/ 0 h 109"/>
                <a:gd name="T4" fmla="*/ 58 w 103"/>
                <a:gd name="T5" fmla="*/ 109 h 109"/>
                <a:gd name="T6" fmla="*/ 0 w 103"/>
                <a:gd name="T7" fmla="*/ 51 h 109"/>
                <a:gd name="T8" fmla="*/ 21 w 103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21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0" y="42"/>
                    <a:pt x="84" y="79"/>
                    <a:pt x="58" y="10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1" y="36"/>
                    <a:pt x="18" y="19"/>
                    <a:pt x="21" y="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914D275D-725B-01C2-7B32-8F502055D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1614488"/>
              <a:ext cx="1322388" cy="1260475"/>
            </a:xfrm>
            <a:custGeom>
              <a:avLst/>
              <a:gdLst>
                <a:gd name="T0" fmla="*/ 0 w 108"/>
                <a:gd name="T1" fmla="*/ 82 h 103"/>
                <a:gd name="T2" fmla="*/ 0 w 108"/>
                <a:gd name="T3" fmla="*/ 0 h 103"/>
                <a:gd name="T4" fmla="*/ 108 w 108"/>
                <a:gd name="T5" fmla="*/ 45 h 103"/>
                <a:gd name="T6" fmla="*/ 50 w 108"/>
                <a:gd name="T7" fmla="*/ 103 h 103"/>
                <a:gd name="T8" fmla="*/ 0 w 108"/>
                <a:gd name="T9" fmla="*/ 8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0" y="8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3"/>
                    <a:pt x="79" y="19"/>
                    <a:pt x="108" y="45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36" y="92"/>
                    <a:pt x="18" y="85"/>
                    <a:pt x="0" y="82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F0DA552D-5502-5E62-CF88-A848FB9D5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4049713"/>
              <a:ext cx="1260475" cy="1335088"/>
            </a:xfrm>
            <a:custGeom>
              <a:avLst/>
              <a:gdLst>
                <a:gd name="T0" fmla="*/ 103 w 103"/>
                <a:gd name="T1" fmla="*/ 51 h 109"/>
                <a:gd name="T2" fmla="*/ 45 w 103"/>
                <a:gd name="T3" fmla="*/ 109 h 109"/>
                <a:gd name="T4" fmla="*/ 0 w 103"/>
                <a:gd name="T5" fmla="*/ 0 h 109"/>
                <a:gd name="T6" fmla="*/ 83 w 103"/>
                <a:gd name="T7" fmla="*/ 0 h 109"/>
                <a:gd name="T8" fmla="*/ 103 w 103"/>
                <a:gd name="T9" fmla="*/ 5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103" y="51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20" y="79"/>
                    <a:pt x="3" y="42"/>
                    <a:pt x="0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5" y="19"/>
                    <a:pt x="92" y="36"/>
                    <a:pt x="103" y="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11">
              <a:extLst>
                <a:ext uri="{FF2B5EF4-FFF2-40B4-BE49-F238E27FC236}">
                  <a16:creationId xmlns:a16="http://schemas.microsoft.com/office/drawing/2014/main" id="{4914A176-C22A-41AC-78CF-A3DD222AD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050" y="4906963"/>
              <a:ext cx="1333500" cy="1260475"/>
            </a:xfrm>
            <a:custGeom>
              <a:avLst/>
              <a:gdLst>
                <a:gd name="T0" fmla="*/ 109 w 109"/>
                <a:gd name="T1" fmla="*/ 20 h 103"/>
                <a:gd name="T2" fmla="*/ 109 w 109"/>
                <a:gd name="T3" fmla="*/ 103 h 103"/>
                <a:gd name="T4" fmla="*/ 0 w 109"/>
                <a:gd name="T5" fmla="*/ 58 h 103"/>
                <a:gd name="T6" fmla="*/ 58 w 109"/>
                <a:gd name="T7" fmla="*/ 0 h 103"/>
                <a:gd name="T8" fmla="*/ 109 w 109"/>
                <a:gd name="T9" fmla="*/ 2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3">
                  <a:moveTo>
                    <a:pt x="109" y="20"/>
                  </a:moveTo>
                  <a:cubicBezTo>
                    <a:pt x="109" y="103"/>
                    <a:pt x="109" y="103"/>
                    <a:pt x="109" y="103"/>
                  </a:cubicBezTo>
                  <a:cubicBezTo>
                    <a:pt x="67" y="100"/>
                    <a:pt x="30" y="83"/>
                    <a:pt x="0" y="58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73" y="11"/>
                    <a:pt x="90" y="18"/>
                    <a:pt x="109" y="2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FC3DB2ED-2948-4342-EDED-A3CA97F48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4906963"/>
              <a:ext cx="1322388" cy="1260475"/>
            </a:xfrm>
            <a:custGeom>
              <a:avLst/>
              <a:gdLst>
                <a:gd name="T0" fmla="*/ 50 w 108"/>
                <a:gd name="T1" fmla="*/ 0 h 103"/>
                <a:gd name="T2" fmla="*/ 108 w 108"/>
                <a:gd name="T3" fmla="*/ 58 h 103"/>
                <a:gd name="T4" fmla="*/ 0 w 108"/>
                <a:gd name="T5" fmla="*/ 103 h 103"/>
                <a:gd name="T6" fmla="*/ 0 w 108"/>
                <a:gd name="T7" fmla="*/ 20 h 103"/>
                <a:gd name="T8" fmla="*/ 50 w 108"/>
                <a:gd name="T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50" y="0"/>
                  </a:moveTo>
                  <a:cubicBezTo>
                    <a:pt x="108" y="58"/>
                    <a:pt x="108" y="58"/>
                    <a:pt x="108" y="58"/>
                  </a:cubicBezTo>
                  <a:cubicBezTo>
                    <a:pt x="79" y="83"/>
                    <a:pt x="41" y="100"/>
                    <a:pt x="0" y="10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8" y="18"/>
                    <a:pt x="36" y="11"/>
                    <a:pt x="5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6424EDB-EBB1-E95A-3978-D3A4EBB257E9}"/>
              </a:ext>
            </a:extLst>
          </p:cNvPr>
          <p:cNvSpPr txBox="1"/>
          <p:nvPr/>
        </p:nvSpPr>
        <p:spPr>
          <a:xfrm>
            <a:off x="7792776" y="597315"/>
            <a:ext cx="3256224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Організаційні</a:t>
            </a:r>
          </a:p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затримки погоджень та закупівель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5E2425D-6B68-7997-317B-9A5E32995E23}"/>
              </a:ext>
            </a:extLst>
          </p:cNvPr>
          <p:cNvSpPr txBox="1"/>
          <p:nvPr/>
        </p:nvSpPr>
        <p:spPr>
          <a:xfrm>
            <a:off x="7185527" y="570396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7036B1D-2F46-CBE4-A7AC-E318DC83CB66}"/>
              </a:ext>
            </a:extLst>
          </p:cNvPr>
          <p:cNvSpPr txBox="1"/>
          <p:nvPr/>
        </p:nvSpPr>
        <p:spPr>
          <a:xfrm>
            <a:off x="8802784" y="2501200"/>
            <a:ext cx="2046191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Фінансові</a:t>
            </a:r>
          </a:p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коливання вартості та бюджету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AEF17E9-E331-DFE4-7B2D-7C388DC7B576}"/>
              </a:ext>
            </a:extLst>
          </p:cNvPr>
          <p:cNvSpPr txBox="1"/>
          <p:nvPr/>
        </p:nvSpPr>
        <p:spPr>
          <a:xfrm>
            <a:off x="8802784" y="2064820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7561CCA-1DFB-1C03-87B4-AB7B8881F977}"/>
              </a:ext>
            </a:extLst>
          </p:cNvPr>
          <p:cNvSpPr txBox="1"/>
          <p:nvPr/>
        </p:nvSpPr>
        <p:spPr>
          <a:xfrm>
            <a:off x="8073733" y="5605970"/>
            <a:ext cx="2860967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Кадрові</a:t>
            </a:r>
          </a:p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нестача або перевантаження персоналу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A4D7056-A764-8D43-FB6D-4EC1A80E9ED6}"/>
              </a:ext>
            </a:extLst>
          </p:cNvPr>
          <p:cNvSpPr txBox="1"/>
          <p:nvPr/>
        </p:nvSpPr>
        <p:spPr>
          <a:xfrm>
            <a:off x="7466485" y="5702163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14C3B1D-33CB-72C5-BAA3-E1CB107A7079}"/>
              </a:ext>
            </a:extLst>
          </p:cNvPr>
          <p:cNvSpPr txBox="1"/>
          <p:nvPr/>
        </p:nvSpPr>
        <p:spPr>
          <a:xfrm flipH="1">
            <a:off x="2206327" y="5605970"/>
            <a:ext cx="1911942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az-Cyrl-AZ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Навчальні</a:t>
            </a:r>
          </a:p>
          <a:p>
            <a:pPr algn="r"/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нерівномірна підготовка слухачів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421DC9B-CB73-1642-A65C-DE02EE93FB53}"/>
              </a:ext>
            </a:extLst>
          </p:cNvPr>
          <p:cNvSpPr txBox="1"/>
          <p:nvPr/>
        </p:nvSpPr>
        <p:spPr>
          <a:xfrm flipH="1">
            <a:off x="4118270" y="5702163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1574DB0-0C49-96AE-9D2A-441C8A9F65A4}"/>
              </a:ext>
            </a:extLst>
          </p:cNvPr>
          <p:cNvSpPr txBox="1"/>
          <p:nvPr/>
        </p:nvSpPr>
        <p:spPr>
          <a:xfrm>
            <a:off x="8797237" y="4265988"/>
            <a:ext cx="2461313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az-Cyrl-AZ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Технічні</a:t>
            </a:r>
          </a:p>
          <a:p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збої або затримка обладнання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CA2E5CA-3C0E-E04B-673B-A8F3E1D96DAB}"/>
              </a:ext>
            </a:extLst>
          </p:cNvPr>
          <p:cNvSpPr txBox="1"/>
          <p:nvPr/>
        </p:nvSpPr>
        <p:spPr>
          <a:xfrm>
            <a:off x="8797237" y="382008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D470D0A-0AB4-9B91-5005-0DC24ADB1DE8}"/>
              </a:ext>
            </a:extLst>
          </p:cNvPr>
          <p:cNvSpPr txBox="1"/>
          <p:nvPr/>
        </p:nvSpPr>
        <p:spPr>
          <a:xfrm>
            <a:off x="1152891" y="4237413"/>
            <a:ext cx="2241875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az-Cyrl-AZ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Зовнішні</a:t>
            </a:r>
          </a:p>
          <a:p>
            <a:pPr algn="r"/>
            <a:r>
              <a:rPr lang="az-Cyrl-AZ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енергетичні та регуляторні фактори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CE7D575-7B6A-3174-0460-37166C5DAE20}"/>
              </a:ext>
            </a:extLst>
          </p:cNvPr>
          <p:cNvSpPr txBox="1"/>
          <p:nvPr/>
        </p:nvSpPr>
        <p:spPr>
          <a:xfrm>
            <a:off x="2787518" y="382008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06</a:t>
            </a:r>
          </a:p>
        </p:txBody>
      </p:sp>
      <p:pic>
        <p:nvPicPr>
          <p:cNvPr id="2050" name="Picture 2" descr="Calendar Clock Vector Art, Icons, and Graphics for Free Download">
            <a:extLst>
              <a:ext uri="{FF2B5EF4-FFF2-40B4-BE49-F238E27FC236}">
                <a16:creationId xmlns:a16="http://schemas.microsoft.com/office/drawing/2014/main" id="{9C7D1147-26B2-5063-F890-6C1D6302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4857" y1="49714" x2="44857" y2="49714"/>
                        <a14:foregroundMark x1="54571" y1="48000" x2="54571" y2="48000"/>
                        <a14:foregroundMark x1="63714" y1="48857" x2="63714" y2="48857"/>
                        <a14:foregroundMark x1="35143" y1="54857" x2="35143" y2="54857"/>
                        <a14:foregroundMark x1="44857" y1="54857" x2="44857" y2="54857"/>
                        <a14:foregroundMark x1="54571" y1="55429" x2="54571" y2="55429"/>
                        <a14:foregroundMark x1="34857" y1="63143" x2="34857" y2="63143"/>
                        <a14:foregroundMark x1="45143" y1="65143" x2="45143" y2="65143"/>
                        <a14:foregroundMark x1="53714" y1="63429" x2="54571" y2="63429"/>
                        <a14:foregroundMark x1="77429" y1="52571" x2="77429" y2="52571"/>
                        <a14:foregroundMark x1="73143" y1="63429" x2="73143" y2="63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945" y="1089757"/>
            <a:ext cx="867779" cy="86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Графіка 4" descr="Скарбничка">
            <a:extLst>
              <a:ext uri="{FF2B5EF4-FFF2-40B4-BE49-F238E27FC236}">
                <a16:creationId xmlns:a16="http://schemas.microsoft.com/office/drawing/2014/main" id="{3FF01593-2230-12EC-FA8D-189D299FF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0474" y="2367747"/>
            <a:ext cx="533400" cy="533400"/>
          </a:xfrm>
          <a:prstGeom prst="rect">
            <a:avLst/>
          </a:prstGeom>
        </p:spPr>
      </p:pic>
      <p:pic>
        <p:nvPicPr>
          <p:cNvPr id="11" name="Графіка 10" descr="Контрольний список (справа наліво)">
            <a:extLst>
              <a:ext uri="{FF2B5EF4-FFF2-40B4-BE49-F238E27FC236}">
                <a16:creationId xmlns:a16="http://schemas.microsoft.com/office/drawing/2014/main" id="{C800497A-D13E-D20E-D26F-DAFE2285A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0530" y="3935062"/>
            <a:ext cx="517791" cy="517791"/>
          </a:xfrm>
          <a:prstGeom prst="rect">
            <a:avLst/>
          </a:prstGeom>
        </p:spPr>
      </p:pic>
      <p:pic>
        <p:nvPicPr>
          <p:cNvPr id="8" name="Графіка 7" descr="Інструменти">
            <a:extLst>
              <a:ext uri="{FF2B5EF4-FFF2-40B4-BE49-F238E27FC236}">
                <a16:creationId xmlns:a16="http://schemas.microsoft.com/office/drawing/2014/main" id="{D60DB9D9-EDEC-8378-507B-B30F528C2B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0474" y="3918297"/>
            <a:ext cx="504620" cy="504620"/>
          </a:xfrm>
          <a:prstGeom prst="rect">
            <a:avLst/>
          </a:prstGeom>
        </p:spPr>
      </p:pic>
      <p:pic>
        <p:nvPicPr>
          <p:cNvPr id="12" name="Графіка 11" descr="Офісний працівник">
            <a:extLst>
              <a:ext uri="{FF2B5EF4-FFF2-40B4-BE49-F238E27FC236}">
                <a16:creationId xmlns:a16="http://schemas.microsoft.com/office/drawing/2014/main" id="{E1548B19-76B3-E124-D5DE-213E14420D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8213" y="5004652"/>
            <a:ext cx="538898" cy="538898"/>
          </a:xfrm>
          <a:prstGeom prst="rect">
            <a:avLst/>
          </a:prstGeom>
        </p:spPr>
      </p:pic>
      <p:pic>
        <p:nvPicPr>
          <p:cNvPr id="15" name="Графіка 14" descr="Книги">
            <a:extLst>
              <a:ext uri="{FF2B5EF4-FFF2-40B4-BE49-F238E27FC236}">
                <a16:creationId xmlns:a16="http://schemas.microsoft.com/office/drawing/2014/main" id="{777FED3C-B602-584D-FB32-F6ED288BE2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23136" y="5053978"/>
            <a:ext cx="517791" cy="51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3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B632-2A35-6F94-9751-CA3D5D52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69C48CB3-0F71-CF35-99C6-BCAA59B105B3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ПРОТИРИЗИКОВІ ЗАХОДИ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2A73A902-5EE0-CEFE-60D7-E5225375D035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4DD9F8-EC26-E8A5-8983-75F3725CBC33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1308D8-30FA-6EC1-DE13-7E8900AF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BA606-0C8F-B14D-59A8-7F364E0C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21</a:t>
            </a:fld>
            <a:endParaRPr lang="en-US"/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D035EEBF-563C-AE89-082E-401075A9AD1B}"/>
              </a:ext>
            </a:extLst>
          </p:cNvPr>
          <p:cNvGrpSpPr/>
          <p:nvPr/>
        </p:nvGrpSpPr>
        <p:grpSpPr>
          <a:xfrm>
            <a:off x="552349" y="1644283"/>
            <a:ext cx="11090478" cy="3918684"/>
            <a:chOff x="1150938" y="1417637"/>
            <a:chExt cx="9893300" cy="3495676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1982BDC9-3E10-FB44-3F35-CF06A076F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074" y="3439739"/>
              <a:ext cx="975805" cy="973884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C470DC0-A00B-8CD6-000A-F3DC42845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499" y="1913819"/>
              <a:ext cx="975805" cy="9777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F11AB5A9-03D9-1114-90CC-15F5587B2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5936" y="3439739"/>
              <a:ext cx="975805" cy="97388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7D0C9D89-8F83-F313-49C3-EFDC8371D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069" y="1913819"/>
              <a:ext cx="977726" cy="97772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C7884741-7DD1-36F2-DA1B-E6C724C35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915" y="1913819"/>
              <a:ext cx="973884" cy="9777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9E06B92E-A77F-85B4-B21D-C1835BB1F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188" y="1417637"/>
              <a:ext cx="2432050" cy="1971675"/>
            </a:xfrm>
            <a:custGeom>
              <a:avLst/>
              <a:gdLst>
                <a:gd name="T0" fmla="*/ 928 w 1015"/>
                <a:gd name="T1" fmla="*/ 541 h 823"/>
                <a:gd name="T2" fmla="*/ 928 w 1015"/>
                <a:gd name="T3" fmla="*/ 456 h 823"/>
                <a:gd name="T4" fmla="*/ 789 w 1015"/>
                <a:gd name="T5" fmla="*/ 133 h 823"/>
                <a:gd name="T6" fmla="*/ 464 w 1015"/>
                <a:gd name="T7" fmla="*/ 0 h 823"/>
                <a:gd name="T8" fmla="*/ 0 w 1015"/>
                <a:gd name="T9" fmla="*/ 464 h 823"/>
                <a:gd name="T10" fmla="*/ 0 w 1015"/>
                <a:gd name="T11" fmla="*/ 724 h 823"/>
                <a:gd name="T12" fmla="*/ 73 w 1015"/>
                <a:gd name="T13" fmla="*/ 597 h 823"/>
                <a:gd name="T14" fmla="*/ 152 w 1015"/>
                <a:gd name="T15" fmla="*/ 735 h 823"/>
                <a:gd name="T16" fmla="*/ 152 w 1015"/>
                <a:gd name="T17" fmla="*/ 464 h 823"/>
                <a:gd name="T18" fmla="*/ 464 w 1015"/>
                <a:gd name="T19" fmla="*/ 152 h 823"/>
                <a:gd name="T20" fmla="*/ 683 w 1015"/>
                <a:gd name="T21" fmla="*/ 242 h 823"/>
                <a:gd name="T22" fmla="*/ 776 w 1015"/>
                <a:gd name="T23" fmla="*/ 458 h 823"/>
                <a:gd name="T24" fmla="*/ 776 w 1015"/>
                <a:gd name="T25" fmla="*/ 541 h 823"/>
                <a:gd name="T26" fmla="*/ 689 w 1015"/>
                <a:gd name="T27" fmla="*/ 541 h 823"/>
                <a:gd name="T28" fmla="*/ 852 w 1015"/>
                <a:gd name="T29" fmla="*/ 823 h 823"/>
                <a:gd name="T30" fmla="*/ 1015 w 1015"/>
                <a:gd name="T31" fmla="*/ 541 h 823"/>
                <a:gd name="T32" fmla="*/ 928 w 1015"/>
                <a:gd name="T33" fmla="*/ 54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928" y="541"/>
                  </a:move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89" y="133"/>
                  </a:cubicBezTo>
                  <a:cubicBezTo>
                    <a:pt x="702" y="47"/>
                    <a:pt x="586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724"/>
                    <a:pt x="0" y="724"/>
                    <a:pt x="0" y="724"/>
                  </a:cubicBezTo>
                  <a:cubicBezTo>
                    <a:pt x="73" y="597"/>
                    <a:pt x="73" y="597"/>
                    <a:pt x="73" y="597"/>
                  </a:cubicBezTo>
                  <a:cubicBezTo>
                    <a:pt x="152" y="735"/>
                    <a:pt x="152" y="735"/>
                    <a:pt x="152" y="735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6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cubicBezTo>
                    <a:pt x="1015" y="541"/>
                    <a:pt x="1015" y="541"/>
                    <a:pt x="1015" y="541"/>
                  </a:cubicBezTo>
                  <a:lnTo>
                    <a:pt x="928" y="541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C78E3673-D081-4B51-0589-EBE701A00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941638"/>
              <a:ext cx="2432050" cy="1971675"/>
            </a:xfrm>
            <a:custGeom>
              <a:avLst/>
              <a:gdLst>
                <a:gd name="T0" fmla="*/ 852 w 1015"/>
                <a:gd name="T1" fmla="*/ 0 h 823"/>
                <a:gd name="T2" fmla="*/ 689 w 1015"/>
                <a:gd name="T3" fmla="*/ 282 h 823"/>
                <a:gd name="T4" fmla="*/ 775 w 1015"/>
                <a:gd name="T5" fmla="*/ 282 h 823"/>
                <a:gd name="T6" fmla="*/ 775 w 1015"/>
                <a:gd name="T7" fmla="*/ 365 h 823"/>
                <a:gd name="T8" fmla="*/ 682 w 1015"/>
                <a:gd name="T9" fmla="*/ 581 h 823"/>
                <a:gd name="T10" fmla="*/ 464 w 1015"/>
                <a:gd name="T11" fmla="*/ 670 h 823"/>
                <a:gd name="T12" fmla="*/ 152 w 1015"/>
                <a:gd name="T13" fmla="*/ 358 h 823"/>
                <a:gd name="T14" fmla="*/ 152 w 1015"/>
                <a:gd name="T15" fmla="*/ 90 h 823"/>
                <a:gd name="T16" fmla="*/ 74 w 1015"/>
                <a:gd name="T17" fmla="*/ 225 h 823"/>
                <a:gd name="T18" fmla="*/ 0 w 1015"/>
                <a:gd name="T19" fmla="*/ 96 h 823"/>
                <a:gd name="T20" fmla="*/ 0 w 1015"/>
                <a:gd name="T21" fmla="*/ 358 h 823"/>
                <a:gd name="T22" fmla="*/ 464 w 1015"/>
                <a:gd name="T23" fmla="*/ 823 h 823"/>
                <a:gd name="T24" fmla="*/ 789 w 1015"/>
                <a:gd name="T25" fmla="*/ 690 h 823"/>
                <a:gd name="T26" fmla="*/ 928 w 1015"/>
                <a:gd name="T27" fmla="*/ 367 h 823"/>
                <a:gd name="T28" fmla="*/ 928 w 1015"/>
                <a:gd name="T29" fmla="*/ 282 h 823"/>
                <a:gd name="T30" fmla="*/ 1015 w 1015"/>
                <a:gd name="T31" fmla="*/ 282 h 823"/>
                <a:gd name="T32" fmla="*/ 852 w 1015"/>
                <a:gd name="T33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852" y="0"/>
                  </a:moveTo>
                  <a:cubicBezTo>
                    <a:pt x="689" y="282"/>
                    <a:pt x="689" y="282"/>
                    <a:pt x="689" y="282"/>
                  </a:cubicBezTo>
                  <a:cubicBezTo>
                    <a:pt x="775" y="282"/>
                    <a:pt x="775" y="282"/>
                    <a:pt x="775" y="282"/>
                  </a:cubicBezTo>
                  <a:cubicBezTo>
                    <a:pt x="775" y="365"/>
                    <a:pt x="775" y="365"/>
                    <a:pt x="775" y="365"/>
                  </a:cubicBezTo>
                  <a:cubicBezTo>
                    <a:pt x="774" y="447"/>
                    <a:pt x="741" y="523"/>
                    <a:pt x="682" y="581"/>
                  </a:cubicBezTo>
                  <a:cubicBezTo>
                    <a:pt x="624" y="639"/>
                    <a:pt x="546" y="670"/>
                    <a:pt x="464" y="670"/>
                  </a:cubicBezTo>
                  <a:cubicBezTo>
                    <a:pt x="292" y="670"/>
                    <a:pt x="152" y="530"/>
                    <a:pt x="152" y="358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614"/>
                    <a:pt x="208" y="823"/>
                    <a:pt x="464" y="823"/>
                  </a:cubicBezTo>
                  <a:cubicBezTo>
                    <a:pt x="586" y="823"/>
                    <a:pt x="702" y="775"/>
                    <a:pt x="789" y="690"/>
                  </a:cubicBezTo>
                  <a:cubicBezTo>
                    <a:pt x="876" y="604"/>
                    <a:pt x="926" y="489"/>
                    <a:pt x="928" y="367"/>
                  </a:cubicBezTo>
                  <a:cubicBezTo>
                    <a:pt x="928" y="282"/>
                    <a:pt x="928" y="282"/>
                    <a:pt x="928" y="282"/>
                  </a:cubicBezTo>
                  <a:cubicBezTo>
                    <a:pt x="1015" y="282"/>
                    <a:pt x="1015" y="282"/>
                    <a:pt x="1015" y="28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0F2E41D9-1BA7-E046-63A2-9A0D2D8F4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563" y="1417637"/>
              <a:ext cx="2432050" cy="1971675"/>
            </a:xfrm>
            <a:custGeom>
              <a:avLst/>
              <a:gdLst>
                <a:gd name="T0" fmla="*/ 928 w 1015"/>
                <a:gd name="T1" fmla="*/ 541 h 823"/>
                <a:gd name="T2" fmla="*/ 928 w 1015"/>
                <a:gd name="T3" fmla="*/ 456 h 823"/>
                <a:gd name="T4" fmla="*/ 790 w 1015"/>
                <a:gd name="T5" fmla="*/ 133 h 823"/>
                <a:gd name="T6" fmla="*/ 464 w 1015"/>
                <a:gd name="T7" fmla="*/ 0 h 823"/>
                <a:gd name="T8" fmla="*/ 0 w 1015"/>
                <a:gd name="T9" fmla="*/ 464 h 823"/>
                <a:gd name="T10" fmla="*/ 0 w 1015"/>
                <a:gd name="T11" fmla="*/ 724 h 823"/>
                <a:gd name="T12" fmla="*/ 73 w 1015"/>
                <a:gd name="T13" fmla="*/ 597 h 823"/>
                <a:gd name="T14" fmla="*/ 152 w 1015"/>
                <a:gd name="T15" fmla="*/ 735 h 823"/>
                <a:gd name="T16" fmla="*/ 152 w 1015"/>
                <a:gd name="T17" fmla="*/ 464 h 823"/>
                <a:gd name="T18" fmla="*/ 464 w 1015"/>
                <a:gd name="T19" fmla="*/ 152 h 823"/>
                <a:gd name="T20" fmla="*/ 683 w 1015"/>
                <a:gd name="T21" fmla="*/ 242 h 823"/>
                <a:gd name="T22" fmla="*/ 776 w 1015"/>
                <a:gd name="T23" fmla="*/ 458 h 823"/>
                <a:gd name="T24" fmla="*/ 776 w 1015"/>
                <a:gd name="T25" fmla="*/ 541 h 823"/>
                <a:gd name="T26" fmla="*/ 689 w 1015"/>
                <a:gd name="T27" fmla="*/ 541 h 823"/>
                <a:gd name="T28" fmla="*/ 852 w 1015"/>
                <a:gd name="T29" fmla="*/ 823 h 823"/>
                <a:gd name="T30" fmla="*/ 1015 w 1015"/>
                <a:gd name="T31" fmla="*/ 541 h 823"/>
                <a:gd name="T32" fmla="*/ 928 w 1015"/>
                <a:gd name="T33" fmla="*/ 54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928" y="541"/>
                  </a:move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90" y="133"/>
                  </a:cubicBezTo>
                  <a:cubicBezTo>
                    <a:pt x="702" y="47"/>
                    <a:pt x="587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724"/>
                    <a:pt x="0" y="724"/>
                    <a:pt x="0" y="724"/>
                  </a:cubicBezTo>
                  <a:cubicBezTo>
                    <a:pt x="73" y="597"/>
                    <a:pt x="73" y="597"/>
                    <a:pt x="73" y="597"/>
                  </a:cubicBezTo>
                  <a:cubicBezTo>
                    <a:pt x="152" y="735"/>
                    <a:pt x="152" y="735"/>
                    <a:pt x="152" y="735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6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cubicBezTo>
                    <a:pt x="1015" y="541"/>
                    <a:pt x="1015" y="541"/>
                    <a:pt x="1015" y="541"/>
                  </a:cubicBezTo>
                  <a:lnTo>
                    <a:pt x="928" y="54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52F5BE59-421D-7415-5FD8-14A30AA82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663" y="2941638"/>
              <a:ext cx="2432050" cy="1971675"/>
            </a:xfrm>
            <a:custGeom>
              <a:avLst/>
              <a:gdLst>
                <a:gd name="T0" fmla="*/ 852 w 1015"/>
                <a:gd name="T1" fmla="*/ 0 h 823"/>
                <a:gd name="T2" fmla="*/ 689 w 1015"/>
                <a:gd name="T3" fmla="*/ 282 h 823"/>
                <a:gd name="T4" fmla="*/ 776 w 1015"/>
                <a:gd name="T5" fmla="*/ 282 h 823"/>
                <a:gd name="T6" fmla="*/ 776 w 1015"/>
                <a:gd name="T7" fmla="*/ 365 h 823"/>
                <a:gd name="T8" fmla="*/ 682 w 1015"/>
                <a:gd name="T9" fmla="*/ 581 h 823"/>
                <a:gd name="T10" fmla="*/ 464 w 1015"/>
                <a:gd name="T11" fmla="*/ 670 h 823"/>
                <a:gd name="T12" fmla="*/ 152 w 1015"/>
                <a:gd name="T13" fmla="*/ 358 h 823"/>
                <a:gd name="T14" fmla="*/ 152 w 1015"/>
                <a:gd name="T15" fmla="*/ 90 h 823"/>
                <a:gd name="T16" fmla="*/ 74 w 1015"/>
                <a:gd name="T17" fmla="*/ 225 h 823"/>
                <a:gd name="T18" fmla="*/ 0 w 1015"/>
                <a:gd name="T19" fmla="*/ 96 h 823"/>
                <a:gd name="T20" fmla="*/ 0 w 1015"/>
                <a:gd name="T21" fmla="*/ 358 h 823"/>
                <a:gd name="T22" fmla="*/ 464 w 1015"/>
                <a:gd name="T23" fmla="*/ 823 h 823"/>
                <a:gd name="T24" fmla="*/ 789 w 1015"/>
                <a:gd name="T25" fmla="*/ 690 h 823"/>
                <a:gd name="T26" fmla="*/ 928 w 1015"/>
                <a:gd name="T27" fmla="*/ 367 h 823"/>
                <a:gd name="T28" fmla="*/ 928 w 1015"/>
                <a:gd name="T29" fmla="*/ 282 h 823"/>
                <a:gd name="T30" fmla="*/ 1015 w 1015"/>
                <a:gd name="T31" fmla="*/ 282 h 823"/>
                <a:gd name="T32" fmla="*/ 852 w 1015"/>
                <a:gd name="T33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5" h="823">
                  <a:moveTo>
                    <a:pt x="852" y="0"/>
                  </a:moveTo>
                  <a:cubicBezTo>
                    <a:pt x="689" y="282"/>
                    <a:pt x="689" y="282"/>
                    <a:pt x="689" y="282"/>
                  </a:cubicBezTo>
                  <a:cubicBezTo>
                    <a:pt x="776" y="282"/>
                    <a:pt x="776" y="282"/>
                    <a:pt x="776" y="282"/>
                  </a:cubicBezTo>
                  <a:cubicBezTo>
                    <a:pt x="776" y="365"/>
                    <a:pt x="776" y="365"/>
                    <a:pt x="776" y="365"/>
                  </a:cubicBezTo>
                  <a:cubicBezTo>
                    <a:pt x="774" y="447"/>
                    <a:pt x="741" y="523"/>
                    <a:pt x="682" y="581"/>
                  </a:cubicBezTo>
                  <a:cubicBezTo>
                    <a:pt x="624" y="639"/>
                    <a:pt x="546" y="670"/>
                    <a:pt x="464" y="670"/>
                  </a:cubicBezTo>
                  <a:cubicBezTo>
                    <a:pt x="292" y="670"/>
                    <a:pt x="152" y="530"/>
                    <a:pt x="152" y="358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614"/>
                    <a:pt x="208" y="823"/>
                    <a:pt x="464" y="823"/>
                  </a:cubicBezTo>
                  <a:cubicBezTo>
                    <a:pt x="586" y="823"/>
                    <a:pt x="702" y="775"/>
                    <a:pt x="789" y="690"/>
                  </a:cubicBezTo>
                  <a:cubicBezTo>
                    <a:pt x="877" y="604"/>
                    <a:pt x="926" y="489"/>
                    <a:pt x="928" y="367"/>
                  </a:cubicBezTo>
                  <a:cubicBezTo>
                    <a:pt x="928" y="282"/>
                    <a:pt x="928" y="282"/>
                    <a:pt x="928" y="282"/>
                  </a:cubicBezTo>
                  <a:cubicBezTo>
                    <a:pt x="1015" y="282"/>
                    <a:pt x="1015" y="282"/>
                    <a:pt x="1015" y="282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ED6256A4-B03B-81C0-373B-C857A8D8E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938" y="1417637"/>
              <a:ext cx="2432050" cy="1995488"/>
            </a:xfrm>
            <a:custGeom>
              <a:avLst/>
              <a:gdLst>
                <a:gd name="T0" fmla="*/ 1015 w 1015"/>
                <a:gd name="T1" fmla="*/ 541 h 833"/>
                <a:gd name="T2" fmla="*/ 928 w 1015"/>
                <a:gd name="T3" fmla="*/ 541 h 833"/>
                <a:gd name="T4" fmla="*/ 928 w 1015"/>
                <a:gd name="T5" fmla="*/ 456 h 833"/>
                <a:gd name="T6" fmla="*/ 790 w 1015"/>
                <a:gd name="T7" fmla="*/ 133 h 833"/>
                <a:gd name="T8" fmla="*/ 464 w 1015"/>
                <a:gd name="T9" fmla="*/ 0 h 833"/>
                <a:gd name="T10" fmla="*/ 0 w 1015"/>
                <a:gd name="T11" fmla="*/ 464 h 833"/>
                <a:gd name="T12" fmla="*/ 0 w 1015"/>
                <a:gd name="T13" fmla="*/ 833 h 833"/>
                <a:gd name="T14" fmla="*/ 152 w 1015"/>
                <a:gd name="T15" fmla="*/ 833 h 833"/>
                <a:gd name="T16" fmla="*/ 152 w 1015"/>
                <a:gd name="T17" fmla="*/ 464 h 833"/>
                <a:gd name="T18" fmla="*/ 464 w 1015"/>
                <a:gd name="T19" fmla="*/ 152 h 833"/>
                <a:gd name="T20" fmla="*/ 683 w 1015"/>
                <a:gd name="T21" fmla="*/ 242 h 833"/>
                <a:gd name="T22" fmla="*/ 776 w 1015"/>
                <a:gd name="T23" fmla="*/ 458 h 833"/>
                <a:gd name="T24" fmla="*/ 776 w 1015"/>
                <a:gd name="T25" fmla="*/ 541 h 833"/>
                <a:gd name="T26" fmla="*/ 689 w 1015"/>
                <a:gd name="T27" fmla="*/ 541 h 833"/>
                <a:gd name="T28" fmla="*/ 852 w 1015"/>
                <a:gd name="T29" fmla="*/ 823 h 833"/>
                <a:gd name="T30" fmla="*/ 1015 w 1015"/>
                <a:gd name="T31" fmla="*/ 54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15" h="833">
                  <a:moveTo>
                    <a:pt x="1015" y="541"/>
                  </a:moveTo>
                  <a:cubicBezTo>
                    <a:pt x="928" y="541"/>
                    <a:pt x="928" y="541"/>
                    <a:pt x="928" y="541"/>
                  </a:cubicBezTo>
                  <a:cubicBezTo>
                    <a:pt x="928" y="456"/>
                    <a:pt x="928" y="456"/>
                    <a:pt x="928" y="456"/>
                  </a:cubicBezTo>
                  <a:cubicBezTo>
                    <a:pt x="926" y="334"/>
                    <a:pt x="877" y="219"/>
                    <a:pt x="790" y="133"/>
                  </a:cubicBezTo>
                  <a:cubicBezTo>
                    <a:pt x="702" y="47"/>
                    <a:pt x="587" y="0"/>
                    <a:pt x="464" y="0"/>
                  </a:cubicBezTo>
                  <a:cubicBezTo>
                    <a:pt x="208" y="0"/>
                    <a:pt x="0" y="208"/>
                    <a:pt x="0" y="464"/>
                  </a:cubicBezTo>
                  <a:cubicBezTo>
                    <a:pt x="0" y="833"/>
                    <a:pt x="0" y="833"/>
                    <a:pt x="0" y="833"/>
                  </a:cubicBezTo>
                  <a:cubicBezTo>
                    <a:pt x="152" y="833"/>
                    <a:pt x="152" y="833"/>
                    <a:pt x="152" y="833"/>
                  </a:cubicBezTo>
                  <a:cubicBezTo>
                    <a:pt x="152" y="464"/>
                    <a:pt x="152" y="464"/>
                    <a:pt x="152" y="464"/>
                  </a:cubicBezTo>
                  <a:cubicBezTo>
                    <a:pt x="152" y="292"/>
                    <a:pt x="292" y="152"/>
                    <a:pt x="464" y="152"/>
                  </a:cubicBezTo>
                  <a:cubicBezTo>
                    <a:pt x="547" y="152"/>
                    <a:pt x="624" y="184"/>
                    <a:pt x="683" y="242"/>
                  </a:cubicBezTo>
                  <a:cubicBezTo>
                    <a:pt x="741" y="299"/>
                    <a:pt x="774" y="376"/>
                    <a:pt x="776" y="458"/>
                  </a:cubicBezTo>
                  <a:cubicBezTo>
                    <a:pt x="776" y="541"/>
                    <a:pt x="776" y="541"/>
                    <a:pt x="776" y="541"/>
                  </a:cubicBezTo>
                  <a:cubicBezTo>
                    <a:pt x="689" y="541"/>
                    <a:pt x="689" y="541"/>
                    <a:pt x="689" y="541"/>
                  </a:cubicBezTo>
                  <a:cubicBezTo>
                    <a:pt x="852" y="823"/>
                    <a:pt x="852" y="823"/>
                    <a:pt x="852" y="823"/>
                  </a:cubicBezTo>
                  <a:lnTo>
                    <a:pt x="1015" y="5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2BBBAF6-9F21-0713-5021-6A16633878EE}"/>
                </a:ext>
              </a:extLst>
            </p:cNvPr>
            <p:cNvSpPr txBox="1"/>
            <p:nvPr/>
          </p:nvSpPr>
          <p:spPr>
            <a:xfrm>
              <a:off x="1716123" y="2983272"/>
              <a:ext cx="1049676" cy="658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Контроль календарного плану</a:t>
              </a:r>
              <a:endParaRPr lang="en-US" sz="16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204DC9-1B3E-E5E6-011C-D5C426548731}"/>
                </a:ext>
              </a:extLst>
            </p:cNvPr>
            <p:cNvSpPr txBox="1"/>
            <p:nvPr/>
          </p:nvSpPr>
          <p:spPr>
            <a:xfrm>
              <a:off x="5303838" y="3026507"/>
              <a:ext cx="1381125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Альтернативні постачальники</a:t>
              </a:r>
              <a:endParaRPr lang="en-US" sz="16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EAF358-6E42-6D81-B7FD-765A4C740F5A}"/>
                </a:ext>
              </a:extLst>
            </p:cNvPr>
            <p:cNvSpPr txBox="1"/>
            <p:nvPr/>
          </p:nvSpPr>
          <p:spPr>
            <a:xfrm>
              <a:off x="9097349" y="3026507"/>
              <a:ext cx="1381125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uk-UA" sz="1600" b="1" dirty="0"/>
                <a:t>Моніторинг та коригувальні дії</a:t>
              </a:r>
              <a:endParaRPr lang="en-US" sz="16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280FB8-05E1-313C-F3CC-6F7CA89A25BC}"/>
                </a:ext>
              </a:extLst>
            </p:cNvPr>
            <p:cNvSpPr txBox="1"/>
            <p:nvPr/>
          </p:nvSpPr>
          <p:spPr>
            <a:xfrm>
              <a:off x="3524489" y="2924536"/>
              <a:ext cx="1136086" cy="4392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Резервний фонд 5–10%</a:t>
              </a:r>
              <a:endParaRPr 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09AD58-0F48-E207-1C5F-0D96DA42D4EE}"/>
                </a:ext>
              </a:extLst>
            </p:cNvPr>
            <p:cNvSpPr txBox="1"/>
            <p:nvPr/>
          </p:nvSpPr>
          <p:spPr>
            <a:xfrm>
              <a:off x="7222443" y="2704894"/>
              <a:ext cx="1252538" cy="658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az-Cyrl-AZ" sz="1600" b="1" dirty="0"/>
                <a:t>Резерв персоналу та перенавчання</a:t>
              </a:r>
              <a:endParaRPr lang="en-US" sz="1600" b="1" dirty="0"/>
            </a:p>
          </p:txBody>
        </p:sp>
      </p:grpSp>
      <p:pic>
        <p:nvPicPr>
          <p:cNvPr id="35" name="Графіка 34" descr="Класна кімната">
            <a:extLst>
              <a:ext uri="{FF2B5EF4-FFF2-40B4-BE49-F238E27FC236}">
                <a16:creationId xmlns:a16="http://schemas.microsoft.com/office/drawing/2014/main" id="{099EF7C5-FE38-4DA3-5872-8364F49BC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8751" y="4120543"/>
            <a:ext cx="672797" cy="672797"/>
          </a:xfrm>
          <a:prstGeom prst="rect">
            <a:avLst/>
          </a:prstGeom>
        </p:spPr>
      </p:pic>
      <p:pic>
        <p:nvPicPr>
          <p:cNvPr id="37" name="Графіка 36" descr="Контрольний список (справа наліво)">
            <a:extLst>
              <a:ext uri="{FF2B5EF4-FFF2-40B4-BE49-F238E27FC236}">
                <a16:creationId xmlns:a16="http://schemas.microsoft.com/office/drawing/2014/main" id="{6FF8DD63-14E6-A96C-F9B8-B3E804171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7719" y="2441454"/>
            <a:ext cx="639212" cy="639212"/>
          </a:xfrm>
          <a:prstGeom prst="rect">
            <a:avLst/>
          </a:prstGeom>
        </p:spPr>
      </p:pic>
      <p:pic>
        <p:nvPicPr>
          <p:cNvPr id="25" name="Графіка 24" descr="Рукостискання">
            <a:extLst>
              <a:ext uri="{FF2B5EF4-FFF2-40B4-BE49-F238E27FC236}">
                <a16:creationId xmlns:a16="http://schemas.microsoft.com/office/drawing/2014/main" id="{EB94D7B6-D2B2-DE72-1917-9CC39BE46E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5175" y="2435616"/>
            <a:ext cx="685800" cy="685800"/>
          </a:xfrm>
          <a:prstGeom prst="rect">
            <a:avLst/>
          </a:prstGeom>
        </p:spPr>
      </p:pic>
      <p:pic>
        <p:nvPicPr>
          <p:cNvPr id="27" name="Графіка 26" descr="Скарбничка">
            <a:extLst>
              <a:ext uri="{FF2B5EF4-FFF2-40B4-BE49-F238E27FC236}">
                <a16:creationId xmlns:a16="http://schemas.microsoft.com/office/drawing/2014/main" id="{85AA7788-85C4-6CE1-B927-EFE47785FD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81400" y="4123866"/>
            <a:ext cx="643164" cy="643164"/>
          </a:xfrm>
          <a:prstGeom prst="rect">
            <a:avLst/>
          </a:prstGeom>
        </p:spPr>
      </p:pic>
      <p:pic>
        <p:nvPicPr>
          <p:cNvPr id="28" name="Picture 2" descr="Calendar Clock Vector Art, Icons, and Graphics for Free Download">
            <a:extLst>
              <a:ext uri="{FF2B5EF4-FFF2-40B4-BE49-F238E27FC236}">
                <a16:creationId xmlns:a16="http://schemas.microsoft.com/office/drawing/2014/main" id="{CED5BDCB-97C1-C3B6-5E45-2A71B80BB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4857" y1="49714" x2="44857" y2="49714"/>
                        <a14:foregroundMark x1="54571" y1="48000" x2="54571" y2="48000"/>
                        <a14:foregroundMark x1="63714" y1="48857" x2="63714" y2="48857"/>
                        <a14:foregroundMark x1="35143" y1="54857" x2="35143" y2="54857"/>
                        <a14:foregroundMark x1="44857" y1="54857" x2="44857" y2="54857"/>
                        <a14:foregroundMark x1="54571" y1="55429" x2="54571" y2="55429"/>
                        <a14:foregroundMark x1="34857" y1="63143" x2="34857" y2="63143"/>
                        <a14:foregroundMark x1="45143" y1="65143" x2="45143" y2="65143"/>
                        <a14:foregroundMark x1="53714" y1="63429" x2="54571" y2="63429"/>
                        <a14:foregroundMark x1="77429" y1="52571" x2="77429" y2="52571"/>
                        <a14:foregroundMark x1="73143" y1="63429" x2="73143" y2="63429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249" y="2237836"/>
            <a:ext cx="1025013" cy="102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44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73CF9-7241-E493-8F94-835C5501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70D2FFCD-EC25-475A-1AD9-E6A5482B869C}"/>
              </a:ext>
            </a:extLst>
          </p:cNvPr>
          <p:cNvSpPr txBox="1"/>
          <p:nvPr/>
        </p:nvSpPr>
        <p:spPr>
          <a:xfrm>
            <a:off x="3595766" y="6016625"/>
            <a:ext cx="550777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УПРАВЛІННЯ ЯКІСТЮ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E223B70-D796-11D2-4378-7725431BDCB7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357C0-BDDF-B504-AE9D-C57AE8EE60A2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E08556C-41B8-6DD6-C04C-02ABDBBD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EAF9E-9270-7660-9D82-4AC17E6D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965451BA-B709-E1AF-1896-601CA0E83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808" y="533400"/>
            <a:ext cx="796925" cy="796925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5F2B812-30BA-AC7A-68EB-44E563917CD6}"/>
              </a:ext>
            </a:extLst>
          </p:cNvPr>
          <p:cNvSpPr>
            <a:spLocks/>
          </p:cNvSpPr>
          <p:nvPr/>
        </p:nvSpPr>
        <p:spPr bwMode="auto">
          <a:xfrm>
            <a:off x="7191821" y="892175"/>
            <a:ext cx="912813" cy="912812"/>
          </a:xfrm>
          <a:custGeom>
            <a:avLst/>
            <a:gdLst>
              <a:gd name="T0" fmla="*/ 366 w 510"/>
              <a:gd name="T1" fmla="*/ 62 h 510"/>
              <a:gd name="T2" fmla="*/ 448 w 510"/>
              <a:gd name="T3" fmla="*/ 367 h 510"/>
              <a:gd name="T4" fmla="*/ 143 w 510"/>
              <a:gd name="T5" fmla="*/ 448 h 510"/>
              <a:gd name="T6" fmla="*/ 61 w 510"/>
              <a:gd name="T7" fmla="*/ 143 h 510"/>
              <a:gd name="T8" fmla="*/ 366 w 510"/>
              <a:gd name="T9" fmla="*/ 62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366" y="62"/>
                </a:moveTo>
                <a:cubicBezTo>
                  <a:pt x="473" y="123"/>
                  <a:pt x="510" y="260"/>
                  <a:pt x="448" y="367"/>
                </a:cubicBezTo>
                <a:cubicBezTo>
                  <a:pt x="387" y="473"/>
                  <a:pt x="250" y="510"/>
                  <a:pt x="143" y="448"/>
                </a:cubicBezTo>
                <a:cubicBezTo>
                  <a:pt x="36" y="387"/>
                  <a:pt x="0" y="250"/>
                  <a:pt x="61" y="143"/>
                </a:cubicBezTo>
                <a:cubicBezTo>
                  <a:pt x="123" y="37"/>
                  <a:pt x="260" y="0"/>
                  <a:pt x="366" y="62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F358FA55-B889-6945-48EC-0D70B4280516}"/>
              </a:ext>
            </a:extLst>
          </p:cNvPr>
          <p:cNvSpPr>
            <a:spLocks/>
          </p:cNvSpPr>
          <p:nvPr/>
        </p:nvSpPr>
        <p:spPr bwMode="auto">
          <a:xfrm>
            <a:off x="8331646" y="5140325"/>
            <a:ext cx="911225" cy="914400"/>
          </a:xfrm>
          <a:custGeom>
            <a:avLst/>
            <a:gdLst>
              <a:gd name="T0" fmla="*/ 448 w 510"/>
              <a:gd name="T1" fmla="*/ 367 h 511"/>
              <a:gd name="T2" fmla="*/ 143 w 510"/>
              <a:gd name="T3" fmla="*/ 449 h 511"/>
              <a:gd name="T4" fmla="*/ 61 w 510"/>
              <a:gd name="T5" fmla="*/ 144 h 511"/>
              <a:gd name="T6" fmla="*/ 366 w 510"/>
              <a:gd name="T7" fmla="*/ 62 h 511"/>
              <a:gd name="T8" fmla="*/ 448 w 510"/>
              <a:gd name="T9" fmla="*/ 367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1">
                <a:moveTo>
                  <a:pt x="448" y="367"/>
                </a:moveTo>
                <a:cubicBezTo>
                  <a:pt x="386" y="474"/>
                  <a:pt x="250" y="511"/>
                  <a:pt x="143" y="449"/>
                </a:cubicBezTo>
                <a:cubicBezTo>
                  <a:pt x="36" y="387"/>
                  <a:pt x="0" y="251"/>
                  <a:pt x="61" y="144"/>
                </a:cubicBezTo>
                <a:cubicBezTo>
                  <a:pt x="123" y="37"/>
                  <a:pt x="259" y="0"/>
                  <a:pt x="366" y="62"/>
                </a:cubicBezTo>
                <a:cubicBezTo>
                  <a:pt x="473" y="124"/>
                  <a:pt x="510" y="260"/>
                  <a:pt x="448" y="367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7">
            <a:extLst>
              <a:ext uri="{FF2B5EF4-FFF2-40B4-BE49-F238E27FC236}">
                <a16:creationId xmlns:a16="http://schemas.microsoft.com/office/drawing/2014/main" id="{C9FDA3F1-9ACA-3D33-12FC-B09EB77194E4}"/>
              </a:ext>
            </a:extLst>
          </p:cNvPr>
          <p:cNvSpPr>
            <a:spLocks/>
          </p:cNvSpPr>
          <p:nvPr/>
        </p:nvSpPr>
        <p:spPr bwMode="auto">
          <a:xfrm>
            <a:off x="4095403" y="892175"/>
            <a:ext cx="911225" cy="912812"/>
          </a:xfrm>
          <a:custGeom>
            <a:avLst/>
            <a:gdLst>
              <a:gd name="T0" fmla="*/ 143 w 510"/>
              <a:gd name="T1" fmla="*/ 62 h 510"/>
              <a:gd name="T2" fmla="*/ 448 w 510"/>
              <a:gd name="T3" fmla="*/ 143 h 510"/>
              <a:gd name="T4" fmla="*/ 367 w 510"/>
              <a:gd name="T5" fmla="*/ 448 h 510"/>
              <a:gd name="T6" fmla="*/ 62 w 510"/>
              <a:gd name="T7" fmla="*/ 367 h 510"/>
              <a:gd name="T8" fmla="*/ 143 w 510"/>
              <a:gd name="T9" fmla="*/ 62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143" y="62"/>
                </a:moveTo>
                <a:cubicBezTo>
                  <a:pt x="250" y="0"/>
                  <a:pt x="387" y="37"/>
                  <a:pt x="448" y="143"/>
                </a:cubicBezTo>
                <a:cubicBezTo>
                  <a:pt x="510" y="250"/>
                  <a:pt x="474" y="387"/>
                  <a:pt x="367" y="448"/>
                </a:cubicBezTo>
                <a:cubicBezTo>
                  <a:pt x="260" y="510"/>
                  <a:pt x="123" y="473"/>
                  <a:pt x="62" y="367"/>
                </a:cubicBezTo>
                <a:cubicBezTo>
                  <a:pt x="0" y="260"/>
                  <a:pt x="37" y="123"/>
                  <a:pt x="143" y="6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54">
            <a:extLst>
              <a:ext uri="{FF2B5EF4-FFF2-40B4-BE49-F238E27FC236}">
                <a16:creationId xmlns:a16="http://schemas.microsoft.com/office/drawing/2014/main" id="{0DD77CC5-1CB1-7772-3826-36D0053BA3D3}"/>
              </a:ext>
            </a:extLst>
          </p:cNvPr>
          <p:cNvSpPr>
            <a:spLocks/>
          </p:cNvSpPr>
          <p:nvPr/>
        </p:nvSpPr>
        <p:spPr bwMode="auto">
          <a:xfrm>
            <a:off x="2942581" y="2032000"/>
            <a:ext cx="912813" cy="911225"/>
          </a:xfrm>
          <a:custGeom>
            <a:avLst/>
            <a:gdLst>
              <a:gd name="T0" fmla="*/ 62 w 510"/>
              <a:gd name="T1" fmla="*/ 143 h 510"/>
              <a:gd name="T2" fmla="*/ 367 w 510"/>
              <a:gd name="T3" fmla="*/ 61 h 510"/>
              <a:gd name="T4" fmla="*/ 449 w 510"/>
              <a:gd name="T5" fmla="*/ 366 h 510"/>
              <a:gd name="T6" fmla="*/ 144 w 510"/>
              <a:gd name="T7" fmla="*/ 448 h 510"/>
              <a:gd name="T8" fmla="*/ 62 w 510"/>
              <a:gd name="T9" fmla="*/ 143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143"/>
                </a:moveTo>
                <a:cubicBezTo>
                  <a:pt x="124" y="36"/>
                  <a:pt x="260" y="0"/>
                  <a:pt x="367" y="61"/>
                </a:cubicBezTo>
                <a:cubicBezTo>
                  <a:pt x="474" y="123"/>
                  <a:pt x="510" y="260"/>
                  <a:pt x="449" y="366"/>
                </a:cubicBezTo>
                <a:cubicBezTo>
                  <a:pt x="387" y="473"/>
                  <a:pt x="250" y="510"/>
                  <a:pt x="144" y="448"/>
                </a:cubicBezTo>
                <a:cubicBezTo>
                  <a:pt x="37" y="386"/>
                  <a:pt x="0" y="250"/>
                  <a:pt x="62" y="14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65">
            <a:extLst>
              <a:ext uri="{FF2B5EF4-FFF2-40B4-BE49-F238E27FC236}">
                <a16:creationId xmlns:a16="http://schemas.microsoft.com/office/drawing/2014/main" id="{F52A66AF-8C3A-9203-9670-002C2A0C6944}"/>
              </a:ext>
            </a:extLst>
          </p:cNvPr>
          <p:cNvSpPr>
            <a:spLocks/>
          </p:cNvSpPr>
          <p:nvPr/>
        </p:nvSpPr>
        <p:spPr bwMode="auto">
          <a:xfrm>
            <a:off x="8331646" y="2032000"/>
            <a:ext cx="911225" cy="911225"/>
          </a:xfrm>
          <a:custGeom>
            <a:avLst/>
            <a:gdLst>
              <a:gd name="T0" fmla="*/ 448 w 510"/>
              <a:gd name="T1" fmla="*/ 143 h 510"/>
              <a:gd name="T2" fmla="*/ 366 w 510"/>
              <a:gd name="T3" fmla="*/ 448 h 510"/>
              <a:gd name="T4" fmla="*/ 61 w 510"/>
              <a:gd name="T5" fmla="*/ 366 h 510"/>
              <a:gd name="T6" fmla="*/ 143 w 510"/>
              <a:gd name="T7" fmla="*/ 61 h 510"/>
              <a:gd name="T8" fmla="*/ 448 w 510"/>
              <a:gd name="T9" fmla="*/ 143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448" y="143"/>
                </a:moveTo>
                <a:cubicBezTo>
                  <a:pt x="510" y="250"/>
                  <a:pt x="473" y="386"/>
                  <a:pt x="366" y="448"/>
                </a:cubicBezTo>
                <a:cubicBezTo>
                  <a:pt x="259" y="510"/>
                  <a:pt x="123" y="473"/>
                  <a:pt x="61" y="366"/>
                </a:cubicBezTo>
                <a:cubicBezTo>
                  <a:pt x="0" y="260"/>
                  <a:pt x="36" y="123"/>
                  <a:pt x="143" y="61"/>
                </a:cubicBezTo>
                <a:cubicBezTo>
                  <a:pt x="250" y="0"/>
                  <a:pt x="386" y="36"/>
                  <a:pt x="448" y="14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Oval 69">
            <a:extLst>
              <a:ext uri="{FF2B5EF4-FFF2-40B4-BE49-F238E27FC236}">
                <a16:creationId xmlns:a16="http://schemas.microsoft.com/office/drawing/2014/main" id="{7A5E4694-AE76-4991-E137-C910351BF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387" y="3643313"/>
            <a:ext cx="798513" cy="79851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71">
            <a:extLst>
              <a:ext uri="{FF2B5EF4-FFF2-40B4-BE49-F238E27FC236}">
                <a16:creationId xmlns:a16="http://schemas.microsoft.com/office/drawing/2014/main" id="{5D68F3F8-7310-2459-317F-B154EEEFA01E}"/>
              </a:ext>
            </a:extLst>
          </p:cNvPr>
          <p:cNvSpPr>
            <a:spLocks/>
          </p:cNvSpPr>
          <p:nvPr/>
        </p:nvSpPr>
        <p:spPr bwMode="auto">
          <a:xfrm>
            <a:off x="2942581" y="5141119"/>
            <a:ext cx="912813" cy="912812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Oval 73">
            <a:extLst>
              <a:ext uri="{FF2B5EF4-FFF2-40B4-BE49-F238E27FC236}">
                <a16:creationId xmlns:a16="http://schemas.microsoft.com/office/drawing/2014/main" id="{0A61CE3A-5E35-C239-3B4A-485D82B56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896" y="3643313"/>
            <a:ext cx="796925" cy="7985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6">
            <a:extLst>
              <a:ext uri="{FF2B5EF4-FFF2-40B4-BE49-F238E27FC236}">
                <a16:creationId xmlns:a16="http://schemas.microsoft.com/office/drawing/2014/main" id="{9C258173-87EE-3516-AA20-267EC1816626}"/>
              </a:ext>
            </a:extLst>
          </p:cNvPr>
          <p:cNvSpPr>
            <a:spLocks noEditPoints="1"/>
          </p:cNvSpPr>
          <p:nvPr/>
        </p:nvSpPr>
        <p:spPr bwMode="auto">
          <a:xfrm>
            <a:off x="6098033" y="1441450"/>
            <a:ext cx="503238" cy="1133475"/>
          </a:xfrm>
          <a:custGeom>
            <a:avLst/>
            <a:gdLst>
              <a:gd name="T0" fmla="*/ 309 w 317"/>
              <a:gd name="T1" fmla="*/ 671 h 714"/>
              <a:gd name="T2" fmla="*/ 307 w 317"/>
              <a:gd name="T3" fmla="*/ 666 h 714"/>
              <a:gd name="T4" fmla="*/ 304 w 317"/>
              <a:gd name="T5" fmla="*/ 660 h 714"/>
              <a:gd name="T6" fmla="*/ 301 w 317"/>
              <a:gd name="T7" fmla="*/ 656 h 714"/>
              <a:gd name="T8" fmla="*/ 295 w 317"/>
              <a:gd name="T9" fmla="*/ 652 h 714"/>
              <a:gd name="T10" fmla="*/ 291 w 317"/>
              <a:gd name="T11" fmla="*/ 649 h 714"/>
              <a:gd name="T12" fmla="*/ 284 w 317"/>
              <a:gd name="T13" fmla="*/ 648 h 714"/>
              <a:gd name="T14" fmla="*/ 277 w 317"/>
              <a:gd name="T15" fmla="*/ 648 h 714"/>
              <a:gd name="T16" fmla="*/ 272 w 317"/>
              <a:gd name="T17" fmla="*/ 649 h 714"/>
              <a:gd name="T18" fmla="*/ 266 w 317"/>
              <a:gd name="T19" fmla="*/ 651 h 714"/>
              <a:gd name="T20" fmla="*/ 261 w 317"/>
              <a:gd name="T21" fmla="*/ 653 h 714"/>
              <a:gd name="T22" fmla="*/ 257 w 317"/>
              <a:gd name="T23" fmla="*/ 658 h 714"/>
              <a:gd name="T24" fmla="*/ 254 w 317"/>
              <a:gd name="T25" fmla="*/ 664 h 714"/>
              <a:gd name="T26" fmla="*/ 252 w 317"/>
              <a:gd name="T27" fmla="*/ 669 h 714"/>
              <a:gd name="T28" fmla="*/ 250 w 317"/>
              <a:gd name="T29" fmla="*/ 675 h 714"/>
              <a:gd name="T30" fmla="*/ 250 w 317"/>
              <a:gd name="T31" fmla="*/ 682 h 714"/>
              <a:gd name="T32" fmla="*/ 252 w 317"/>
              <a:gd name="T33" fmla="*/ 687 h 714"/>
              <a:gd name="T34" fmla="*/ 255 w 317"/>
              <a:gd name="T35" fmla="*/ 693 h 714"/>
              <a:gd name="T36" fmla="*/ 258 w 317"/>
              <a:gd name="T37" fmla="*/ 697 h 714"/>
              <a:gd name="T38" fmla="*/ 263 w 317"/>
              <a:gd name="T39" fmla="*/ 702 h 714"/>
              <a:gd name="T40" fmla="*/ 268 w 317"/>
              <a:gd name="T41" fmla="*/ 704 h 714"/>
              <a:gd name="T42" fmla="*/ 275 w 317"/>
              <a:gd name="T43" fmla="*/ 706 h 714"/>
              <a:gd name="T44" fmla="*/ 281 w 317"/>
              <a:gd name="T45" fmla="*/ 706 h 714"/>
              <a:gd name="T46" fmla="*/ 288 w 317"/>
              <a:gd name="T47" fmla="*/ 705 h 714"/>
              <a:gd name="T48" fmla="*/ 293 w 317"/>
              <a:gd name="T49" fmla="*/ 703 h 714"/>
              <a:gd name="T50" fmla="*/ 298 w 317"/>
              <a:gd name="T51" fmla="*/ 701 h 714"/>
              <a:gd name="T52" fmla="*/ 302 w 317"/>
              <a:gd name="T53" fmla="*/ 696 h 714"/>
              <a:gd name="T54" fmla="*/ 306 w 317"/>
              <a:gd name="T55" fmla="*/ 691 h 714"/>
              <a:gd name="T56" fmla="*/ 308 w 317"/>
              <a:gd name="T57" fmla="*/ 685 h 714"/>
              <a:gd name="T58" fmla="*/ 309 w 317"/>
              <a:gd name="T59" fmla="*/ 679 h 714"/>
              <a:gd name="T60" fmla="*/ 284 w 317"/>
              <a:gd name="T61" fmla="*/ 640 h 714"/>
              <a:gd name="T62" fmla="*/ 292 w 317"/>
              <a:gd name="T63" fmla="*/ 641 h 714"/>
              <a:gd name="T64" fmla="*/ 300 w 317"/>
              <a:gd name="T65" fmla="*/ 644 h 714"/>
              <a:gd name="T66" fmla="*/ 306 w 317"/>
              <a:gd name="T67" fmla="*/ 650 h 714"/>
              <a:gd name="T68" fmla="*/ 310 w 317"/>
              <a:gd name="T69" fmla="*/ 656 h 714"/>
              <a:gd name="T70" fmla="*/ 315 w 317"/>
              <a:gd name="T71" fmla="*/ 662 h 714"/>
              <a:gd name="T72" fmla="*/ 317 w 317"/>
              <a:gd name="T73" fmla="*/ 669 h 714"/>
              <a:gd name="T74" fmla="*/ 317 w 317"/>
              <a:gd name="T75" fmla="*/ 678 h 714"/>
              <a:gd name="T76" fmla="*/ 317 w 317"/>
              <a:gd name="T77" fmla="*/ 686 h 714"/>
              <a:gd name="T78" fmla="*/ 313 w 317"/>
              <a:gd name="T79" fmla="*/ 693 h 714"/>
              <a:gd name="T80" fmla="*/ 310 w 317"/>
              <a:gd name="T81" fmla="*/ 700 h 714"/>
              <a:gd name="T82" fmla="*/ 304 w 317"/>
              <a:gd name="T83" fmla="*/ 705 h 714"/>
              <a:gd name="T84" fmla="*/ 298 w 317"/>
              <a:gd name="T85" fmla="*/ 710 h 714"/>
              <a:gd name="T86" fmla="*/ 291 w 317"/>
              <a:gd name="T87" fmla="*/ 713 h 714"/>
              <a:gd name="T88" fmla="*/ 283 w 317"/>
              <a:gd name="T89" fmla="*/ 714 h 714"/>
              <a:gd name="T90" fmla="*/ 275 w 317"/>
              <a:gd name="T91" fmla="*/ 714 h 714"/>
              <a:gd name="T92" fmla="*/ 267 w 317"/>
              <a:gd name="T93" fmla="*/ 712 h 714"/>
              <a:gd name="T94" fmla="*/ 261 w 317"/>
              <a:gd name="T95" fmla="*/ 710 h 714"/>
              <a:gd name="T96" fmla="*/ 254 w 317"/>
              <a:gd name="T97" fmla="*/ 704 h 714"/>
              <a:gd name="T98" fmla="*/ 249 w 317"/>
              <a:gd name="T99" fmla="*/ 699 h 714"/>
              <a:gd name="T100" fmla="*/ 245 w 317"/>
              <a:gd name="T101" fmla="*/ 692 h 714"/>
              <a:gd name="T102" fmla="*/ 243 w 317"/>
              <a:gd name="T103" fmla="*/ 685 h 714"/>
              <a:gd name="T104" fmla="*/ 243 w 317"/>
              <a:gd name="T105" fmla="*/ 677 h 714"/>
              <a:gd name="T106" fmla="*/ 243 w 317"/>
              <a:gd name="T107" fmla="*/ 669 h 714"/>
              <a:gd name="T108" fmla="*/ 246 w 317"/>
              <a:gd name="T109" fmla="*/ 661 h 714"/>
              <a:gd name="T110" fmla="*/ 249 w 317"/>
              <a:gd name="T111" fmla="*/ 655 h 714"/>
              <a:gd name="T112" fmla="*/ 255 w 317"/>
              <a:gd name="T113" fmla="*/ 649 h 714"/>
              <a:gd name="T114" fmla="*/ 261 w 317"/>
              <a:gd name="T115" fmla="*/ 644 h 714"/>
              <a:gd name="T116" fmla="*/ 268 w 317"/>
              <a:gd name="T117" fmla="*/ 641 h 714"/>
              <a:gd name="T118" fmla="*/ 275 w 317"/>
              <a:gd name="T119" fmla="*/ 640 h 714"/>
              <a:gd name="T120" fmla="*/ 266 w 317"/>
              <a:gd name="T121" fmla="*/ 544 h 714"/>
              <a:gd name="T122" fmla="*/ 30 w 317"/>
              <a:gd name="T123" fmla="*/ 537 h 714"/>
              <a:gd name="T124" fmla="*/ 0 w 317"/>
              <a:gd name="T125" fmla="*/ 299 h 7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7" h="714">
                <a:moveTo>
                  <a:pt x="8" y="16"/>
                </a:move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lnTo>
                  <a:pt x="8" y="16"/>
                </a:lnTo>
                <a:lnTo>
                  <a:pt x="8" y="16"/>
                </a:lnTo>
                <a:close/>
                <a:moveTo>
                  <a:pt x="309" y="677"/>
                </a:moveTo>
                <a:lnTo>
                  <a:pt x="309" y="677"/>
                </a:lnTo>
                <a:lnTo>
                  <a:pt x="309" y="677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6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5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4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3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1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70"/>
                </a:lnTo>
                <a:lnTo>
                  <a:pt x="309" y="669"/>
                </a:lnTo>
                <a:lnTo>
                  <a:pt x="309" y="669"/>
                </a:lnTo>
                <a:lnTo>
                  <a:pt x="309" y="669"/>
                </a:lnTo>
                <a:lnTo>
                  <a:pt x="308" y="669"/>
                </a:lnTo>
                <a:lnTo>
                  <a:pt x="308" y="669"/>
                </a:lnTo>
                <a:lnTo>
                  <a:pt x="308" y="669"/>
                </a:lnTo>
                <a:lnTo>
                  <a:pt x="308" y="669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8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7"/>
                </a:lnTo>
                <a:lnTo>
                  <a:pt x="308" y="666"/>
                </a:lnTo>
                <a:lnTo>
                  <a:pt x="308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6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5"/>
                </a:lnTo>
                <a:lnTo>
                  <a:pt x="307" y="664"/>
                </a:lnTo>
                <a:lnTo>
                  <a:pt x="307" y="664"/>
                </a:lnTo>
                <a:lnTo>
                  <a:pt x="307" y="664"/>
                </a:lnTo>
                <a:lnTo>
                  <a:pt x="306" y="664"/>
                </a:lnTo>
                <a:lnTo>
                  <a:pt x="306" y="664"/>
                </a:lnTo>
                <a:lnTo>
                  <a:pt x="306" y="664"/>
                </a:lnTo>
                <a:lnTo>
                  <a:pt x="306" y="664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2"/>
                </a:lnTo>
                <a:lnTo>
                  <a:pt x="306" y="661"/>
                </a:lnTo>
                <a:lnTo>
                  <a:pt x="306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1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4" y="660"/>
                </a:lnTo>
                <a:lnTo>
                  <a:pt x="303" y="660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9"/>
                </a:lnTo>
                <a:lnTo>
                  <a:pt x="303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8"/>
                </a:lnTo>
                <a:lnTo>
                  <a:pt x="302" y="657"/>
                </a:lnTo>
                <a:lnTo>
                  <a:pt x="302" y="657"/>
                </a:lnTo>
                <a:lnTo>
                  <a:pt x="302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7"/>
                </a:lnTo>
                <a:lnTo>
                  <a:pt x="301" y="656"/>
                </a:lnTo>
                <a:lnTo>
                  <a:pt x="301" y="656"/>
                </a:lnTo>
                <a:lnTo>
                  <a:pt x="301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6"/>
                </a:lnTo>
                <a:lnTo>
                  <a:pt x="300" y="655"/>
                </a:lnTo>
                <a:lnTo>
                  <a:pt x="300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5"/>
                </a:lnTo>
                <a:lnTo>
                  <a:pt x="299" y="653"/>
                </a:lnTo>
                <a:lnTo>
                  <a:pt x="299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8" y="653"/>
                </a:lnTo>
                <a:lnTo>
                  <a:pt x="297" y="653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7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2"/>
                </a:lnTo>
                <a:lnTo>
                  <a:pt x="295" y="651"/>
                </a:lnTo>
                <a:lnTo>
                  <a:pt x="295" y="651"/>
                </a:lnTo>
                <a:lnTo>
                  <a:pt x="295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4" y="651"/>
                </a:lnTo>
                <a:lnTo>
                  <a:pt x="293" y="651"/>
                </a:lnTo>
                <a:lnTo>
                  <a:pt x="293" y="651"/>
                </a:lnTo>
                <a:lnTo>
                  <a:pt x="293" y="651"/>
                </a:lnTo>
                <a:lnTo>
                  <a:pt x="293" y="650"/>
                </a:lnTo>
                <a:lnTo>
                  <a:pt x="293" y="650"/>
                </a:lnTo>
                <a:lnTo>
                  <a:pt x="293" y="650"/>
                </a:lnTo>
                <a:lnTo>
                  <a:pt x="293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2" y="650"/>
                </a:lnTo>
                <a:lnTo>
                  <a:pt x="291" y="650"/>
                </a:lnTo>
                <a:lnTo>
                  <a:pt x="291" y="650"/>
                </a:lnTo>
                <a:lnTo>
                  <a:pt x="291" y="650"/>
                </a:lnTo>
                <a:lnTo>
                  <a:pt x="291" y="649"/>
                </a:lnTo>
                <a:lnTo>
                  <a:pt x="291" y="649"/>
                </a:lnTo>
                <a:lnTo>
                  <a:pt x="291" y="649"/>
                </a:lnTo>
                <a:lnTo>
                  <a:pt x="291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90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9" y="649"/>
                </a:lnTo>
                <a:lnTo>
                  <a:pt x="288" y="649"/>
                </a:lnTo>
                <a:lnTo>
                  <a:pt x="288" y="649"/>
                </a:lnTo>
                <a:lnTo>
                  <a:pt x="288" y="649"/>
                </a:lnTo>
                <a:lnTo>
                  <a:pt x="288" y="648"/>
                </a:lnTo>
                <a:lnTo>
                  <a:pt x="288" y="648"/>
                </a:lnTo>
                <a:lnTo>
                  <a:pt x="288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6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5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4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3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2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1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80" y="648"/>
                </a:lnTo>
                <a:lnTo>
                  <a:pt x="279" y="648"/>
                </a:lnTo>
                <a:lnTo>
                  <a:pt x="279" y="648"/>
                </a:lnTo>
                <a:lnTo>
                  <a:pt x="279" y="648"/>
                </a:lnTo>
                <a:lnTo>
                  <a:pt x="279" y="648"/>
                </a:lnTo>
                <a:lnTo>
                  <a:pt x="279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7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6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5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4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3" y="648"/>
                </a:lnTo>
                <a:lnTo>
                  <a:pt x="272" y="648"/>
                </a:lnTo>
                <a:lnTo>
                  <a:pt x="272" y="648"/>
                </a:lnTo>
                <a:lnTo>
                  <a:pt x="272" y="648"/>
                </a:lnTo>
                <a:lnTo>
                  <a:pt x="272" y="649"/>
                </a:lnTo>
                <a:lnTo>
                  <a:pt x="272" y="649"/>
                </a:lnTo>
                <a:lnTo>
                  <a:pt x="272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1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70" y="649"/>
                </a:lnTo>
                <a:lnTo>
                  <a:pt x="268" y="649"/>
                </a:lnTo>
                <a:lnTo>
                  <a:pt x="268" y="649"/>
                </a:lnTo>
                <a:lnTo>
                  <a:pt x="268" y="649"/>
                </a:lnTo>
                <a:lnTo>
                  <a:pt x="268" y="650"/>
                </a:lnTo>
                <a:lnTo>
                  <a:pt x="268" y="650"/>
                </a:lnTo>
                <a:lnTo>
                  <a:pt x="268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7" y="650"/>
                </a:lnTo>
                <a:lnTo>
                  <a:pt x="266" y="650"/>
                </a:lnTo>
                <a:lnTo>
                  <a:pt x="266" y="650"/>
                </a:lnTo>
                <a:lnTo>
                  <a:pt x="266" y="650"/>
                </a:lnTo>
                <a:lnTo>
                  <a:pt x="266" y="650"/>
                </a:lnTo>
                <a:lnTo>
                  <a:pt x="266" y="651"/>
                </a:lnTo>
                <a:lnTo>
                  <a:pt x="266" y="651"/>
                </a:lnTo>
                <a:lnTo>
                  <a:pt x="266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5" y="651"/>
                </a:lnTo>
                <a:lnTo>
                  <a:pt x="264" y="651"/>
                </a:lnTo>
                <a:lnTo>
                  <a:pt x="264" y="651"/>
                </a:lnTo>
                <a:lnTo>
                  <a:pt x="264" y="652"/>
                </a:lnTo>
                <a:lnTo>
                  <a:pt x="264" y="652"/>
                </a:lnTo>
                <a:lnTo>
                  <a:pt x="264" y="652"/>
                </a:lnTo>
                <a:lnTo>
                  <a:pt x="264" y="652"/>
                </a:lnTo>
                <a:lnTo>
                  <a:pt x="264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2"/>
                </a:lnTo>
                <a:lnTo>
                  <a:pt x="263" y="653"/>
                </a:lnTo>
                <a:lnTo>
                  <a:pt x="263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2" y="653"/>
                </a:lnTo>
                <a:lnTo>
                  <a:pt x="261" y="653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61" y="655"/>
                </a:lnTo>
                <a:lnTo>
                  <a:pt x="259" y="655"/>
                </a:lnTo>
                <a:lnTo>
                  <a:pt x="259" y="655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9" y="656"/>
                </a:lnTo>
                <a:lnTo>
                  <a:pt x="258" y="656"/>
                </a:lnTo>
                <a:lnTo>
                  <a:pt x="258" y="656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8" y="657"/>
                </a:lnTo>
                <a:lnTo>
                  <a:pt x="257" y="657"/>
                </a:lnTo>
                <a:lnTo>
                  <a:pt x="257" y="657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7" y="658"/>
                </a:lnTo>
                <a:lnTo>
                  <a:pt x="256" y="658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59"/>
                </a:lnTo>
                <a:lnTo>
                  <a:pt x="256" y="660"/>
                </a:lnTo>
                <a:lnTo>
                  <a:pt x="256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0"/>
                </a:lnTo>
                <a:lnTo>
                  <a:pt x="255" y="661"/>
                </a:lnTo>
                <a:lnTo>
                  <a:pt x="255" y="661"/>
                </a:lnTo>
                <a:lnTo>
                  <a:pt x="255" y="661"/>
                </a:lnTo>
                <a:lnTo>
                  <a:pt x="255" y="661"/>
                </a:lnTo>
                <a:lnTo>
                  <a:pt x="255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2"/>
                </a:lnTo>
                <a:lnTo>
                  <a:pt x="254" y="664"/>
                </a:lnTo>
                <a:lnTo>
                  <a:pt x="254" y="664"/>
                </a:lnTo>
                <a:lnTo>
                  <a:pt x="254" y="664"/>
                </a:lnTo>
                <a:lnTo>
                  <a:pt x="254" y="664"/>
                </a:lnTo>
                <a:lnTo>
                  <a:pt x="253" y="664"/>
                </a:lnTo>
                <a:lnTo>
                  <a:pt x="253" y="664"/>
                </a:lnTo>
                <a:lnTo>
                  <a:pt x="253" y="664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5"/>
                </a:lnTo>
                <a:lnTo>
                  <a:pt x="253" y="666"/>
                </a:lnTo>
                <a:lnTo>
                  <a:pt x="253" y="666"/>
                </a:lnTo>
                <a:lnTo>
                  <a:pt x="253" y="666"/>
                </a:lnTo>
                <a:lnTo>
                  <a:pt x="253" y="666"/>
                </a:lnTo>
                <a:lnTo>
                  <a:pt x="253" y="666"/>
                </a:lnTo>
                <a:lnTo>
                  <a:pt x="252" y="666"/>
                </a:lnTo>
                <a:lnTo>
                  <a:pt x="252" y="666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7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8"/>
                </a:lnTo>
                <a:lnTo>
                  <a:pt x="252" y="669"/>
                </a:lnTo>
                <a:lnTo>
                  <a:pt x="252" y="669"/>
                </a:lnTo>
                <a:lnTo>
                  <a:pt x="252" y="669"/>
                </a:lnTo>
                <a:lnTo>
                  <a:pt x="252" y="669"/>
                </a:lnTo>
                <a:lnTo>
                  <a:pt x="252" y="669"/>
                </a:lnTo>
                <a:lnTo>
                  <a:pt x="250" y="669"/>
                </a:lnTo>
                <a:lnTo>
                  <a:pt x="250" y="669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0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1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3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4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5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6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7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8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79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1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2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3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0" y="684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5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6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7"/>
                </a:lnTo>
                <a:lnTo>
                  <a:pt x="252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88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0"/>
                </a:lnTo>
                <a:lnTo>
                  <a:pt x="253" y="691"/>
                </a:lnTo>
                <a:lnTo>
                  <a:pt x="253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1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2"/>
                </a:lnTo>
                <a:lnTo>
                  <a:pt x="254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3"/>
                </a:lnTo>
                <a:lnTo>
                  <a:pt x="255" y="694"/>
                </a:lnTo>
                <a:lnTo>
                  <a:pt x="255" y="694"/>
                </a:lnTo>
                <a:lnTo>
                  <a:pt x="255" y="694"/>
                </a:lnTo>
                <a:lnTo>
                  <a:pt x="255" y="694"/>
                </a:lnTo>
                <a:lnTo>
                  <a:pt x="256" y="694"/>
                </a:lnTo>
                <a:lnTo>
                  <a:pt x="256" y="694"/>
                </a:lnTo>
                <a:lnTo>
                  <a:pt x="256" y="694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6" y="695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6"/>
                </a:lnTo>
                <a:lnTo>
                  <a:pt x="257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7"/>
                </a:lnTo>
                <a:lnTo>
                  <a:pt x="258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699"/>
                </a:lnTo>
                <a:lnTo>
                  <a:pt x="259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1" y="700"/>
                </a:lnTo>
                <a:lnTo>
                  <a:pt x="262" y="700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2" y="701"/>
                </a:lnTo>
                <a:lnTo>
                  <a:pt x="263" y="701"/>
                </a:lnTo>
                <a:lnTo>
                  <a:pt x="263" y="701"/>
                </a:lnTo>
                <a:lnTo>
                  <a:pt x="263" y="701"/>
                </a:lnTo>
                <a:lnTo>
                  <a:pt x="263" y="701"/>
                </a:lnTo>
                <a:lnTo>
                  <a:pt x="263" y="702"/>
                </a:lnTo>
                <a:lnTo>
                  <a:pt x="263" y="702"/>
                </a:lnTo>
                <a:lnTo>
                  <a:pt x="263" y="702"/>
                </a:lnTo>
                <a:lnTo>
                  <a:pt x="263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4" y="702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5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3"/>
                </a:lnTo>
                <a:lnTo>
                  <a:pt x="266" y="704"/>
                </a:lnTo>
                <a:lnTo>
                  <a:pt x="266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7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68" y="704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0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1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2" y="705"/>
                </a:lnTo>
                <a:lnTo>
                  <a:pt x="273" y="705"/>
                </a:lnTo>
                <a:lnTo>
                  <a:pt x="273" y="706"/>
                </a:lnTo>
                <a:lnTo>
                  <a:pt x="273" y="706"/>
                </a:lnTo>
                <a:lnTo>
                  <a:pt x="273" y="706"/>
                </a:lnTo>
                <a:lnTo>
                  <a:pt x="273" y="706"/>
                </a:lnTo>
                <a:lnTo>
                  <a:pt x="273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4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5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6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7" y="706"/>
                </a:lnTo>
                <a:lnTo>
                  <a:pt x="279" y="706"/>
                </a:lnTo>
                <a:lnTo>
                  <a:pt x="279" y="706"/>
                </a:lnTo>
                <a:lnTo>
                  <a:pt x="279" y="706"/>
                </a:lnTo>
                <a:lnTo>
                  <a:pt x="279" y="706"/>
                </a:lnTo>
                <a:lnTo>
                  <a:pt x="279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0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1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2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3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4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5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6"/>
                </a:lnTo>
                <a:lnTo>
                  <a:pt x="286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8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89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0" y="705"/>
                </a:lnTo>
                <a:lnTo>
                  <a:pt x="291" y="705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1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2" y="704"/>
                </a:lnTo>
                <a:lnTo>
                  <a:pt x="293" y="704"/>
                </a:lnTo>
                <a:lnTo>
                  <a:pt x="293" y="704"/>
                </a:lnTo>
                <a:lnTo>
                  <a:pt x="293" y="703"/>
                </a:lnTo>
                <a:lnTo>
                  <a:pt x="293" y="703"/>
                </a:lnTo>
                <a:lnTo>
                  <a:pt x="293" y="703"/>
                </a:lnTo>
                <a:lnTo>
                  <a:pt x="293" y="703"/>
                </a:lnTo>
                <a:lnTo>
                  <a:pt x="293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4" y="703"/>
                </a:lnTo>
                <a:lnTo>
                  <a:pt x="295" y="703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5" y="702"/>
                </a:lnTo>
                <a:lnTo>
                  <a:pt x="297" y="702"/>
                </a:lnTo>
                <a:lnTo>
                  <a:pt x="297" y="702"/>
                </a:lnTo>
                <a:lnTo>
                  <a:pt x="297" y="702"/>
                </a:lnTo>
                <a:lnTo>
                  <a:pt x="297" y="702"/>
                </a:lnTo>
                <a:lnTo>
                  <a:pt x="297" y="701"/>
                </a:lnTo>
                <a:lnTo>
                  <a:pt x="297" y="701"/>
                </a:lnTo>
                <a:lnTo>
                  <a:pt x="297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8" y="701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299" y="700"/>
                </a:lnTo>
                <a:lnTo>
                  <a:pt x="300" y="700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0" y="699"/>
                </a:lnTo>
                <a:lnTo>
                  <a:pt x="301" y="699"/>
                </a:lnTo>
                <a:lnTo>
                  <a:pt x="301" y="699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1" y="697"/>
                </a:lnTo>
                <a:lnTo>
                  <a:pt x="302" y="697"/>
                </a:lnTo>
                <a:lnTo>
                  <a:pt x="302" y="697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2" y="696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5"/>
                </a:lnTo>
                <a:lnTo>
                  <a:pt x="303" y="694"/>
                </a:lnTo>
                <a:lnTo>
                  <a:pt x="303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4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4" y="693"/>
                </a:lnTo>
                <a:lnTo>
                  <a:pt x="306" y="693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2"/>
                </a:lnTo>
                <a:lnTo>
                  <a:pt x="306" y="691"/>
                </a:lnTo>
                <a:lnTo>
                  <a:pt x="306" y="691"/>
                </a:lnTo>
                <a:lnTo>
                  <a:pt x="306" y="691"/>
                </a:lnTo>
                <a:lnTo>
                  <a:pt x="306" y="691"/>
                </a:lnTo>
                <a:lnTo>
                  <a:pt x="306" y="691"/>
                </a:lnTo>
                <a:lnTo>
                  <a:pt x="307" y="691"/>
                </a:lnTo>
                <a:lnTo>
                  <a:pt x="307" y="691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90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7" y="688"/>
                </a:lnTo>
                <a:lnTo>
                  <a:pt x="308" y="688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7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6"/>
                </a:lnTo>
                <a:lnTo>
                  <a:pt x="308" y="685"/>
                </a:lnTo>
                <a:lnTo>
                  <a:pt x="308" y="685"/>
                </a:lnTo>
                <a:lnTo>
                  <a:pt x="308" y="685"/>
                </a:lnTo>
                <a:lnTo>
                  <a:pt x="308" y="685"/>
                </a:lnTo>
                <a:lnTo>
                  <a:pt x="308" y="685"/>
                </a:lnTo>
                <a:lnTo>
                  <a:pt x="309" y="685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4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3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2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81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9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8"/>
                </a:lnTo>
                <a:lnTo>
                  <a:pt x="309" y="677"/>
                </a:lnTo>
                <a:lnTo>
                  <a:pt x="309" y="677"/>
                </a:lnTo>
                <a:lnTo>
                  <a:pt x="309" y="677"/>
                </a:lnTo>
                <a:lnTo>
                  <a:pt x="309" y="677"/>
                </a:lnTo>
                <a:lnTo>
                  <a:pt x="309" y="677"/>
                </a:lnTo>
                <a:close/>
                <a:moveTo>
                  <a:pt x="280" y="640"/>
                </a:moveTo>
                <a:lnTo>
                  <a:pt x="280" y="640"/>
                </a:lnTo>
                <a:lnTo>
                  <a:pt x="280" y="640"/>
                </a:lnTo>
                <a:lnTo>
                  <a:pt x="281" y="640"/>
                </a:lnTo>
                <a:lnTo>
                  <a:pt x="281" y="640"/>
                </a:lnTo>
                <a:lnTo>
                  <a:pt x="281" y="640"/>
                </a:lnTo>
                <a:lnTo>
                  <a:pt x="281" y="640"/>
                </a:lnTo>
                <a:lnTo>
                  <a:pt x="282" y="640"/>
                </a:lnTo>
                <a:lnTo>
                  <a:pt x="282" y="640"/>
                </a:lnTo>
                <a:lnTo>
                  <a:pt x="282" y="640"/>
                </a:lnTo>
                <a:lnTo>
                  <a:pt x="282" y="640"/>
                </a:lnTo>
                <a:lnTo>
                  <a:pt x="282" y="640"/>
                </a:lnTo>
                <a:lnTo>
                  <a:pt x="283" y="640"/>
                </a:lnTo>
                <a:lnTo>
                  <a:pt x="283" y="640"/>
                </a:lnTo>
                <a:lnTo>
                  <a:pt x="283" y="640"/>
                </a:lnTo>
                <a:lnTo>
                  <a:pt x="283" y="640"/>
                </a:lnTo>
                <a:lnTo>
                  <a:pt x="283" y="640"/>
                </a:lnTo>
                <a:lnTo>
                  <a:pt x="284" y="640"/>
                </a:lnTo>
                <a:lnTo>
                  <a:pt x="284" y="640"/>
                </a:lnTo>
                <a:lnTo>
                  <a:pt x="284" y="640"/>
                </a:lnTo>
                <a:lnTo>
                  <a:pt x="284" y="640"/>
                </a:lnTo>
                <a:lnTo>
                  <a:pt x="284" y="640"/>
                </a:lnTo>
                <a:lnTo>
                  <a:pt x="285" y="640"/>
                </a:lnTo>
                <a:lnTo>
                  <a:pt x="285" y="640"/>
                </a:lnTo>
                <a:lnTo>
                  <a:pt x="285" y="640"/>
                </a:lnTo>
                <a:lnTo>
                  <a:pt x="285" y="640"/>
                </a:lnTo>
                <a:lnTo>
                  <a:pt x="286" y="640"/>
                </a:lnTo>
                <a:lnTo>
                  <a:pt x="286" y="640"/>
                </a:lnTo>
                <a:lnTo>
                  <a:pt x="286" y="640"/>
                </a:lnTo>
                <a:lnTo>
                  <a:pt x="286" y="640"/>
                </a:lnTo>
                <a:lnTo>
                  <a:pt x="286" y="640"/>
                </a:lnTo>
                <a:lnTo>
                  <a:pt x="288" y="640"/>
                </a:lnTo>
                <a:lnTo>
                  <a:pt x="288" y="640"/>
                </a:lnTo>
                <a:lnTo>
                  <a:pt x="288" y="640"/>
                </a:lnTo>
                <a:lnTo>
                  <a:pt x="288" y="640"/>
                </a:lnTo>
                <a:lnTo>
                  <a:pt x="288" y="640"/>
                </a:lnTo>
                <a:lnTo>
                  <a:pt x="289" y="640"/>
                </a:lnTo>
                <a:lnTo>
                  <a:pt x="289" y="640"/>
                </a:lnTo>
                <a:lnTo>
                  <a:pt x="289" y="640"/>
                </a:lnTo>
                <a:lnTo>
                  <a:pt x="289" y="641"/>
                </a:lnTo>
                <a:lnTo>
                  <a:pt x="289" y="641"/>
                </a:lnTo>
                <a:lnTo>
                  <a:pt x="290" y="641"/>
                </a:lnTo>
                <a:lnTo>
                  <a:pt x="290" y="641"/>
                </a:lnTo>
                <a:lnTo>
                  <a:pt x="290" y="641"/>
                </a:lnTo>
                <a:lnTo>
                  <a:pt x="290" y="641"/>
                </a:lnTo>
                <a:lnTo>
                  <a:pt x="290" y="641"/>
                </a:lnTo>
                <a:lnTo>
                  <a:pt x="291" y="641"/>
                </a:lnTo>
                <a:lnTo>
                  <a:pt x="291" y="641"/>
                </a:lnTo>
                <a:lnTo>
                  <a:pt x="291" y="641"/>
                </a:lnTo>
                <a:lnTo>
                  <a:pt x="291" y="641"/>
                </a:lnTo>
                <a:lnTo>
                  <a:pt x="291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1"/>
                </a:lnTo>
                <a:lnTo>
                  <a:pt x="292" y="642"/>
                </a:lnTo>
                <a:lnTo>
                  <a:pt x="293" y="642"/>
                </a:lnTo>
                <a:lnTo>
                  <a:pt x="293" y="642"/>
                </a:lnTo>
                <a:lnTo>
                  <a:pt x="293" y="642"/>
                </a:lnTo>
                <a:lnTo>
                  <a:pt x="293" y="642"/>
                </a:lnTo>
                <a:lnTo>
                  <a:pt x="293" y="642"/>
                </a:lnTo>
                <a:lnTo>
                  <a:pt x="294" y="642"/>
                </a:lnTo>
                <a:lnTo>
                  <a:pt x="294" y="642"/>
                </a:lnTo>
                <a:lnTo>
                  <a:pt x="294" y="642"/>
                </a:lnTo>
                <a:lnTo>
                  <a:pt x="294" y="642"/>
                </a:lnTo>
                <a:lnTo>
                  <a:pt x="294" y="642"/>
                </a:lnTo>
                <a:lnTo>
                  <a:pt x="295" y="642"/>
                </a:lnTo>
                <a:lnTo>
                  <a:pt x="295" y="642"/>
                </a:lnTo>
                <a:lnTo>
                  <a:pt x="295" y="643"/>
                </a:lnTo>
                <a:lnTo>
                  <a:pt x="295" y="643"/>
                </a:lnTo>
                <a:lnTo>
                  <a:pt x="295" y="643"/>
                </a:lnTo>
                <a:lnTo>
                  <a:pt x="295" y="643"/>
                </a:lnTo>
                <a:lnTo>
                  <a:pt x="297" y="643"/>
                </a:lnTo>
                <a:lnTo>
                  <a:pt x="297" y="643"/>
                </a:lnTo>
                <a:lnTo>
                  <a:pt x="297" y="643"/>
                </a:lnTo>
                <a:lnTo>
                  <a:pt x="297" y="643"/>
                </a:lnTo>
                <a:lnTo>
                  <a:pt x="297" y="643"/>
                </a:lnTo>
                <a:lnTo>
                  <a:pt x="298" y="643"/>
                </a:lnTo>
                <a:lnTo>
                  <a:pt x="298" y="643"/>
                </a:lnTo>
                <a:lnTo>
                  <a:pt x="298" y="644"/>
                </a:lnTo>
                <a:lnTo>
                  <a:pt x="298" y="644"/>
                </a:lnTo>
                <a:lnTo>
                  <a:pt x="298" y="644"/>
                </a:lnTo>
                <a:lnTo>
                  <a:pt x="298" y="644"/>
                </a:lnTo>
                <a:lnTo>
                  <a:pt x="299" y="644"/>
                </a:lnTo>
                <a:lnTo>
                  <a:pt x="299" y="644"/>
                </a:lnTo>
                <a:lnTo>
                  <a:pt x="299" y="644"/>
                </a:lnTo>
                <a:lnTo>
                  <a:pt x="299" y="644"/>
                </a:lnTo>
                <a:lnTo>
                  <a:pt x="299" y="644"/>
                </a:lnTo>
                <a:lnTo>
                  <a:pt x="300" y="644"/>
                </a:lnTo>
                <a:lnTo>
                  <a:pt x="300" y="646"/>
                </a:lnTo>
                <a:lnTo>
                  <a:pt x="300" y="646"/>
                </a:lnTo>
                <a:lnTo>
                  <a:pt x="300" y="646"/>
                </a:lnTo>
                <a:lnTo>
                  <a:pt x="300" y="646"/>
                </a:lnTo>
                <a:lnTo>
                  <a:pt x="300" y="646"/>
                </a:lnTo>
                <a:lnTo>
                  <a:pt x="301" y="646"/>
                </a:lnTo>
                <a:lnTo>
                  <a:pt x="301" y="646"/>
                </a:lnTo>
                <a:lnTo>
                  <a:pt x="301" y="646"/>
                </a:lnTo>
                <a:lnTo>
                  <a:pt x="301" y="646"/>
                </a:lnTo>
                <a:lnTo>
                  <a:pt x="301" y="647"/>
                </a:lnTo>
                <a:lnTo>
                  <a:pt x="301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7"/>
                </a:lnTo>
                <a:lnTo>
                  <a:pt x="302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3" y="648"/>
                </a:lnTo>
                <a:lnTo>
                  <a:pt x="304" y="648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4" y="649"/>
                </a:lnTo>
                <a:lnTo>
                  <a:pt x="306" y="649"/>
                </a:lnTo>
                <a:lnTo>
                  <a:pt x="306" y="649"/>
                </a:lnTo>
                <a:lnTo>
                  <a:pt x="306" y="650"/>
                </a:lnTo>
                <a:lnTo>
                  <a:pt x="306" y="650"/>
                </a:lnTo>
                <a:lnTo>
                  <a:pt x="306" y="650"/>
                </a:lnTo>
                <a:lnTo>
                  <a:pt x="306" y="650"/>
                </a:lnTo>
                <a:lnTo>
                  <a:pt x="306" y="650"/>
                </a:lnTo>
                <a:lnTo>
                  <a:pt x="307" y="650"/>
                </a:lnTo>
                <a:lnTo>
                  <a:pt x="307" y="650"/>
                </a:lnTo>
                <a:lnTo>
                  <a:pt x="307" y="651"/>
                </a:lnTo>
                <a:lnTo>
                  <a:pt x="307" y="651"/>
                </a:lnTo>
                <a:lnTo>
                  <a:pt x="307" y="651"/>
                </a:lnTo>
                <a:lnTo>
                  <a:pt x="307" y="651"/>
                </a:lnTo>
                <a:lnTo>
                  <a:pt x="307" y="651"/>
                </a:lnTo>
                <a:lnTo>
                  <a:pt x="308" y="651"/>
                </a:lnTo>
                <a:lnTo>
                  <a:pt x="308" y="651"/>
                </a:lnTo>
                <a:lnTo>
                  <a:pt x="308" y="652"/>
                </a:lnTo>
                <a:lnTo>
                  <a:pt x="308" y="652"/>
                </a:lnTo>
                <a:lnTo>
                  <a:pt x="308" y="652"/>
                </a:lnTo>
                <a:lnTo>
                  <a:pt x="308" y="652"/>
                </a:lnTo>
                <a:lnTo>
                  <a:pt x="308" y="652"/>
                </a:lnTo>
                <a:lnTo>
                  <a:pt x="309" y="652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09" y="653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5"/>
                </a:lnTo>
                <a:lnTo>
                  <a:pt x="310" y="656"/>
                </a:lnTo>
                <a:lnTo>
                  <a:pt x="310" y="656"/>
                </a:lnTo>
                <a:lnTo>
                  <a:pt x="310" y="656"/>
                </a:lnTo>
                <a:lnTo>
                  <a:pt x="311" y="656"/>
                </a:lnTo>
                <a:lnTo>
                  <a:pt x="311" y="656"/>
                </a:lnTo>
                <a:lnTo>
                  <a:pt x="311" y="656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1" y="657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8"/>
                </a:lnTo>
                <a:lnTo>
                  <a:pt x="312" y="659"/>
                </a:lnTo>
                <a:lnTo>
                  <a:pt x="312" y="659"/>
                </a:lnTo>
                <a:lnTo>
                  <a:pt x="312" y="659"/>
                </a:lnTo>
                <a:lnTo>
                  <a:pt x="312" y="659"/>
                </a:lnTo>
                <a:lnTo>
                  <a:pt x="313" y="659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0"/>
                </a:lnTo>
                <a:lnTo>
                  <a:pt x="313" y="661"/>
                </a:lnTo>
                <a:lnTo>
                  <a:pt x="313" y="661"/>
                </a:lnTo>
                <a:lnTo>
                  <a:pt x="313" y="661"/>
                </a:lnTo>
                <a:lnTo>
                  <a:pt x="313" y="661"/>
                </a:lnTo>
                <a:lnTo>
                  <a:pt x="315" y="661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2"/>
                </a:lnTo>
                <a:lnTo>
                  <a:pt x="315" y="664"/>
                </a:lnTo>
                <a:lnTo>
                  <a:pt x="315" y="664"/>
                </a:lnTo>
                <a:lnTo>
                  <a:pt x="315" y="664"/>
                </a:lnTo>
                <a:lnTo>
                  <a:pt x="315" y="664"/>
                </a:lnTo>
                <a:lnTo>
                  <a:pt x="315" y="664"/>
                </a:lnTo>
                <a:lnTo>
                  <a:pt x="315" y="665"/>
                </a:lnTo>
                <a:lnTo>
                  <a:pt x="316" y="665"/>
                </a:lnTo>
                <a:lnTo>
                  <a:pt x="316" y="665"/>
                </a:lnTo>
                <a:lnTo>
                  <a:pt x="316" y="665"/>
                </a:lnTo>
                <a:lnTo>
                  <a:pt x="316" y="665"/>
                </a:lnTo>
                <a:lnTo>
                  <a:pt x="316" y="666"/>
                </a:lnTo>
                <a:lnTo>
                  <a:pt x="316" y="666"/>
                </a:lnTo>
                <a:lnTo>
                  <a:pt x="316" y="666"/>
                </a:lnTo>
                <a:lnTo>
                  <a:pt x="316" y="666"/>
                </a:lnTo>
                <a:lnTo>
                  <a:pt x="316" y="666"/>
                </a:lnTo>
                <a:lnTo>
                  <a:pt x="316" y="667"/>
                </a:lnTo>
                <a:lnTo>
                  <a:pt x="316" y="667"/>
                </a:lnTo>
                <a:lnTo>
                  <a:pt x="316" y="667"/>
                </a:lnTo>
                <a:lnTo>
                  <a:pt x="316" y="667"/>
                </a:lnTo>
                <a:lnTo>
                  <a:pt x="316" y="667"/>
                </a:lnTo>
                <a:lnTo>
                  <a:pt x="316" y="668"/>
                </a:lnTo>
                <a:lnTo>
                  <a:pt x="316" y="668"/>
                </a:lnTo>
                <a:lnTo>
                  <a:pt x="316" y="668"/>
                </a:lnTo>
                <a:lnTo>
                  <a:pt x="317" y="668"/>
                </a:lnTo>
                <a:lnTo>
                  <a:pt x="317" y="668"/>
                </a:lnTo>
                <a:lnTo>
                  <a:pt x="317" y="669"/>
                </a:lnTo>
                <a:lnTo>
                  <a:pt x="317" y="669"/>
                </a:lnTo>
                <a:lnTo>
                  <a:pt x="317" y="669"/>
                </a:lnTo>
                <a:lnTo>
                  <a:pt x="317" y="669"/>
                </a:lnTo>
                <a:lnTo>
                  <a:pt x="317" y="669"/>
                </a:lnTo>
                <a:lnTo>
                  <a:pt x="317" y="670"/>
                </a:lnTo>
                <a:lnTo>
                  <a:pt x="317" y="670"/>
                </a:lnTo>
                <a:lnTo>
                  <a:pt x="317" y="670"/>
                </a:lnTo>
                <a:lnTo>
                  <a:pt x="317" y="670"/>
                </a:lnTo>
                <a:lnTo>
                  <a:pt x="317" y="670"/>
                </a:lnTo>
                <a:lnTo>
                  <a:pt x="317" y="671"/>
                </a:lnTo>
                <a:lnTo>
                  <a:pt x="317" y="671"/>
                </a:lnTo>
                <a:lnTo>
                  <a:pt x="317" y="671"/>
                </a:lnTo>
                <a:lnTo>
                  <a:pt x="317" y="671"/>
                </a:lnTo>
                <a:lnTo>
                  <a:pt x="317" y="671"/>
                </a:lnTo>
                <a:lnTo>
                  <a:pt x="317" y="673"/>
                </a:lnTo>
                <a:lnTo>
                  <a:pt x="317" y="673"/>
                </a:lnTo>
                <a:lnTo>
                  <a:pt x="317" y="673"/>
                </a:lnTo>
                <a:lnTo>
                  <a:pt x="317" y="673"/>
                </a:lnTo>
                <a:lnTo>
                  <a:pt x="317" y="674"/>
                </a:lnTo>
                <a:lnTo>
                  <a:pt x="317" y="674"/>
                </a:lnTo>
                <a:lnTo>
                  <a:pt x="317" y="674"/>
                </a:lnTo>
                <a:lnTo>
                  <a:pt x="317" y="674"/>
                </a:lnTo>
                <a:lnTo>
                  <a:pt x="317" y="674"/>
                </a:lnTo>
                <a:lnTo>
                  <a:pt x="317" y="675"/>
                </a:lnTo>
                <a:lnTo>
                  <a:pt x="317" y="675"/>
                </a:lnTo>
                <a:lnTo>
                  <a:pt x="317" y="675"/>
                </a:lnTo>
                <a:lnTo>
                  <a:pt x="317" y="675"/>
                </a:lnTo>
                <a:lnTo>
                  <a:pt x="317" y="675"/>
                </a:lnTo>
                <a:lnTo>
                  <a:pt x="317" y="676"/>
                </a:lnTo>
                <a:lnTo>
                  <a:pt x="317" y="676"/>
                </a:lnTo>
                <a:lnTo>
                  <a:pt x="317" y="676"/>
                </a:lnTo>
                <a:lnTo>
                  <a:pt x="317" y="676"/>
                </a:lnTo>
                <a:lnTo>
                  <a:pt x="317" y="676"/>
                </a:lnTo>
                <a:lnTo>
                  <a:pt x="317" y="677"/>
                </a:lnTo>
                <a:lnTo>
                  <a:pt x="317" y="677"/>
                </a:lnTo>
                <a:lnTo>
                  <a:pt x="317" y="677"/>
                </a:lnTo>
                <a:lnTo>
                  <a:pt x="317" y="677"/>
                </a:lnTo>
                <a:lnTo>
                  <a:pt x="317" y="678"/>
                </a:lnTo>
                <a:lnTo>
                  <a:pt x="317" y="678"/>
                </a:lnTo>
                <a:lnTo>
                  <a:pt x="317" y="678"/>
                </a:lnTo>
                <a:lnTo>
                  <a:pt x="317" y="678"/>
                </a:lnTo>
                <a:lnTo>
                  <a:pt x="317" y="678"/>
                </a:lnTo>
                <a:lnTo>
                  <a:pt x="317" y="679"/>
                </a:lnTo>
                <a:lnTo>
                  <a:pt x="317" y="679"/>
                </a:lnTo>
                <a:lnTo>
                  <a:pt x="317" y="679"/>
                </a:lnTo>
                <a:lnTo>
                  <a:pt x="317" y="679"/>
                </a:lnTo>
                <a:lnTo>
                  <a:pt x="317" y="679"/>
                </a:lnTo>
                <a:lnTo>
                  <a:pt x="317" y="681"/>
                </a:lnTo>
                <a:lnTo>
                  <a:pt x="317" y="681"/>
                </a:lnTo>
                <a:lnTo>
                  <a:pt x="317" y="681"/>
                </a:lnTo>
                <a:lnTo>
                  <a:pt x="317" y="681"/>
                </a:lnTo>
                <a:lnTo>
                  <a:pt x="317" y="682"/>
                </a:lnTo>
                <a:lnTo>
                  <a:pt x="317" y="682"/>
                </a:lnTo>
                <a:lnTo>
                  <a:pt x="317" y="682"/>
                </a:lnTo>
                <a:lnTo>
                  <a:pt x="317" y="682"/>
                </a:lnTo>
                <a:lnTo>
                  <a:pt x="317" y="682"/>
                </a:lnTo>
                <a:lnTo>
                  <a:pt x="317" y="683"/>
                </a:lnTo>
                <a:lnTo>
                  <a:pt x="317" y="683"/>
                </a:lnTo>
                <a:lnTo>
                  <a:pt x="317" y="683"/>
                </a:lnTo>
                <a:lnTo>
                  <a:pt x="317" y="683"/>
                </a:lnTo>
                <a:lnTo>
                  <a:pt x="317" y="683"/>
                </a:lnTo>
                <a:lnTo>
                  <a:pt x="317" y="684"/>
                </a:lnTo>
                <a:lnTo>
                  <a:pt x="317" y="684"/>
                </a:lnTo>
                <a:lnTo>
                  <a:pt x="317" y="684"/>
                </a:lnTo>
                <a:lnTo>
                  <a:pt x="317" y="684"/>
                </a:lnTo>
                <a:lnTo>
                  <a:pt x="317" y="684"/>
                </a:lnTo>
                <a:lnTo>
                  <a:pt x="317" y="685"/>
                </a:lnTo>
                <a:lnTo>
                  <a:pt x="317" y="685"/>
                </a:lnTo>
                <a:lnTo>
                  <a:pt x="317" y="685"/>
                </a:lnTo>
                <a:lnTo>
                  <a:pt x="317" y="685"/>
                </a:lnTo>
                <a:lnTo>
                  <a:pt x="317" y="685"/>
                </a:lnTo>
                <a:lnTo>
                  <a:pt x="317" y="686"/>
                </a:lnTo>
                <a:lnTo>
                  <a:pt x="316" y="686"/>
                </a:lnTo>
                <a:lnTo>
                  <a:pt x="316" y="686"/>
                </a:lnTo>
                <a:lnTo>
                  <a:pt x="316" y="686"/>
                </a:lnTo>
                <a:lnTo>
                  <a:pt x="316" y="686"/>
                </a:lnTo>
                <a:lnTo>
                  <a:pt x="316" y="687"/>
                </a:lnTo>
                <a:lnTo>
                  <a:pt x="316" y="687"/>
                </a:lnTo>
                <a:lnTo>
                  <a:pt x="316" y="687"/>
                </a:lnTo>
                <a:lnTo>
                  <a:pt x="316" y="687"/>
                </a:lnTo>
                <a:lnTo>
                  <a:pt x="316" y="687"/>
                </a:lnTo>
                <a:lnTo>
                  <a:pt x="316" y="688"/>
                </a:lnTo>
                <a:lnTo>
                  <a:pt x="316" y="688"/>
                </a:lnTo>
                <a:lnTo>
                  <a:pt x="316" y="688"/>
                </a:lnTo>
                <a:lnTo>
                  <a:pt x="316" y="688"/>
                </a:lnTo>
                <a:lnTo>
                  <a:pt x="316" y="688"/>
                </a:lnTo>
                <a:lnTo>
                  <a:pt x="316" y="690"/>
                </a:lnTo>
                <a:lnTo>
                  <a:pt x="316" y="690"/>
                </a:lnTo>
                <a:lnTo>
                  <a:pt x="316" y="690"/>
                </a:lnTo>
                <a:lnTo>
                  <a:pt x="315" y="690"/>
                </a:lnTo>
                <a:lnTo>
                  <a:pt x="315" y="690"/>
                </a:lnTo>
                <a:lnTo>
                  <a:pt x="315" y="691"/>
                </a:lnTo>
                <a:lnTo>
                  <a:pt x="315" y="691"/>
                </a:lnTo>
                <a:lnTo>
                  <a:pt x="315" y="691"/>
                </a:lnTo>
                <a:lnTo>
                  <a:pt x="315" y="691"/>
                </a:lnTo>
                <a:lnTo>
                  <a:pt x="315" y="691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5" y="692"/>
                </a:lnTo>
                <a:lnTo>
                  <a:pt x="313" y="693"/>
                </a:lnTo>
                <a:lnTo>
                  <a:pt x="313" y="693"/>
                </a:lnTo>
                <a:lnTo>
                  <a:pt x="313" y="693"/>
                </a:lnTo>
                <a:lnTo>
                  <a:pt x="313" y="693"/>
                </a:lnTo>
                <a:lnTo>
                  <a:pt x="313" y="693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3" y="694"/>
                </a:lnTo>
                <a:lnTo>
                  <a:pt x="312" y="695"/>
                </a:lnTo>
                <a:lnTo>
                  <a:pt x="312" y="695"/>
                </a:lnTo>
                <a:lnTo>
                  <a:pt x="312" y="695"/>
                </a:lnTo>
                <a:lnTo>
                  <a:pt x="312" y="695"/>
                </a:lnTo>
                <a:lnTo>
                  <a:pt x="312" y="695"/>
                </a:lnTo>
                <a:lnTo>
                  <a:pt x="312" y="696"/>
                </a:lnTo>
                <a:lnTo>
                  <a:pt x="312" y="696"/>
                </a:lnTo>
                <a:lnTo>
                  <a:pt x="312" y="696"/>
                </a:lnTo>
                <a:lnTo>
                  <a:pt x="312" y="696"/>
                </a:lnTo>
                <a:lnTo>
                  <a:pt x="312" y="696"/>
                </a:lnTo>
                <a:lnTo>
                  <a:pt x="311" y="696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7"/>
                </a:lnTo>
                <a:lnTo>
                  <a:pt x="311" y="699"/>
                </a:lnTo>
                <a:lnTo>
                  <a:pt x="311" y="699"/>
                </a:lnTo>
                <a:lnTo>
                  <a:pt x="310" y="699"/>
                </a:lnTo>
                <a:lnTo>
                  <a:pt x="310" y="699"/>
                </a:lnTo>
                <a:lnTo>
                  <a:pt x="310" y="699"/>
                </a:lnTo>
                <a:lnTo>
                  <a:pt x="310" y="699"/>
                </a:lnTo>
                <a:lnTo>
                  <a:pt x="310" y="700"/>
                </a:lnTo>
                <a:lnTo>
                  <a:pt x="310" y="700"/>
                </a:lnTo>
                <a:lnTo>
                  <a:pt x="310" y="700"/>
                </a:lnTo>
                <a:lnTo>
                  <a:pt x="310" y="700"/>
                </a:lnTo>
                <a:lnTo>
                  <a:pt x="310" y="700"/>
                </a:lnTo>
                <a:lnTo>
                  <a:pt x="309" y="700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9" y="701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8" y="702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3"/>
                </a:lnTo>
                <a:lnTo>
                  <a:pt x="307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6" y="704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4" y="705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3" y="706"/>
                </a:lnTo>
                <a:lnTo>
                  <a:pt x="302" y="706"/>
                </a:lnTo>
                <a:lnTo>
                  <a:pt x="302" y="706"/>
                </a:lnTo>
                <a:lnTo>
                  <a:pt x="302" y="708"/>
                </a:lnTo>
                <a:lnTo>
                  <a:pt x="302" y="708"/>
                </a:lnTo>
                <a:lnTo>
                  <a:pt x="302" y="708"/>
                </a:lnTo>
                <a:lnTo>
                  <a:pt x="302" y="708"/>
                </a:lnTo>
                <a:lnTo>
                  <a:pt x="302" y="708"/>
                </a:lnTo>
                <a:lnTo>
                  <a:pt x="301" y="708"/>
                </a:lnTo>
                <a:lnTo>
                  <a:pt x="301" y="708"/>
                </a:lnTo>
                <a:lnTo>
                  <a:pt x="301" y="708"/>
                </a:lnTo>
                <a:lnTo>
                  <a:pt x="301" y="708"/>
                </a:lnTo>
                <a:lnTo>
                  <a:pt x="301" y="709"/>
                </a:lnTo>
                <a:lnTo>
                  <a:pt x="301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300" y="709"/>
                </a:lnTo>
                <a:lnTo>
                  <a:pt x="299" y="709"/>
                </a:lnTo>
                <a:lnTo>
                  <a:pt x="299" y="710"/>
                </a:lnTo>
                <a:lnTo>
                  <a:pt x="299" y="710"/>
                </a:lnTo>
                <a:lnTo>
                  <a:pt x="299" y="710"/>
                </a:lnTo>
                <a:lnTo>
                  <a:pt x="299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8" y="710"/>
                </a:lnTo>
                <a:lnTo>
                  <a:pt x="297" y="711"/>
                </a:lnTo>
                <a:lnTo>
                  <a:pt x="297" y="711"/>
                </a:lnTo>
                <a:lnTo>
                  <a:pt x="297" y="711"/>
                </a:lnTo>
                <a:lnTo>
                  <a:pt x="297" y="711"/>
                </a:lnTo>
                <a:lnTo>
                  <a:pt x="297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5" y="711"/>
                </a:lnTo>
                <a:lnTo>
                  <a:pt x="294" y="712"/>
                </a:lnTo>
                <a:lnTo>
                  <a:pt x="294" y="712"/>
                </a:lnTo>
                <a:lnTo>
                  <a:pt x="294" y="712"/>
                </a:lnTo>
                <a:lnTo>
                  <a:pt x="294" y="712"/>
                </a:lnTo>
                <a:lnTo>
                  <a:pt x="294" y="712"/>
                </a:lnTo>
                <a:lnTo>
                  <a:pt x="293" y="712"/>
                </a:lnTo>
                <a:lnTo>
                  <a:pt x="293" y="712"/>
                </a:lnTo>
                <a:lnTo>
                  <a:pt x="293" y="712"/>
                </a:lnTo>
                <a:lnTo>
                  <a:pt x="293" y="712"/>
                </a:lnTo>
                <a:lnTo>
                  <a:pt x="293" y="712"/>
                </a:lnTo>
                <a:lnTo>
                  <a:pt x="292" y="712"/>
                </a:lnTo>
                <a:lnTo>
                  <a:pt x="292" y="712"/>
                </a:lnTo>
                <a:lnTo>
                  <a:pt x="292" y="712"/>
                </a:lnTo>
                <a:lnTo>
                  <a:pt x="292" y="712"/>
                </a:lnTo>
                <a:lnTo>
                  <a:pt x="292" y="713"/>
                </a:lnTo>
                <a:lnTo>
                  <a:pt x="292" y="713"/>
                </a:lnTo>
                <a:lnTo>
                  <a:pt x="291" y="713"/>
                </a:lnTo>
                <a:lnTo>
                  <a:pt x="291" y="713"/>
                </a:lnTo>
                <a:lnTo>
                  <a:pt x="291" y="713"/>
                </a:lnTo>
                <a:lnTo>
                  <a:pt x="291" y="713"/>
                </a:lnTo>
                <a:lnTo>
                  <a:pt x="291" y="713"/>
                </a:lnTo>
                <a:lnTo>
                  <a:pt x="290" y="713"/>
                </a:lnTo>
                <a:lnTo>
                  <a:pt x="290" y="713"/>
                </a:lnTo>
                <a:lnTo>
                  <a:pt x="290" y="713"/>
                </a:lnTo>
                <a:lnTo>
                  <a:pt x="290" y="713"/>
                </a:lnTo>
                <a:lnTo>
                  <a:pt x="290" y="713"/>
                </a:lnTo>
                <a:lnTo>
                  <a:pt x="289" y="713"/>
                </a:lnTo>
                <a:lnTo>
                  <a:pt x="289" y="713"/>
                </a:lnTo>
                <a:lnTo>
                  <a:pt x="289" y="713"/>
                </a:lnTo>
                <a:lnTo>
                  <a:pt x="289" y="713"/>
                </a:lnTo>
                <a:lnTo>
                  <a:pt x="289" y="713"/>
                </a:lnTo>
                <a:lnTo>
                  <a:pt x="288" y="714"/>
                </a:lnTo>
                <a:lnTo>
                  <a:pt x="288" y="714"/>
                </a:lnTo>
                <a:lnTo>
                  <a:pt x="288" y="714"/>
                </a:lnTo>
                <a:lnTo>
                  <a:pt x="288" y="714"/>
                </a:lnTo>
                <a:lnTo>
                  <a:pt x="288" y="714"/>
                </a:lnTo>
                <a:lnTo>
                  <a:pt x="286" y="714"/>
                </a:lnTo>
                <a:lnTo>
                  <a:pt x="286" y="714"/>
                </a:lnTo>
                <a:lnTo>
                  <a:pt x="286" y="714"/>
                </a:lnTo>
                <a:lnTo>
                  <a:pt x="286" y="714"/>
                </a:lnTo>
                <a:lnTo>
                  <a:pt x="286" y="714"/>
                </a:lnTo>
                <a:lnTo>
                  <a:pt x="285" y="714"/>
                </a:lnTo>
                <a:lnTo>
                  <a:pt x="285" y="714"/>
                </a:lnTo>
                <a:lnTo>
                  <a:pt x="285" y="714"/>
                </a:lnTo>
                <a:lnTo>
                  <a:pt x="285" y="714"/>
                </a:lnTo>
                <a:lnTo>
                  <a:pt x="284" y="714"/>
                </a:lnTo>
                <a:lnTo>
                  <a:pt x="284" y="714"/>
                </a:lnTo>
                <a:lnTo>
                  <a:pt x="284" y="714"/>
                </a:lnTo>
                <a:lnTo>
                  <a:pt x="284" y="714"/>
                </a:lnTo>
                <a:lnTo>
                  <a:pt x="284" y="714"/>
                </a:lnTo>
                <a:lnTo>
                  <a:pt x="283" y="714"/>
                </a:lnTo>
                <a:lnTo>
                  <a:pt x="283" y="714"/>
                </a:lnTo>
                <a:lnTo>
                  <a:pt x="283" y="714"/>
                </a:lnTo>
                <a:lnTo>
                  <a:pt x="283" y="714"/>
                </a:lnTo>
                <a:lnTo>
                  <a:pt x="283" y="714"/>
                </a:lnTo>
                <a:lnTo>
                  <a:pt x="282" y="714"/>
                </a:lnTo>
                <a:lnTo>
                  <a:pt x="282" y="714"/>
                </a:lnTo>
                <a:lnTo>
                  <a:pt x="282" y="714"/>
                </a:lnTo>
                <a:lnTo>
                  <a:pt x="282" y="714"/>
                </a:lnTo>
                <a:lnTo>
                  <a:pt x="282" y="714"/>
                </a:lnTo>
                <a:lnTo>
                  <a:pt x="281" y="714"/>
                </a:lnTo>
                <a:lnTo>
                  <a:pt x="281" y="714"/>
                </a:lnTo>
                <a:lnTo>
                  <a:pt x="281" y="714"/>
                </a:lnTo>
                <a:lnTo>
                  <a:pt x="281" y="714"/>
                </a:lnTo>
                <a:lnTo>
                  <a:pt x="280" y="714"/>
                </a:lnTo>
                <a:lnTo>
                  <a:pt x="280" y="714"/>
                </a:lnTo>
                <a:lnTo>
                  <a:pt x="280" y="714"/>
                </a:lnTo>
                <a:lnTo>
                  <a:pt x="280" y="714"/>
                </a:lnTo>
                <a:lnTo>
                  <a:pt x="280" y="714"/>
                </a:lnTo>
                <a:lnTo>
                  <a:pt x="279" y="714"/>
                </a:lnTo>
                <a:lnTo>
                  <a:pt x="279" y="714"/>
                </a:lnTo>
                <a:lnTo>
                  <a:pt x="279" y="714"/>
                </a:lnTo>
                <a:lnTo>
                  <a:pt x="279" y="714"/>
                </a:lnTo>
                <a:lnTo>
                  <a:pt x="279" y="714"/>
                </a:lnTo>
                <a:lnTo>
                  <a:pt x="277" y="714"/>
                </a:lnTo>
                <a:lnTo>
                  <a:pt x="277" y="714"/>
                </a:lnTo>
                <a:lnTo>
                  <a:pt x="277" y="714"/>
                </a:lnTo>
                <a:lnTo>
                  <a:pt x="277" y="714"/>
                </a:lnTo>
                <a:lnTo>
                  <a:pt x="276" y="714"/>
                </a:lnTo>
                <a:lnTo>
                  <a:pt x="276" y="714"/>
                </a:lnTo>
                <a:lnTo>
                  <a:pt x="276" y="714"/>
                </a:lnTo>
                <a:lnTo>
                  <a:pt x="276" y="714"/>
                </a:lnTo>
                <a:lnTo>
                  <a:pt x="276" y="714"/>
                </a:lnTo>
                <a:lnTo>
                  <a:pt x="275" y="714"/>
                </a:lnTo>
                <a:lnTo>
                  <a:pt x="275" y="714"/>
                </a:lnTo>
                <a:lnTo>
                  <a:pt x="275" y="714"/>
                </a:lnTo>
                <a:lnTo>
                  <a:pt x="275" y="714"/>
                </a:lnTo>
                <a:lnTo>
                  <a:pt x="275" y="714"/>
                </a:lnTo>
                <a:lnTo>
                  <a:pt x="274" y="714"/>
                </a:lnTo>
                <a:lnTo>
                  <a:pt x="274" y="714"/>
                </a:lnTo>
                <a:lnTo>
                  <a:pt x="274" y="714"/>
                </a:lnTo>
                <a:lnTo>
                  <a:pt x="274" y="714"/>
                </a:lnTo>
                <a:lnTo>
                  <a:pt x="274" y="714"/>
                </a:lnTo>
                <a:lnTo>
                  <a:pt x="273" y="714"/>
                </a:lnTo>
                <a:lnTo>
                  <a:pt x="273" y="714"/>
                </a:lnTo>
                <a:lnTo>
                  <a:pt x="273" y="714"/>
                </a:lnTo>
                <a:lnTo>
                  <a:pt x="273" y="714"/>
                </a:lnTo>
                <a:lnTo>
                  <a:pt x="272" y="714"/>
                </a:lnTo>
                <a:lnTo>
                  <a:pt x="272" y="714"/>
                </a:lnTo>
                <a:lnTo>
                  <a:pt x="272" y="714"/>
                </a:lnTo>
                <a:lnTo>
                  <a:pt x="272" y="714"/>
                </a:lnTo>
                <a:lnTo>
                  <a:pt x="272" y="714"/>
                </a:lnTo>
                <a:lnTo>
                  <a:pt x="271" y="713"/>
                </a:lnTo>
                <a:lnTo>
                  <a:pt x="271" y="713"/>
                </a:lnTo>
                <a:lnTo>
                  <a:pt x="271" y="713"/>
                </a:lnTo>
                <a:lnTo>
                  <a:pt x="271" y="713"/>
                </a:lnTo>
                <a:lnTo>
                  <a:pt x="271" y="713"/>
                </a:lnTo>
                <a:lnTo>
                  <a:pt x="270" y="713"/>
                </a:lnTo>
                <a:lnTo>
                  <a:pt x="270" y="713"/>
                </a:lnTo>
                <a:lnTo>
                  <a:pt x="270" y="713"/>
                </a:lnTo>
                <a:lnTo>
                  <a:pt x="270" y="713"/>
                </a:lnTo>
                <a:lnTo>
                  <a:pt x="270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8" y="713"/>
                </a:lnTo>
                <a:lnTo>
                  <a:pt x="267" y="713"/>
                </a:lnTo>
                <a:lnTo>
                  <a:pt x="267" y="712"/>
                </a:lnTo>
                <a:lnTo>
                  <a:pt x="267" y="712"/>
                </a:lnTo>
                <a:lnTo>
                  <a:pt x="267" y="712"/>
                </a:lnTo>
                <a:lnTo>
                  <a:pt x="267" y="712"/>
                </a:lnTo>
                <a:lnTo>
                  <a:pt x="266" y="712"/>
                </a:lnTo>
                <a:lnTo>
                  <a:pt x="266" y="712"/>
                </a:lnTo>
                <a:lnTo>
                  <a:pt x="266" y="712"/>
                </a:lnTo>
                <a:lnTo>
                  <a:pt x="266" y="712"/>
                </a:lnTo>
                <a:lnTo>
                  <a:pt x="266" y="712"/>
                </a:lnTo>
                <a:lnTo>
                  <a:pt x="265" y="712"/>
                </a:lnTo>
                <a:lnTo>
                  <a:pt x="265" y="712"/>
                </a:lnTo>
                <a:lnTo>
                  <a:pt x="265" y="712"/>
                </a:lnTo>
                <a:lnTo>
                  <a:pt x="265" y="712"/>
                </a:lnTo>
                <a:lnTo>
                  <a:pt x="265" y="712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4" y="711"/>
                </a:lnTo>
                <a:lnTo>
                  <a:pt x="263" y="711"/>
                </a:lnTo>
                <a:lnTo>
                  <a:pt x="263" y="711"/>
                </a:lnTo>
                <a:lnTo>
                  <a:pt x="263" y="711"/>
                </a:lnTo>
                <a:lnTo>
                  <a:pt x="263" y="711"/>
                </a:lnTo>
                <a:lnTo>
                  <a:pt x="263" y="711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2" y="710"/>
                </a:lnTo>
                <a:lnTo>
                  <a:pt x="261" y="710"/>
                </a:lnTo>
                <a:lnTo>
                  <a:pt x="261" y="710"/>
                </a:lnTo>
                <a:lnTo>
                  <a:pt x="261" y="710"/>
                </a:lnTo>
                <a:lnTo>
                  <a:pt x="261" y="710"/>
                </a:lnTo>
                <a:lnTo>
                  <a:pt x="261" y="709"/>
                </a:lnTo>
                <a:lnTo>
                  <a:pt x="261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9" y="709"/>
                </a:lnTo>
                <a:lnTo>
                  <a:pt x="258" y="709"/>
                </a:lnTo>
                <a:lnTo>
                  <a:pt x="258" y="708"/>
                </a:lnTo>
                <a:lnTo>
                  <a:pt x="258" y="708"/>
                </a:lnTo>
                <a:lnTo>
                  <a:pt x="258" y="708"/>
                </a:lnTo>
                <a:lnTo>
                  <a:pt x="258" y="708"/>
                </a:lnTo>
                <a:lnTo>
                  <a:pt x="258" y="708"/>
                </a:lnTo>
                <a:lnTo>
                  <a:pt x="257" y="708"/>
                </a:lnTo>
                <a:lnTo>
                  <a:pt x="257" y="708"/>
                </a:lnTo>
                <a:lnTo>
                  <a:pt x="257" y="708"/>
                </a:lnTo>
                <a:lnTo>
                  <a:pt x="257" y="708"/>
                </a:lnTo>
                <a:lnTo>
                  <a:pt x="257" y="706"/>
                </a:lnTo>
                <a:lnTo>
                  <a:pt x="257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6" y="706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5" y="705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4" y="704"/>
                </a:lnTo>
                <a:lnTo>
                  <a:pt x="253" y="704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3" y="703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2"/>
                </a:lnTo>
                <a:lnTo>
                  <a:pt x="252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1"/>
                </a:lnTo>
                <a:lnTo>
                  <a:pt x="250" y="700"/>
                </a:lnTo>
                <a:lnTo>
                  <a:pt x="250" y="700"/>
                </a:lnTo>
                <a:lnTo>
                  <a:pt x="249" y="700"/>
                </a:lnTo>
                <a:lnTo>
                  <a:pt x="249" y="700"/>
                </a:lnTo>
                <a:lnTo>
                  <a:pt x="249" y="700"/>
                </a:lnTo>
                <a:lnTo>
                  <a:pt x="249" y="700"/>
                </a:lnTo>
                <a:lnTo>
                  <a:pt x="249" y="699"/>
                </a:lnTo>
                <a:lnTo>
                  <a:pt x="249" y="699"/>
                </a:lnTo>
                <a:lnTo>
                  <a:pt x="249" y="699"/>
                </a:lnTo>
                <a:lnTo>
                  <a:pt x="249" y="699"/>
                </a:lnTo>
                <a:lnTo>
                  <a:pt x="248" y="699"/>
                </a:lnTo>
                <a:lnTo>
                  <a:pt x="248" y="699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7"/>
                </a:lnTo>
                <a:lnTo>
                  <a:pt x="248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6"/>
                </a:lnTo>
                <a:lnTo>
                  <a:pt x="247" y="695"/>
                </a:lnTo>
                <a:lnTo>
                  <a:pt x="247" y="695"/>
                </a:lnTo>
                <a:lnTo>
                  <a:pt x="247" y="695"/>
                </a:lnTo>
                <a:lnTo>
                  <a:pt x="247" y="695"/>
                </a:lnTo>
                <a:lnTo>
                  <a:pt x="247" y="695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4"/>
                </a:lnTo>
                <a:lnTo>
                  <a:pt x="246" y="693"/>
                </a:lnTo>
                <a:lnTo>
                  <a:pt x="246" y="693"/>
                </a:lnTo>
                <a:lnTo>
                  <a:pt x="246" y="693"/>
                </a:lnTo>
                <a:lnTo>
                  <a:pt x="246" y="693"/>
                </a:lnTo>
                <a:lnTo>
                  <a:pt x="246" y="693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2"/>
                </a:lnTo>
                <a:lnTo>
                  <a:pt x="245" y="691"/>
                </a:lnTo>
                <a:lnTo>
                  <a:pt x="245" y="691"/>
                </a:lnTo>
                <a:lnTo>
                  <a:pt x="245" y="691"/>
                </a:lnTo>
                <a:lnTo>
                  <a:pt x="245" y="691"/>
                </a:lnTo>
                <a:lnTo>
                  <a:pt x="245" y="691"/>
                </a:lnTo>
                <a:lnTo>
                  <a:pt x="245" y="690"/>
                </a:lnTo>
                <a:lnTo>
                  <a:pt x="245" y="690"/>
                </a:lnTo>
                <a:lnTo>
                  <a:pt x="245" y="690"/>
                </a:lnTo>
                <a:lnTo>
                  <a:pt x="244" y="690"/>
                </a:lnTo>
                <a:lnTo>
                  <a:pt x="244" y="690"/>
                </a:lnTo>
                <a:lnTo>
                  <a:pt x="244" y="688"/>
                </a:lnTo>
                <a:lnTo>
                  <a:pt x="244" y="688"/>
                </a:lnTo>
                <a:lnTo>
                  <a:pt x="244" y="688"/>
                </a:lnTo>
                <a:lnTo>
                  <a:pt x="244" y="688"/>
                </a:lnTo>
                <a:lnTo>
                  <a:pt x="244" y="688"/>
                </a:lnTo>
                <a:lnTo>
                  <a:pt x="244" y="687"/>
                </a:lnTo>
                <a:lnTo>
                  <a:pt x="244" y="687"/>
                </a:lnTo>
                <a:lnTo>
                  <a:pt x="244" y="687"/>
                </a:lnTo>
                <a:lnTo>
                  <a:pt x="244" y="687"/>
                </a:lnTo>
                <a:lnTo>
                  <a:pt x="244" y="687"/>
                </a:lnTo>
                <a:lnTo>
                  <a:pt x="244" y="686"/>
                </a:lnTo>
                <a:lnTo>
                  <a:pt x="244" y="686"/>
                </a:lnTo>
                <a:lnTo>
                  <a:pt x="244" y="686"/>
                </a:lnTo>
                <a:lnTo>
                  <a:pt x="244" y="686"/>
                </a:lnTo>
                <a:lnTo>
                  <a:pt x="244" y="686"/>
                </a:lnTo>
                <a:lnTo>
                  <a:pt x="243" y="685"/>
                </a:lnTo>
                <a:lnTo>
                  <a:pt x="243" y="685"/>
                </a:lnTo>
                <a:lnTo>
                  <a:pt x="243" y="685"/>
                </a:lnTo>
                <a:lnTo>
                  <a:pt x="243" y="685"/>
                </a:lnTo>
                <a:lnTo>
                  <a:pt x="243" y="685"/>
                </a:lnTo>
                <a:lnTo>
                  <a:pt x="243" y="684"/>
                </a:lnTo>
                <a:lnTo>
                  <a:pt x="243" y="684"/>
                </a:lnTo>
                <a:lnTo>
                  <a:pt x="243" y="684"/>
                </a:lnTo>
                <a:lnTo>
                  <a:pt x="243" y="684"/>
                </a:lnTo>
                <a:lnTo>
                  <a:pt x="243" y="684"/>
                </a:lnTo>
                <a:lnTo>
                  <a:pt x="243" y="683"/>
                </a:lnTo>
                <a:lnTo>
                  <a:pt x="243" y="683"/>
                </a:lnTo>
                <a:lnTo>
                  <a:pt x="243" y="683"/>
                </a:lnTo>
                <a:lnTo>
                  <a:pt x="243" y="683"/>
                </a:lnTo>
                <a:lnTo>
                  <a:pt x="243" y="683"/>
                </a:lnTo>
                <a:lnTo>
                  <a:pt x="243" y="682"/>
                </a:lnTo>
                <a:lnTo>
                  <a:pt x="243" y="682"/>
                </a:lnTo>
                <a:lnTo>
                  <a:pt x="243" y="682"/>
                </a:lnTo>
                <a:lnTo>
                  <a:pt x="243" y="682"/>
                </a:lnTo>
                <a:lnTo>
                  <a:pt x="243" y="682"/>
                </a:lnTo>
                <a:lnTo>
                  <a:pt x="243" y="681"/>
                </a:lnTo>
                <a:lnTo>
                  <a:pt x="243" y="681"/>
                </a:lnTo>
                <a:lnTo>
                  <a:pt x="243" y="681"/>
                </a:lnTo>
                <a:lnTo>
                  <a:pt x="243" y="681"/>
                </a:lnTo>
                <a:lnTo>
                  <a:pt x="243" y="679"/>
                </a:lnTo>
                <a:lnTo>
                  <a:pt x="243" y="679"/>
                </a:lnTo>
                <a:lnTo>
                  <a:pt x="243" y="679"/>
                </a:lnTo>
                <a:lnTo>
                  <a:pt x="243" y="679"/>
                </a:lnTo>
                <a:lnTo>
                  <a:pt x="243" y="679"/>
                </a:lnTo>
                <a:lnTo>
                  <a:pt x="243" y="678"/>
                </a:lnTo>
                <a:lnTo>
                  <a:pt x="243" y="678"/>
                </a:lnTo>
                <a:lnTo>
                  <a:pt x="243" y="678"/>
                </a:lnTo>
                <a:lnTo>
                  <a:pt x="243" y="678"/>
                </a:lnTo>
                <a:lnTo>
                  <a:pt x="243" y="678"/>
                </a:lnTo>
                <a:lnTo>
                  <a:pt x="243" y="677"/>
                </a:lnTo>
                <a:lnTo>
                  <a:pt x="243" y="677"/>
                </a:lnTo>
                <a:lnTo>
                  <a:pt x="243" y="677"/>
                </a:lnTo>
                <a:lnTo>
                  <a:pt x="243" y="677"/>
                </a:lnTo>
                <a:lnTo>
                  <a:pt x="243" y="676"/>
                </a:lnTo>
                <a:lnTo>
                  <a:pt x="243" y="676"/>
                </a:lnTo>
                <a:lnTo>
                  <a:pt x="243" y="676"/>
                </a:lnTo>
                <a:lnTo>
                  <a:pt x="243" y="676"/>
                </a:lnTo>
                <a:lnTo>
                  <a:pt x="243" y="676"/>
                </a:lnTo>
                <a:lnTo>
                  <a:pt x="243" y="675"/>
                </a:lnTo>
                <a:lnTo>
                  <a:pt x="243" y="675"/>
                </a:lnTo>
                <a:lnTo>
                  <a:pt x="243" y="675"/>
                </a:lnTo>
                <a:lnTo>
                  <a:pt x="243" y="675"/>
                </a:lnTo>
                <a:lnTo>
                  <a:pt x="243" y="675"/>
                </a:lnTo>
                <a:lnTo>
                  <a:pt x="243" y="674"/>
                </a:lnTo>
                <a:lnTo>
                  <a:pt x="243" y="674"/>
                </a:lnTo>
                <a:lnTo>
                  <a:pt x="243" y="674"/>
                </a:lnTo>
                <a:lnTo>
                  <a:pt x="243" y="674"/>
                </a:lnTo>
                <a:lnTo>
                  <a:pt x="243" y="674"/>
                </a:lnTo>
                <a:lnTo>
                  <a:pt x="243" y="673"/>
                </a:lnTo>
                <a:lnTo>
                  <a:pt x="243" y="673"/>
                </a:lnTo>
                <a:lnTo>
                  <a:pt x="243" y="673"/>
                </a:lnTo>
                <a:lnTo>
                  <a:pt x="243" y="673"/>
                </a:lnTo>
                <a:lnTo>
                  <a:pt x="243" y="671"/>
                </a:lnTo>
                <a:lnTo>
                  <a:pt x="243" y="671"/>
                </a:lnTo>
                <a:lnTo>
                  <a:pt x="243" y="671"/>
                </a:lnTo>
                <a:lnTo>
                  <a:pt x="243" y="671"/>
                </a:lnTo>
                <a:lnTo>
                  <a:pt x="243" y="671"/>
                </a:lnTo>
                <a:lnTo>
                  <a:pt x="243" y="670"/>
                </a:lnTo>
                <a:lnTo>
                  <a:pt x="243" y="670"/>
                </a:lnTo>
                <a:lnTo>
                  <a:pt x="243" y="670"/>
                </a:lnTo>
                <a:lnTo>
                  <a:pt x="243" y="670"/>
                </a:lnTo>
                <a:lnTo>
                  <a:pt x="243" y="670"/>
                </a:lnTo>
                <a:lnTo>
                  <a:pt x="243" y="669"/>
                </a:lnTo>
                <a:lnTo>
                  <a:pt x="243" y="669"/>
                </a:lnTo>
                <a:lnTo>
                  <a:pt x="243" y="669"/>
                </a:lnTo>
                <a:lnTo>
                  <a:pt x="243" y="669"/>
                </a:lnTo>
                <a:lnTo>
                  <a:pt x="243" y="669"/>
                </a:lnTo>
                <a:lnTo>
                  <a:pt x="243" y="668"/>
                </a:lnTo>
                <a:lnTo>
                  <a:pt x="244" y="668"/>
                </a:lnTo>
                <a:lnTo>
                  <a:pt x="244" y="668"/>
                </a:lnTo>
                <a:lnTo>
                  <a:pt x="244" y="668"/>
                </a:lnTo>
                <a:lnTo>
                  <a:pt x="244" y="668"/>
                </a:lnTo>
                <a:lnTo>
                  <a:pt x="244" y="667"/>
                </a:lnTo>
                <a:lnTo>
                  <a:pt x="244" y="667"/>
                </a:lnTo>
                <a:lnTo>
                  <a:pt x="244" y="667"/>
                </a:lnTo>
                <a:lnTo>
                  <a:pt x="244" y="667"/>
                </a:lnTo>
                <a:lnTo>
                  <a:pt x="244" y="667"/>
                </a:lnTo>
                <a:lnTo>
                  <a:pt x="244" y="666"/>
                </a:lnTo>
                <a:lnTo>
                  <a:pt x="244" y="666"/>
                </a:lnTo>
                <a:lnTo>
                  <a:pt x="244" y="666"/>
                </a:lnTo>
                <a:lnTo>
                  <a:pt x="244" y="666"/>
                </a:lnTo>
                <a:lnTo>
                  <a:pt x="244" y="666"/>
                </a:lnTo>
                <a:lnTo>
                  <a:pt x="244" y="665"/>
                </a:lnTo>
                <a:lnTo>
                  <a:pt x="244" y="665"/>
                </a:lnTo>
                <a:lnTo>
                  <a:pt x="244" y="665"/>
                </a:lnTo>
                <a:lnTo>
                  <a:pt x="245" y="665"/>
                </a:lnTo>
                <a:lnTo>
                  <a:pt x="245" y="665"/>
                </a:lnTo>
                <a:lnTo>
                  <a:pt x="245" y="664"/>
                </a:lnTo>
                <a:lnTo>
                  <a:pt x="245" y="664"/>
                </a:lnTo>
                <a:lnTo>
                  <a:pt x="245" y="664"/>
                </a:lnTo>
                <a:lnTo>
                  <a:pt x="245" y="664"/>
                </a:lnTo>
                <a:lnTo>
                  <a:pt x="245" y="664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2"/>
                </a:lnTo>
                <a:lnTo>
                  <a:pt x="245" y="661"/>
                </a:lnTo>
                <a:lnTo>
                  <a:pt x="246" y="661"/>
                </a:lnTo>
                <a:lnTo>
                  <a:pt x="246" y="661"/>
                </a:lnTo>
                <a:lnTo>
                  <a:pt x="246" y="661"/>
                </a:lnTo>
                <a:lnTo>
                  <a:pt x="246" y="661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60"/>
                </a:lnTo>
                <a:lnTo>
                  <a:pt x="246" y="659"/>
                </a:lnTo>
                <a:lnTo>
                  <a:pt x="247" y="659"/>
                </a:lnTo>
                <a:lnTo>
                  <a:pt x="247" y="659"/>
                </a:lnTo>
                <a:lnTo>
                  <a:pt x="247" y="659"/>
                </a:lnTo>
                <a:lnTo>
                  <a:pt x="247" y="659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7" y="658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7"/>
                </a:lnTo>
                <a:lnTo>
                  <a:pt x="248" y="656"/>
                </a:lnTo>
                <a:lnTo>
                  <a:pt x="248" y="656"/>
                </a:lnTo>
                <a:lnTo>
                  <a:pt x="248" y="656"/>
                </a:lnTo>
                <a:lnTo>
                  <a:pt x="249" y="656"/>
                </a:lnTo>
                <a:lnTo>
                  <a:pt x="249" y="656"/>
                </a:lnTo>
                <a:lnTo>
                  <a:pt x="249" y="656"/>
                </a:lnTo>
                <a:lnTo>
                  <a:pt x="249" y="655"/>
                </a:lnTo>
                <a:lnTo>
                  <a:pt x="249" y="655"/>
                </a:lnTo>
                <a:lnTo>
                  <a:pt x="249" y="655"/>
                </a:lnTo>
                <a:lnTo>
                  <a:pt x="249" y="655"/>
                </a:lnTo>
                <a:lnTo>
                  <a:pt x="249" y="655"/>
                </a:lnTo>
                <a:lnTo>
                  <a:pt x="250" y="655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0" y="653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2"/>
                </a:lnTo>
                <a:lnTo>
                  <a:pt x="252" y="651"/>
                </a:lnTo>
                <a:lnTo>
                  <a:pt x="252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1"/>
                </a:lnTo>
                <a:lnTo>
                  <a:pt x="253" y="650"/>
                </a:lnTo>
                <a:lnTo>
                  <a:pt x="253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50"/>
                </a:lnTo>
                <a:lnTo>
                  <a:pt x="254" y="649"/>
                </a:lnTo>
                <a:lnTo>
                  <a:pt x="254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9"/>
                </a:lnTo>
                <a:lnTo>
                  <a:pt x="255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6" y="648"/>
                </a:lnTo>
                <a:lnTo>
                  <a:pt x="257" y="648"/>
                </a:lnTo>
                <a:lnTo>
                  <a:pt x="257" y="647"/>
                </a:lnTo>
                <a:lnTo>
                  <a:pt x="257" y="647"/>
                </a:lnTo>
                <a:lnTo>
                  <a:pt x="257" y="647"/>
                </a:lnTo>
                <a:lnTo>
                  <a:pt x="257" y="647"/>
                </a:lnTo>
                <a:lnTo>
                  <a:pt x="257" y="647"/>
                </a:lnTo>
                <a:lnTo>
                  <a:pt x="258" y="647"/>
                </a:lnTo>
                <a:lnTo>
                  <a:pt x="258" y="647"/>
                </a:lnTo>
                <a:lnTo>
                  <a:pt x="258" y="647"/>
                </a:lnTo>
                <a:lnTo>
                  <a:pt x="258" y="646"/>
                </a:lnTo>
                <a:lnTo>
                  <a:pt x="258" y="646"/>
                </a:lnTo>
                <a:lnTo>
                  <a:pt x="258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59" y="646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1" y="644"/>
                </a:lnTo>
                <a:lnTo>
                  <a:pt x="262" y="644"/>
                </a:lnTo>
                <a:lnTo>
                  <a:pt x="262" y="644"/>
                </a:lnTo>
                <a:lnTo>
                  <a:pt x="262" y="644"/>
                </a:lnTo>
                <a:lnTo>
                  <a:pt x="262" y="644"/>
                </a:lnTo>
                <a:lnTo>
                  <a:pt x="262" y="643"/>
                </a:lnTo>
                <a:lnTo>
                  <a:pt x="262" y="643"/>
                </a:lnTo>
                <a:lnTo>
                  <a:pt x="263" y="643"/>
                </a:lnTo>
                <a:lnTo>
                  <a:pt x="263" y="643"/>
                </a:lnTo>
                <a:lnTo>
                  <a:pt x="263" y="643"/>
                </a:lnTo>
                <a:lnTo>
                  <a:pt x="263" y="643"/>
                </a:lnTo>
                <a:lnTo>
                  <a:pt x="263" y="643"/>
                </a:lnTo>
                <a:lnTo>
                  <a:pt x="264" y="643"/>
                </a:lnTo>
                <a:lnTo>
                  <a:pt x="264" y="643"/>
                </a:lnTo>
                <a:lnTo>
                  <a:pt x="264" y="643"/>
                </a:lnTo>
                <a:lnTo>
                  <a:pt x="264" y="643"/>
                </a:lnTo>
                <a:lnTo>
                  <a:pt x="264" y="642"/>
                </a:lnTo>
                <a:lnTo>
                  <a:pt x="264" y="642"/>
                </a:lnTo>
                <a:lnTo>
                  <a:pt x="265" y="642"/>
                </a:lnTo>
                <a:lnTo>
                  <a:pt x="265" y="642"/>
                </a:lnTo>
                <a:lnTo>
                  <a:pt x="265" y="642"/>
                </a:lnTo>
                <a:lnTo>
                  <a:pt x="265" y="642"/>
                </a:lnTo>
                <a:lnTo>
                  <a:pt x="265" y="642"/>
                </a:lnTo>
                <a:lnTo>
                  <a:pt x="266" y="642"/>
                </a:lnTo>
                <a:lnTo>
                  <a:pt x="266" y="642"/>
                </a:lnTo>
                <a:lnTo>
                  <a:pt x="266" y="642"/>
                </a:lnTo>
                <a:lnTo>
                  <a:pt x="266" y="642"/>
                </a:lnTo>
                <a:lnTo>
                  <a:pt x="266" y="642"/>
                </a:lnTo>
                <a:lnTo>
                  <a:pt x="267" y="642"/>
                </a:lnTo>
                <a:lnTo>
                  <a:pt x="267" y="641"/>
                </a:lnTo>
                <a:lnTo>
                  <a:pt x="267" y="641"/>
                </a:lnTo>
                <a:lnTo>
                  <a:pt x="267" y="641"/>
                </a:lnTo>
                <a:lnTo>
                  <a:pt x="267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68" y="641"/>
                </a:lnTo>
                <a:lnTo>
                  <a:pt x="270" y="641"/>
                </a:lnTo>
                <a:lnTo>
                  <a:pt x="270" y="641"/>
                </a:lnTo>
                <a:lnTo>
                  <a:pt x="270" y="641"/>
                </a:lnTo>
                <a:lnTo>
                  <a:pt x="270" y="641"/>
                </a:lnTo>
                <a:lnTo>
                  <a:pt x="270" y="641"/>
                </a:lnTo>
                <a:lnTo>
                  <a:pt x="271" y="641"/>
                </a:lnTo>
                <a:lnTo>
                  <a:pt x="271" y="641"/>
                </a:lnTo>
                <a:lnTo>
                  <a:pt x="271" y="640"/>
                </a:lnTo>
                <a:lnTo>
                  <a:pt x="271" y="640"/>
                </a:lnTo>
                <a:lnTo>
                  <a:pt x="271" y="640"/>
                </a:lnTo>
                <a:lnTo>
                  <a:pt x="272" y="640"/>
                </a:lnTo>
                <a:lnTo>
                  <a:pt x="272" y="640"/>
                </a:lnTo>
                <a:lnTo>
                  <a:pt x="272" y="640"/>
                </a:lnTo>
                <a:lnTo>
                  <a:pt x="272" y="640"/>
                </a:lnTo>
                <a:lnTo>
                  <a:pt x="272" y="640"/>
                </a:lnTo>
                <a:lnTo>
                  <a:pt x="273" y="640"/>
                </a:lnTo>
                <a:lnTo>
                  <a:pt x="273" y="640"/>
                </a:lnTo>
                <a:lnTo>
                  <a:pt x="273" y="640"/>
                </a:lnTo>
                <a:lnTo>
                  <a:pt x="273" y="640"/>
                </a:lnTo>
                <a:lnTo>
                  <a:pt x="274" y="640"/>
                </a:lnTo>
                <a:lnTo>
                  <a:pt x="274" y="640"/>
                </a:lnTo>
                <a:lnTo>
                  <a:pt x="274" y="640"/>
                </a:lnTo>
                <a:lnTo>
                  <a:pt x="274" y="640"/>
                </a:lnTo>
                <a:lnTo>
                  <a:pt x="274" y="640"/>
                </a:lnTo>
                <a:lnTo>
                  <a:pt x="275" y="640"/>
                </a:lnTo>
                <a:lnTo>
                  <a:pt x="275" y="640"/>
                </a:lnTo>
                <a:lnTo>
                  <a:pt x="275" y="640"/>
                </a:lnTo>
                <a:lnTo>
                  <a:pt x="275" y="640"/>
                </a:lnTo>
                <a:lnTo>
                  <a:pt x="275" y="640"/>
                </a:lnTo>
                <a:lnTo>
                  <a:pt x="276" y="640"/>
                </a:lnTo>
                <a:lnTo>
                  <a:pt x="276" y="640"/>
                </a:lnTo>
                <a:lnTo>
                  <a:pt x="276" y="640"/>
                </a:lnTo>
                <a:lnTo>
                  <a:pt x="276" y="640"/>
                </a:lnTo>
                <a:lnTo>
                  <a:pt x="276" y="640"/>
                </a:lnTo>
                <a:lnTo>
                  <a:pt x="277" y="640"/>
                </a:lnTo>
                <a:lnTo>
                  <a:pt x="277" y="640"/>
                </a:lnTo>
                <a:lnTo>
                  <a:pt x="277" y="640"/>
                </a:lnTo>
                <a:lnTo>
                  <a:pt x="277" y="640"/>
                </a:lnTo>
                <a:lnTo>
                  <a:pt x="279" y="640"/>
                </a:lnTo>
                <a:lnTo>
                  <a:pt x="279" y="640"/>
                </a:lnTo>
                <a:lnTo>
                  <a:pt x="279" y="640"/>
                </a:lnTo>
                <a:lnTo>
                  <a:pt x="279" y="640"/>
                </a:lnTo>
                <a:lnTo>
                  <a:pt x="279" y="640"/>
                </a:lnTo>
                <a:lnTo>
                  <a:pt x="280" y="640"/>
                </a:lnTo>
                <a:lnTo>
                  <a:pt x="280" y="640"/>
                </a:lnTo>
                <a:lnTo>
                  <a:pt x="280" y="640"/>
                </a:lnTo>
                <a:lnTo>
                  <a:pt x="280" y="640"/>
                </a:lnTo>
                <a:close/>
                <a:moveTo>
                  <a:pt x="284" y="637"/>
                </a:moveTo>
                <a:lnTo>
                  <a:pt x="276" y="637"/>
                </a:lnTo>
                <a:lnTo>
                  <a:pt x="276" y="621"/>
                </a:lnTo>
                <a:lnTo>
                  <a:pt x="284" y="621"/>
                </a:lnTo>
                <a:lnTo>
                  <a:pt x="284" y="637"/>
                </a:lnTo>
                <a:lnTo>
                  <a:pt x="284" y="637"/>
                </a:lnTo>
                <a:close/>
                <a:moveTo>
                  <a:pt x="284" y="589"/>
                </a:moveTo>
                <a:lnTo>
                  <a:pt x="276" y="589"/>
                </a:lnTo>
                <a:lnTo>
                  <a:pt x="276" y="574"/>
                </a:lnTo>
                <a:lnTo>
                  <a:pt x="284" y="574"/>
                </a:lnTo>
                <a:lnTo>
                  <a:pt x="284" y="589"/>
                </a:lnTo>
                <a:lnTo>
                  <a:pt x="284" y="589"/>
                </a:lnTo>
                <a:close/>
                <a:moveTo>
                  <a:pt x="284" y="543"/>
                </a:moveTo>
                <a:lnTo>
                  <a:pt x="282" y="543"/>
                </a:lnTo>
                <a:lnTo>
                  <a:pt x="280" y="544"/>
                </a:lnTo>
                <a:lnTo>
                  <a:pt x="266" y="544"/>
                </a:lnTo>
                <a:lnTo>
                  <a:pt x="266" y="537"/>
                </a:lnTo>
                <a:lnTo>
                  <a:pt x="280" y="537"/>
                </a:lnTo>
                <a:lnTo>
                  <a:pt x="284" y="537"/>
                </a:lnTo>
                <a:lnTo>
                  <a:pt x="284" y="541"/>
                </a:lnTo>
                <a:lnTo>
                  <a:pt x="284" y="543"/>
                </a:lnTo>
                <a:lnTo>
                  <a:pt x="284" y="543"/>
                </a:lnTo>
                <a:close/>
                <a:moveTo>
                  <a:pt x="235" y="537"/>
                </a:moveTo>
                <a:lnTo>
                  <a:pt x="235" y="544"/>
                </a:lnTo>
                <a:lnTo>
                  <a:pt x="219" y="544"/>
                </a:lnTo>
                <a:lnTo>
                  <a:pt x="219" y="537"/>
                </a:lnTo>
                <a:lnTo>
                  <a:pt x="235" y="537"/>
                </a:lnTo>
                <a:lnTo>
                  <a:pt x="235" y="537"/>
                </a:lnTo>
                <a:close/>
                <a:moveTo>
                  <a:pt x="187" y="537"/>
                </a:moveTo>
                <a:lnTo>
                  <a:pt x="187" y="544"/>
                </a:lnTo>
                <a:lnTo>
                  <a:pt x="172" y="544"/>
                </a:lnTo>
                <a:lnTo>
                  <a:pt x="172" y="537"/>
                </a:lnTo>
                <a:lnTo>
                  <a:pt x="187" y="537"/>
                </a:lnTo>
                <a:lnTo>
                  <a:pt x="187" y="537"/>
                </a:lnTo>
                <a:close/>
                <a:moveTo>
                  <a:pt x="140" y="537"/>
                </a:moveTo>
                <a:lnTo>
                  <a:pt x="140" y="544"/>
                </a:lnTo>
                <a:lnTo>
                  <a:pt x="124" y="544"/>
                </a:lnTo>
                <a:lnTo>
                  <a:pt x="124" y="537"/>
                </a:lnTo>
                <a:lnTo>
                  <a:pt x="140" y="537"/>
                </a:lnTo>
                <a:lnTo>
                  <a:pt x="140" y="537"/>
                </a:lnTo>
                <a:close/>
                <a:moveTo>
                  <a:pt x="93" y="537"/>
                </a:moveTo>
                <a:lnTo>
                  <a:pt x="93" y="544"/>
                </a:lnTo>
                <a:lnTo>
                  <a:pt x="77" y="544"/>
                </a:lnTo>
                <a:lnTo>
                  <a:pt x="77" y="537"/>
                </a:lnTo>
                <a:lnTo>
                  <a:pt x="93" y="537"/>
                </a:lnTo>
                <a:lnTo>
                  <a:pt x="93" y="537"/>
                </a:lnTo>
                <a:close/>
                <a:moveTo>
                  <a:pt x="46" y="537"/>
                </a:moveTo>
                <a:lnTo>
                  <a:pt x="46" y="544"/>
                </a:lnTo>
                <a:lnTo>
                  <a:pt x="30" y="544"/>
                </a:lnTo>
                <a:lnTo>
                  <a:pt x="30" y="537"/>
                </a:lnTo>
                <a:lnTo>
                  <a:pt x="46" y="537"/>
                </a:lnTo>
                <a:lnTo>
                  <a:pt x="46" y="537"/>
                </a:lnTo>
                <a:close/>
                <a:moveTo>
                  <a:pt x="8" y="535"/>
                </a:moveTo>
                <a:lnTo>
                  <a:pt x="0" y="535"/>
                </a:lnTo>
                <a:lnTo>
                  <a:pt x="0" y="519"/>
                </a:lnTo>
                <a:lnTo>
                  <a:pt x="8" y="519"/>
                </a:lnTo>
                <a:lnTo>
                  <a:pt x="8" y="535"/>
                </a:lnTo>
                <a:lnTo>
                  <a:pt x="8" y="535"/>
                </a:lnTo>
                <a:close/>
                <a:moveTo>
                  <a:pt x="8" y="488"/>
                </a:moveTo>
                <a:lnTo>
                  <a:pt x="0" y="488"/>
                </a:lnTo>
                <a:lnTo>
                  <a:pt x="0" y="472"/>
                </a:lnTo>
                <a:lnTo>
                  <a:pt x="8" y="472"/>
                </a:lnTo>
                <a:lnTo>
                  <a:pt x="8" y="488"/>
                </a:lnTo>
                <a:lnTo>
                  <a:pt x="8" y="488"/>
                </a:lnTo>
                <a:close/>
                <a:moveTo>
                  <a:pt x="8" y="441"/>
                </a:moveTo>
                <a:lnTo>
                  <a:pt x="0" y="441"/>
                </a:lnTo>
                <a:lnTo>
                  <a:pt x="0" y="425"/>
                </a:lnTo>
                <a:lnTo>
                  <a:pt x="8" y="425"/>
                </a:lnTo>
                <a:lnTo>
                  <a:pt x="8" y="441"/>
                </a:lnTo>
                <a:lnTo>
                  <a:pt x="8" y="441"/>
                </a:lnTo>
                <a:close/>
                <a:moveTo>
                  <a:pt x="8" y="393"/>
                </a:moveTo>
                <a:lnTo>
                  <a:pt x="0" y="393"/>
                </a:lnTo>
                <a:lnTo>
                  <a:pt x="0" y="378"/>
                </a:lnTo>
                <a:lnTo>
                  <a:pt x="8" y="378"/>
                </a:lnTo>
                <a:lnTo>
                  <a:pt x="8" y="393"/>
                </a:lnTo>
                <a:lnTo>
                  <a:pt x="8" y="393"/>
                </a:lnTo>
                <a:close/>
                <a:moveTo>
                  <a:pt x="8" y="346"/>
                </a:moveTo>
                <a:lnTo>
                  <a:pt x="0" y="346"/>
                </a:lnTo>
                <a:lnTo>
                  <a:pt x="0" y="330"/>
                </a:lnTo>
                <a:lnTo>
                  <a:pt x="8" y="330"/>
                </a:lnTo>
                <a:lnTo>
                  <a:pt x="8" y="346"/>
                </a:lnTo>
                <a:lnTo>
                  <a:pt x="8" y="346"/>
                </a:lnTo>
                <a:close/>
                <a:moveTo>
                  <a:pt x="8" y="299"/>
                </a:moveTo>
                <a:lnTo>
                  <a:pt x="0" y="299"/>
                </a:lnTo>
                <a:lnTo>
                  <a:pt x="0" y="283"/>
                </a:lnTo>
                <a:lnTo>
                  <a:pt x="8" y="283"/>
                </a:lnTo>
                <a:lnTo>
                  <a:pt x="8" y="299"/>
                </a:lnTo>
                <a:lnTo>
                  <a:pt x="8" y="299"/>
                </a:lnTo>
                <a:close/>
                <a:moveTo>
                  <a:pt x="8" y="253"/>
                </a:moveTo>
                <a:lnTo>
                  <a:pt x="0" y="253"/>
                </a:lnTo>
                <a:lnTo>
                  <a:pt x="0" y="237"/>
                </a:lnTo>
                <a:lnTo>
                  <a:pt x="8" y="237"/>
                </a:lnTo>
                <a:lnTo>
                  <a:pt x="8" y="253"/>
                </a:lnTo>
                <a:lnTo>
                  <a:pt x="8" y="253"/>
                </a:lnTo>
                <a:close/>
                <a:moveTo>
                  <a:pt x="8" y="205"/>
                </a:moveTo>
                <a:lnTo>
                  <a:pt x="0" y="205"/>
                </a:lnTo>
                <a:lnTo>
                  <a:pt x="0" y="189"/>
                </a:lnTo>
                <a:lnTo>
                  <a:pt x="8" y="189"/>
                </a:lnTo>
                <a:lnTo>
                  <a:pt x="8" y="205"/>
                </a:lnTo>
                <a:lnTo>
                  <a:pt x="8" y="205"/>
                </a:lnTo>
                <a:close/>
                <a:moveTo>
                  <a:pt x="8" y="158"/>
                </a:moveTo>
                <a:lnTo>
                  <a:pt x="0" y="158"/>
                </a:lnTo>
                <a:lnTo>
                  <a:pt x="0" y="142"/>
                </a:lnTo>
                <a:lnTo>
                  <a:pt x="8" y="142"/>
                </a:lnTo>
                <a:lnTo>
                  <a:pt x="8" y="158"/>
                </a:lnTo>
                <a:lnTo>
                  <a:pt x="8" y="158"/>
                </a:lnTo>
                <a:close/>
                <a:moveTo>
                  <a:pt x="8" y="111"/>
                </a:moveTo>
                <a:lnTo>
                  <a:pt x="0" y="111"/>
                </a:lnTo>
                <a:lnTo>
                  <a:pt x="0" y="95"/>
                </a:lnTo>
                <a:lnTo>
                  <a:pt x="8" y="95"/>
                </a:lnTo>
                <a:lnTo>
                  <a:pt x="8" y="111"/>
                </a:lnTo>
                <a:lnTo>
                  <a:pt x="8" y="111"/>
                </a:lnTo>
                <a:close/>
                <a:moveTo>
                  <a:pt x="8" y="63"/>
                </a:moveTo>
                <a:lnTo>
                  <a:pt x="0" y="63"/>
                </a:lnTo>
                <a:lnTo>
                  <a:pt x="0" y="48"/>
                </a:lnTo>
                <a:lnTo>
                  <a:pt x="8" y="48"/>
                </a:lnTo>
                <a:lnTo>
                  <a:pt x="8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77">
            <a:extLst>
              <a:ext uri="{FF2B5EF4-FFF2-40B4-BE49-F238E27FC236}">
                <a16:creationId xmlns:a16="http://schemas.microsoft.com/office/drawing/2014/main" id="{6DD5F0F3-E3BD-AA31-9677-CE623358FE4A}"/>
              </a:ext>
            </a:extLst>
          </p:cNvPr>
          <p:cNvSpPr>
            <a:spLocks noEditPoints="1"/>
          </p:cNvSpPr>
          <p:nvPr/>
        </p:nvSpPr>
        <p:spPr bwMode="auto">
          <a:xfrm>
            <a:off x="4534346" y="1817688"/>
            <a:ext cx="558800" cy="757237"/>
          </a:xfrm>
          <a:custGeom>
            <a:avLst/>
            <a:gdLst>
              <a:gd name="T0" fmla="*/ 344 w 352"/>
              <a:gd name="T1" fmla="*/ 434 h 477"/>
              <a:gd name="T2" fmla="*/ 342 w 352"/>
              <a:gd name="T3" fmla="*/ 429 h 477"/>
              <a:gd name="T4" fmla="*/ 339 w 352"/>
              <a:gd name="T5" fmla="*/ 423 h 477"/>
              <a:gd name="T6" fmla="*/ 335 w 352"/>
              <a:gd name="T7" fmla="*/ 419 h 477"/>
              <a:gd name="T8" fmla="*/ 330 w 352"/>
              <a:gd name="T9" fmla="*/ 415 h 477"/>
              <a:gd name="T10" fmla="*/ 325 w 352"/>
              <a:gd name="T11" fmla="*/ 412 h 477"/>
              <a:gd name="T12" fmla="*/ 319 w 352"/>
              <a:gd name="T13" fmla="*/ 411 h 477"/>
              <a:gd name="T14" fmla="*/ 312 w 352"/>
              <a:gd name="T15" fmla="*/ 411 h 477"/>
              <a:gd name="T16" fmla="*/ 307 w 352"/>
              <a:gd name="T17" fmla="*/ 412 h 477"/>
              <a:gd name="T18" fmla="*/ 301 w 352"/>
              <a:gd name="T19" fmla="*/ 414 h 477"/>
              <a:gd name="T20" fmla="*/ 295 w 352"/>
              <a:gd name="T21" fmla="*/ 416 h 477"/>
              <a:gd name="T22" fmla="*/ 291 w 352"/>
              <a:gd name="T23" fmla="*/ 421 h 477"/>
              <a:gd name="T24" fmla="*/ 287 w 352"/>
              <a:gd name="T25" fmla="*/ 427 h 477"/>
              <a:gd name="T26" fmla="*/ 285 w 352"/>
              <a:gd name="T27" fmla="*/ 432 h 477"/>
              <a:gd name="T28" fmla="*/ 284 w 352"/>
              <a:gd name="T29" fmla="*/ 438 h 477"/>
              <a:gd name="T30" fmla="*/ 285 w 352"/>
              <a:gd name="T31" fmla="*/ 445 h 477"/>
              <a:gd name="T32" fmla="*/ 286 w 352"/>
              <a:gd name="T33" fmla="*/ 450 h 477"/>
              <a:gd name="T34" fmla="*/ 290 w 352"/>
              <a:gd name="T35" fmla="*/ 456 h 477"/>
              <a:gd name="T36" fmla="*/ 293 w 352"/>
              <a:gd name="T37" fmla="*/ 460 h 477"/>
              <a:gd name="T38" fmla="*/ 298 w 352"/>
              <a:gd name="T39" fmla="*/ 465 h 477"/>
              <a:gd name="T40" fmla="*/ 303 w 352"/>
              <a:gd name="T41" fmla="*/ 467 h 477"/>
              <a:gd name="T42" fmla="*/ 309 w 352"/>
              <a:gd name="T43" fmla="*/ 469 h 477"/>
              <a:gd name="T44" fmla="*/ 316 w 352"/>
              <a:gd name="T45" fmla="*/ 469 h 477"/>
              <a:gd name="T46" fmla="*/ 322 w 352"/>
              <a:gd name="T47" fmla="*/ 468 h 477"/>
              <a:gd name="T48" fmla="*/ 328 w 352"/>
              <a:gd name="T49" fmla="*/ 466 h 477"/>
              <a:gd name="T50" fmla="*/ 333 w 352"/>
              <a:gd name="T51" fmla="*/ 464 h 477"/>
              <a:gd name="T52" fmla="*/ 337 w 352"/>
              <a:gd name="T53" fmla="*/ 459 h 477"/>
              <a:gd name="T54" fmla="*/ 340 w 352"/>
              <a:gd name="T55" fmla="*/ 454 h 477"/>
              <a:gd name="T56" fmla="*/ 343 w 352"/>
              <a:gd name="T57" fmla="*/ 448 h 477"/>
              <a:gd name="T58" fmla="*/ 344 w 352"/>
              <a:gd name="T59" fmla="*/ 442 h 477"/>
              <a:gd name="T60" fmla="*/ 323 w 352"/>
              <a:gd name="T61" fmla="*/ 403 h 477"/>
              <a:gd name="T62" fmla="*/ 330 w 352"/>
              <a:gd name="T63" fmla="*/ 406 h 477"/>
              <a:gd name="T64" fmla="*/ 337 w 352"/>
              <a:gd name="T65" fmla="*/ 410 h 477"/>
              <a:gd name="T66" fmla="*/ 343 w 352"/>
              <a:gd name="T67" fmla="*/ 415 h 477"/>
              <a:gd name="T68" fmla="*/ 347 w 352"/>
              <a:gd name="T69" fmla="*/ 421 h 477"/>
              <a:gd name="T70" fmla="*/ 351 w 352"/>
              <a:gd name="T71" fmla="*/ 429 h 477"/>
              <a:gd name="T72" fmla="*/ 352 w 352"/>
              <a:gd name="T73" fmla="*/ 437 h 477"/>
              <a:gd name="T74" fmla="*/ 352 w 352"/>
              <a:gd name="T75" fmla="*/ 445 h 477"/>
              <a:gd name="T76" fmla="*/ 349 w 352"/>
              <a:gd name="T77" fmla="*/ 453 h 477"/>
              <a:gd name="T78" fmla="*/ 346 w 352"/>
              <a:gd name="T79" fmla="*/ 459 h 477"/>
              <a:gd name="T80" fmla="*/ 342 w 352"/>
              <a:gd name="T81" fmla="*/ 465 h 477"/>
              <a:gd name="T82" fmla="*/ 336 w 352"/>
              <a:gd name="T83" fmla="*/ 471 h 477"/>
              <a:gd name="T84" fmla="*/ 329 w 352"/>
              <a:gd name="T85" fmla="*/ 474 h 477"/>
              <a:gd name="T86" fmla="*/ 322 w 352"/>
              <a:gd name="T87" fmla="*/ 477 h 477"/>
              <a:gd name="T88" fmla="*/ 314 w 352"/>
              <a:gd name="T89" fmla="*/ 477 h 477"/>
              <a:gd name="T90" fmla="*/ 305 w 352"/>
              <a:gd name="T91" fmla="*/ 477 h 477"/>
              <a:gd name="T92" fmla="*/ 299 w 352"/>
              <a:gd name="T93" fmla="*/ 474 h 477"/>
              <a:gd name="T94" fmla="*/ 292 w 352"/>
              <a:gd name="T95" fmla="*/ 471 h 477"/>
              <a:gd name="T96" fmla="*/ 286 w 352"/>
              <a:gd name="T97" fmla="*/ 465 h 477"/>
              <a:gd name="T98" fmla="*/ 282 w 352"/>
              <a:gd name="T99" fmla="*/ 459 h 477"/>
              <a:gd name="T100" fmla="*/ 278 w 352"/>
              <a:gd name="T101" fmla="*/ 451 h 477"/>
              <a:gd name="T102" fmla="*/ 277 w 352"/>
              <a:gd name="T103" fmla="*/ 445 h 477"/>
              <a:gd name="T104" fmla="*/ 277 w 352"/>
              <a:gd name="T105" fmla="*/ 436 h 477"/>
              <a:gd name="T106" fmla="*/ 278 w 352"/>
              <a:gd name="T107" fmla="*/ 428 h 477"/>
              <a:gd name="T108" fmla="*/ 282 w 352"/>
              <a:gd name="T109" fmla="*/ 421 h 477"/>
              <a:gd name="T110" fmla="*/ 286 w 352"/>
              <a:gd name="T111" fmla="*/ 415 h 477"/>
              <a:gd name="T112" fmla="*/ 292 w 352"/>
              <a:gd name="T113" fmla="*/ 410 h 477"/>
              <a:gd name="T114" fmla="*/ 299 w 352"/>
              <a:gd name="T115" fmla="*/ 406 h 477"/>
              <a:gd name="T116" fmla="*/ 305 w 352"/>
              <a:gd name="T117" fmla="*/ 403 h 477"/>
              <a:gd name="T118" fmla="*/ 318 w 352"/>
              <a:gd name="T119" fmla="*/ 317 h 477"/>
              <a:gd name="T120" fmla="*/ 54 w 352"/>
              <a:gd name="T121" fmla="*/ 282 h 477"/>
              <a:gd name="T122" fmla="*/ 8 w 352"/>
              <a:gd name="T123" fmla="*/ 62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2" h="477">
                <a:moveTo>
                  <a:pt x="8" y="16"/>
                </a:move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lnTo>
                  <a:pt x="8" y="16"/>
                </a:lnTo>
                <a:lnTo>
                  <a:pt x="8" y="16"/>
                </a:lnTo>
                <a:close/>
                <a:moveTo>
                  <a:pt x="344" y="440"/>
                </a:moveTo>
                <a:lnTo>
                  <a:pt x="344" y="440"/>
                </a:lnTo>
                <a:lnTo>
                  <a:pt x="344" y="440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9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8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7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6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4"/>
                </a:lnTo>
                <a:lnTo>
                  <a:pt x="344" y="433"/>
                </a:lnTo>
                <a:lnTo>
                  <a:pt x="344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3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2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1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3" y="430"/>
                </a:lnTo>
                <a:lnTo>
                  <a:pt x="342" y="430"/>
                </a:lnTo>
                <a:lnTo>
                  <a:pt x="342" y="430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9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2" y="428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7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40" y="425"/>
                </a:lnTo>
                <a:lnTo>
                  <a:pt x="339" y="425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4"/>
                </a:lnTo>
                <a:lnTo>
                  <a:pt x="339" y="423"/>
                </a:lnTo>
                <a:lnTo>
                  <a:pt x="339" y="423"/>
                </a:lnTo>
                <a:lnTo>
                  <a:pt x="339" y="423"/>
                </a:lnTo>
                <a:lnTo>
                  <a:pt x="339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3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8" y="422"/>
                </a:lnTo>
                <a:lnTo>
                  <a:pt x="337" y="422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7" y="421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20"/>
                </a:lnTo>
                <a:lnTo>
                  <a:pt x="336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5" y="419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4" y="418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3" y="416"/>
                </a:lnTo>
                <a:lnTo>
                  <a:pt x="331" y="416"/>
                </a:lnTo>
                <a:lnTo>
                  <a:pt x="331" y="416"/>
                </a:lnTo>
                <a:lnTo>
                  <a:pt x="331" y="416"/>
                </a:lnTo>
                <a:lnTo>
                  <a:pt x="331" y="415"/>
                </a:lnTo>
                <a:lnTo>
                  <a:pt x="331" y="415"/>
                </a:lnTo>
                <a:lnTo>
                  <a:pt x="331" y="415"/>
                </a:lnTo>
                <a:lnTo>
                  <a:pt x="331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5"/>
                </a:lnTo>
                <a:lnTo>
                  <a:pt x="330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9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4"/>
                </a:lnTo>
                <a:lnTo>
                  <a:pt x="328" y="413"/>
                </a:lnTo>
                <a:lnTo>
                  <a:pt x="328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7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3"/>
                </a:lnTo>
                <a:lnTo>
                  <a:pt x="326" y="412"/>
                </a:lnTo>
                <a:lnTo>
                  <a:pt x="326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5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3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2"/>
                </a:lnTo>
                <a:lnTo>
                  <a:pt x="322" y="411"/>
                </a:lnTo>
                <a:lnTo>
                  <a:pt x="322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1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20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9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8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7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6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4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3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2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1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10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9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8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1"/>
                </a:lnTo>
                <a:lnTo>
                  <a:pt x="307" y="412"/>
                </a:lnTo>
                <a:lnTo>
                  <a:pt x="307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5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4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2"/>
                </a:lnTo>
                <a:lnTo>
                  <a:pt x="303" y="413"/>
                </a:lnTo>
                <a:lnTo>
                  <a:pt x="303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2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3"/>
                </a:lnTo>
                <a:lnTo>
                  <a:pt x="301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300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4"/>
                </a:lnTo>
                <a:lnTo>
                  <a:pt x="299" y="415"/>
                </a:lnTo>
                <a:lnTo>
                  <a:pt x="299" y="415"/>
                </a:lnTo>
                <a:lnTo>
                  <a:pt x="299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8" y="415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6" y="416"/>
                </a:lnTo>
                <a:lnTo>
                  <a:pt x="295" y="416"/>
                </a:lnTo>
                <a:lnTo>
                  <a:pt x="295" y="416"/>
                </a:lnTo>
                <a:lnTo>
                  <a:pt x="295" y="416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5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8"/>
                </a:lnTo>
                <a:lnTo>
                  <a:pt x="294" y="419"/>
                </a:lnTo>
                <a:lnTo>
                  <a:pt x="294" y="419"/>
                </a:lnTo>
                <a:lnTo>
                  <a:pt x="294" y="419"/>
                </a:lnTo>
                <a:lnTo>
                  <a:pt x="294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19"/>
                </a:lnTo>
                <a:lnTo>
                  <a:pt x="293" y="420"/>
                </a:lnTo>
                <a:lnTo>
                  <a:pt x="293" y="420"/>
                </a:lnTo>
                <a:lnTo>
                  <a:pt x="293" y="420"/>
                </a:lnTo>
                <a:lnTo>
                  <a:pt x="293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0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2" y="421"/>
                </a:lnTo>
                <a:lnTo>
                  <a:pt x="291" y="421"/>
                </a:lnTo>
                <a:lnTo>
                  <a:pt x="291" y="421"/>
                </a:lnTo>
                <a:lnTo>
                  <a:pt x="291" y="421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1" y="422"/>
                </a:lnTo>
                <a:lnTo>
                  <a:pt x="290" y="422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3"/>
                </a:lnTo>
                <a:lnTo>
                  <a:pt x="290" y="424"/>
                </a:lnTo>
                <a:lnTo>
                  <a:pt x="290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4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5"/>
                </a:lnTo>
                <a:lnTo>
                  <a:pt x="289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7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8"/>
                </a:lnTo>
                <a:lnTo>
                  <a:pt x="287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29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0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6" y="431"/>
                </a:lnTo>
                <a:lnTo>
                  <a:pt x="285" y="431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2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3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4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6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7"/>
                </a:lnTo>
                <a:lnTo>
                  <a:pt x="285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8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39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0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1"/>
                </a:lnTo>
                <a:lnTo>
                  <a:pt x="284" y="442"/>
                </a:lnTo>
                <a:lnTo>
                  <a:pt x="284" y="442"/>
                </a:lnTo>
                <a:lnTo>
                  <a:pt x="284" y="442"/>
                </a:lnTo>
                <a:lnTo>
                  <a:pt x="284" y="442"/>
                </a:lnTo>
                <a:lnTo>
                  <a:pt x="285" y="442"/>
                </a:lnTo>
                <a:lnTo>
                  <a:pt x="285" y="442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4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5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6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7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5" y="448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49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0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6" y="451"/>
                </a:lnTo>
                <a:lnTo>
                  <a:pt x="287" y="451"/>
                </a:lnTo>
                <a:lnTo>
                  <a:pt x="287" y="451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3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7" y="454"/>
                </a:lnTo>
                <a:lnTo>
                  <a:pt x="289" y="454"/>
                </a:lnTo>
                <a:lnTo>
                  <a:pt x="289" y="454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5"/>
                </a:lnTo>
                <a:lnTo>
                  <a:pt x="289" y="456"/>
                </a:lnTo>
                <a:lnTo>
                  <a:pt x="289" y="456"/>
                </a:lnTo>
                <a:lnTo>
                  <a:pt x="289" y="456"/>
                </a:lnTo>
                <a:lnTo>
                  <a:pt x="289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6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0" y="457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8"/>
                </a:lnTo>
                <a:lnTo>
                  <a:pt x="291" y="459"/>
                </a:lnTo>
                <a:lnTo>
                  <a:pt x="291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59"/>
                </a:lnTo>
                <a:lnTo>
                  <a:pt x="292" y="460"/>
                </a:lnTo>
                <a:lnTo>
                  <a:pt x="292" y="460"/>
                </a:lnTo>
                <a:lnTo>
                  <a:pt x="292" y="460"/>
                </a:lnTo>
                <a:lnTo>
                  <a:pt x="292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0"/>
                </a:lnTo>
                <a:lnTo>
                  <a:pt x="293" y="462"/>
                </a:lnTo>
                <a:lnTo>
                  <a:pt x="293" y="462"/>
                </a:lnTo>
                <a:lnTo>
                  <a:pt x="293" y="462"/>
                </a:lnTo>
                <a:lnTo>
                  <a:pt x="293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2"/>
                </a:lnTo>
                <a:lnTo>
                  <a:pt x="294" y="463"/>
                </a:lnTo>
                <a:lnTo>
                  <a:pt x="294" y="463"/>
                </a:lnTo>
                <a:lnTo>
                  <a:pt x="294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3"/>
                </a:lnTo>
                <a:lnTo>
                  <a:pt x="295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6" y="464"/>
                </a:lnTo>
                <a:lnTo>
                  <a:pt x="298" y="464"/>
                </a:lnTo>
                <a:lnTo>
                  <a:pt x="298" y="464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8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5"/>
                </a:lnTo>
                <a:lnTo>
                  <a:pt x="299" y="466"/>
                </a:lnTo>
                <a:lnTo>
                  <a:pt x="299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0" y="466"/>
                </a:lnTo>
                <a:lnTo>
                  <a:pt x="301" y="466"/>
                </a:lnTo>
                <a:lnTo>
                  <a:pt x="301" y="466"/>
                </a:lnTo>
                <a:lnTo>
                  <a:pt x="301" y="466"/>
                </a:lnTo>
                <a:lnTo>
                  <a:pt x="301" y="467"/>
                </a:lnTo>
                <a:lnTo>
                  <a:pt x="301" y="467"/>
                </a:lnTo>
                <a:lnTo>
                  <a:pt x="301" y="467"/>
                </a:lnTo>
                <a:lnTo>
                  <a:pt x="301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2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7"/>
                </a:lnTo>
                <a:lnTo>
                  <a:pt x="303" y="468"/>
                </a:lnTo>
                <a:lnTo>
                  <a:pt x="303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4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5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7" y="468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8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09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0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1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2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3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4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6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7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8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19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0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9"/>
                </a:lnTo>
                <a:lnTo>
                  <a:pt x="321" y="468"/>
                </a:lnTo>
                <a:lnTo>
                  <a:pt x="321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2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3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8"/>
                </a:lnTo>
                <a:lnTo>
                  <a:pt x="325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6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7" y="467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8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6"/>
                </a:lnTo>
                <a:lnTo>
                  <a:pt x="329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0" y="465"/>
                </a:lnTo>
                <a:lnTo>
                  <a:pt x="331" y="465"/>
                </a:lnTo>
                <a:lnTo>
                  <a:pt x="331" y="465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1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4"/>
                </a:lnTo>
                <a:lnTo>
                  <a:pt x="333" y="463"/>
                </a:lnTo>
                <a:lnTo>
                  <a:pt x="333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3"/>
                </a:lnTo>
                <a:lnTo>
                  <a:pt x="334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5" y="462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60"/>
                </a:lnTo>
                <a:lnTo>
                  <a:pt x="336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9"/>
                </a:lnTo>
                <a:lnTo>
                  <a:pt x="337" y="458"/>
                </a:lnTo>
                <a:lnTo>
                  <a:pt x="337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8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8" y="457"/>
                </a:lnTo>
                <a:lnTo>
                  <a:pt x="339" y="457"/>
                </a:lnTo>
                <a:lnTo>
                  <a:pt x="339" y="457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6"/>
                </a:lnTo>
                <a:lnTo>
                  <a:pt x="339" y="455"/>
                </a:lnTo>
                <a:lnTo>
                  <a:pt x="339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5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4"/>
                </a:lnTo>
                <a:lnTo>
                  <a:pt x="340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3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1"/>
                </a:lnTo>
                <a:lnTo>
                  <a:pt x="342" y="450"/>
                </a:lnTo>
                <a:lnTo>
                  <a:pt x="342" y="450"/>
                </a:lnTo>
                <a:lnTo>
                  <a:pt x="342" y="450"/>
                </a:lnTo>
                <a:lnTo>
                  <a:pt x="343" y="450"/>
                </a:lnTo>
                <a:lnTo>
                  <a:pt x="343" y="450"/>
                </a:lnTo>
                <a:lnTo>
                  <a:pt x="343" y="450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9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8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3" y="447"/>
                </a:lnTo>
                <a:lnTo>
                  <a:pt x="344" y="447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6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5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4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2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1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lnTo>
                  <a:pt x="344" y="440"/>
                </a:lnTo>
                <a:close/>
                <a:moveTo>
                  <a:pt x="318" y="403"/>
                </a:moveTo>
                <a:lnTo>
                  <a:pt x="318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19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0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1" y="403"/>
                </a:lnTo>
                <a:lnTo>
                  <a:pt x="322" y="403"/>
                </a:lnTo>
                <a:lnTo>
                  <a:pt x="322" y="403"/>
                </a:lnTo>
                <a:lnTo>
                  <a:pt x="322" y="403"/>
                </a:lnTo>
                <a:lnTo>
                  <a:pt x="322" y="403"/>
                </a:lnTo>
                <a:lnTo>
                  <a:pt x="323" y="403"/>
                </a:lnTo>
                <a:lnTo>
                  <a:pt x="323" y="403"/>
                </a:lnTo>
                <a:lnTo>
                  <a:pt x="323" y="404"/>
                </a:lnTo>
                <a:lnTo>
                  <a:pt x="323" y="404"/>
                </a:lnTo>
                <a:lnTo>
                  <a:pt x="323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5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6" y="404"/>
                </a:lnTo>
                <a:lnTo>
                  <a:pt x="327" y="404"/>
                </a:lnTo>
                <a:lnTo>
                  <a:pt x="327" y="404"/>
                </a:lnTo>
                <a:lnTo>
                  <a:pt x="327" y="404"/>
                </a:lnTo>
                <a:lnTo>
                  <a:pt x="327" y="405"/>
                </a:lnTo>
                <a:lnTo>
                  <a:pt x="327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8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29" y="405"/>
                </a:lnTo>
                <a:lnTo>
                  <a:pt x="330" y="405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0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1" y="406"/>
                </a:lnTo>
                <a:lnTo>
                  <a:pt x="333" y="406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3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7"/>
                </a:lnTo>
                <a:lnTo>
                  <a:pt x="334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5" y="409"/>
                </a:lnTo>
                <a:lnTo>
                  <a:pt x="336" y="409"/>
                </a:lnTo>
                <a:lnTo>
                  <a:pt x="336" y="409"/>
                </a:lnTo>
                <a:lnTo>
                  <a:pt x="336" y="410"/>
                </a:lnTo>
                <a:lnTo>
                  <a:pt x="336" y="410"/>
                </a:lnTo>
                <a:lnTo>
                  <a:pt x="336" y="410"/>
                </a:lnTo>
                <a:lnTo>
                  <a:pt x="336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0"/>
                </a:lnTo>
                <a:lnTo>
                  <a:pt x="337" y="411"/>
                </a:lnTo>
                <a:lnTo>
                  <a:pt x="337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1"/>
                </a:lnTo>
                <a:lnTo>
                  <a:pt x="338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39" y="412"/>
                </a:lnTo>
                <a:lnTo>
                  <a:pt x="340" y="412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0" y="413"/>
                </a:lnTo>
                <a:lnTo>
                  <a:pt x="342" y="413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2" y="414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5"/>
                </a:lnTo>
                <a:lnTo>
                  <a:pt x="343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6"/>
                </a:lnTo>
                <a:lnTo>
                  <a:pt x="344" y="418"/>
                </a:lnTo>
                <a:lnTo>
                  <a:pt x="344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8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5" y="419"/>
                </a:lnTo>
                <a:lnTo>
                  <a:pt x="346" y="419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0"/>
                </a:lnTo>
                <a:lnTo>
                  <a:pt x="346" y="421"/>
                </a:lnTo>
                <a:lnTo>
                  <a:pt x="346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1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2"/>
                </a:lnTo>
                <a:lnTo>
                  <a:pt x="347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3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4"/>
                </a:lnTo>
                <a:lnTo>
                  <a:pt x="348" y="425"/>
                </a:lnTo>
                <a:lnTo>
                  <a:pt x="348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5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7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49" y="428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29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0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1"/>
                </a:lnTo>
                <a:lnTo>
                  <a:pt x="351" y="432"/>
                </a:lnTo>
                <a:lnTo>
                  <a:pt x="351" y="432"/>
                </a:lnTo>
                <a:lnTo>
                  <a:pt x="351" y="432"/>
                </a:lnTo>
                <a:lnTo>
                  <a:pt x="351" y="432"/>
                </a:lnTo>
                <a:lnTo>
                  <a:pt x="352" y="432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3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4"/>
                </a:lnTo>
                <a:lnTo>
                  <a:pt x="352" y="436"/>
                </a:lnTo>
                <a:lnTo>
                  <a:pt x="352" y="436"/>
                </a:lnTo>
                <a:lnTo>
                  <a:pt x="352" y="436"/>
                </a:lnTo>
                <a:lnTo>
                  <a:pt x="352" y="436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7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8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39"/>
                </a:lnTo>
                <a:lnTo>
                  <a:pt x="352" y="440"/>
                </a:lnTo>
                <a:lnTo>
                  <a:pt x="352" y="440"/>
                </a:lnTo>
                <a:lnTo>
                  <a:pt x="352" y="440"/>
                </a:lnTo>
                <a:lnTo>
                  <a:pt x="352" y="440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1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2"/>
                </a:lnTo>
                <a:lnTo>
                  <a:pt x="352" y="444"/>
                </a:lnTo>
                <a:lnTo>
                  <a:pt x="352" y="444"/>
                </a:lnTo>
                <a:lnTo>
                  <a:pt x="352" y="444"/>
                </a:lnTo>
                <a:lnTo>
                  <a:pt x="352" y="444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5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6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2" y="447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8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49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0"/>
                </a:lnTo>
                <a:lnTo>
                  <a:pt x="351" y="451"/>
                </a:lnTo>
                <a:lnTo>
                  <a:pt x="351" y="451"/>
                </a:lnTo>
                <a:lnTo>
                  <a:pt x="351" y="451"/>
                </a:lnTo>
                <a:lnTo>
                  <a:pt x="351" y="451"/>
                </a:lnTo>
                <a:lnTo>
                  <a:pt x="349" y="451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3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4"/>
                </a:lnTo>
                <a:lnTo>
                  <a:pt x="349" y="455"/>
                </a:lnTo>
                <a:lnTo>
                  <a:pt x="349" y="455"/>
                </a:lnTo>
                <a:lnTo>
                  <a:pt x="349" y="455"/>
                </a:lnTo>
                <a:lnTo>
                  <a:pt x="348" y="455"/>
                </a:lnTo>
                <a:lnTo>
                  <a:pt x="348" y="455"/>
                </a:lnTo>
                <a:lnTo>
                  <a:pt x="348" y="455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6"/>
                </a:lnTo>
                <a:lnTo>
                  <a:pt x="348" y="457"/>
                </a:lnTo>
                <a:lnTo>
                  <a:pt x="348" y="457"/>
                </a:lnTo>
                <a:lnTo>
                  <a:pt x="348" y="457"/>
                </a:lnTo>
                <a:lnTo>
                  <a:pt x="348" y="457"/>
                </a:lnTo>
                <a:lnTo>
                  <a:pt x="347" y="457"/>
                </a:lnTo>
                <a:lnTo>
                  <a:pt x="347" y="457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8"/>
                </a:lnTo>
                <a:lnTo>
                  <a:pt x="347" y="459"/>
                </a:lnTo>
                <a:lnTo>
                  <a:pt x="347" y="459"/>
                </a:lnTo>
                <a:lnTo>
                  <a:pt x="347" y="459"/>
                </a:lnTo>
                <a:lnTo>
                  <a:pt x="346" y="459"/>
                </a:lnTo>
                <a:lnTo>
                  <a:pt x="346" y="459"/>
                </a:lnTo>
                <a:lnTo>
                  <a:pt x="346" y="459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6" y="460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2"/>
                </a:lnTo>
                <a:lnTo>
                  <a:pt x="345" y="463"/>
                </a:lnTo>
                <a:lnTo>
                  <a:pt x="345" y="463"/>
                </a:lnTo>
                <a:lnTo>
                  <a:pt x="345" y="463"/>
                </a:lnTo>
                <a:lnTo>
                  <a:pt x="344" y="463"/>
                </a:lnTo>
                <a:lnTo>
                  <a:pt x="344" y="463"/>
                </a:lnTo>
                <a:lnTo>
                  <a:pt x="344" y="463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4" y="464"/>
                </a:lnTo>
                <a:lnTo>
                  <a:pt x="343" y="464"/>
                </a:lnTo>
                <a:lnTo>
                  <a:pt x="343" y="464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3" y="465"/>
                </a:lnTo>
                <a:lnTo>
                  <a:pt x="342" y="465"/>
                </a:lnTo>
                <a:lnTo>
                  <a:pt x="342" y="465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2" y="466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40" y="467"/>
                </a:lnTo>
                <a:lnTo>
                  <a:pt x="339" y="467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9" y="468"/>
                </a:lnTo>
                <a:lnTo>
                  <a:pt x="338" y="468"/>
                </a:lnTo>
                <a:lnTo>
                  <a:pt x="338" y="468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8" y="469"/>
                </a:lnTo>
                <a:lnTo>
                  <a:pt x="337" y="469"/>
                </a:lnTo>
                <a:lnTo>
                  <a:pt x="337" y="469"/>
                </a:lnTo>
                <a:lnTo>
                  <a:pt x="337" y="469"/>
                </a:lnTo>
                <a:lnTo>
                  <a:pt x="337" y="471"/>
                </a:lnTo>
                <a:lnTo>
                  <a:pt x="337" y="471"/>
                </a:lnTo>
                <a:lnTo>
                  <a:pt x="337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6" y="471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5" y="472"/>
                </a:lnTo>
                <a:lnTo>
                  <a:pt x="334" y="472"/>
                </a:lnTo>
                <a:lnTo>
                  <a:pt x="334" y="472"/>
                </a:lnTo>
                <a:lnTo>
                  <a:pt x="334" y="472"/>
                </a:lnTo>
                <a:lnTo>
                  <a:pt x="334" y="473"/>
                </a:lnTo>
                <a:lnTo>
                  <a:pt x="334" y="473"/>
                </a:lnTo>
                <a:lnTo>
                  <a:pt x="334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3" y="473"/>
                </a:lnTo>
                <a:lnTo>
                  <a:pt x="331" y="473"/>
                </a:lnTo>
                <a:lnTo>
                  <a:pt x="331" y="474"/>
                </a:lnTo>
                <a:lnTo>
                  <a:pt x="331" y="474"/>
                </a:lnTo>
                <a:lnTo>
                  <a:pt x="331" y="474"/>
                </a:lnTo>
                <a:lnTo>
                  <a:pt x="331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30" y="474"/>
                </a:lnTo>
                <a:lnTo>
                  <a:pt x="329" y="474"/>
                </a:lnTo>
                <a:lnTo>
                  <a:pt x="329" y="475"/>
                </a:lnTo>
                <a:lnTo>
                  <a:pt x="329" y="475"/>
                </a:lnTo>
                <a:lnTo>
                  <a:pt x="329" y="475"/>
                </a:lnTo>
                <a:lnTo>
                  <a:pt x="329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8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7" y="475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6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5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3" y="476"/>
                </a:lnTo>
                <a:lnTo>
                  <a:pt x="322" y="476"/>
                </a:lnTo>
                <a:lnTo>
                  <a:pt x="322" y="477"/>
                </a:lnTo>
                <a:lnTo>
                  <a:pt x="322" y="477"/>
                </a:lnTo>
                <a:lnTo>
                  <a:pt x="322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1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20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8" y="477"/>
                </a:lnTo>
                <a:lnTo>
                  <a:pt x="317" y="477"/>
                </a:lnTo>
                <a:lnTo>
                  <a:pt x="317" y="477"/>
                </a:lnTo>
                <a:lnTo>
                  <a:pt x="317" y="477"/>
                </a:lnTo>
                <a:lnTo>
                  <a:pt x="317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6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4" y="477"/>
                </a:lnTo>
                <a:lnTo>
                  <a:pt x="313" y="477"/>
                </a:lnTo>
                <a:lnTo>
                  <a:pt x="313" y="477"/>
                </a:lnTo>
                <a:lnTo>
                  <a:pt x="313" y="477"/>
                </a:lnTo>
                <a:lnTo>
                  <a:pt x="313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2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1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10" y="477"/>
                </a:lnTo>
                <a:lnTo>
                  <a:pt x="309" y="477"/>
                </a:lnTo>
                <a:lnTo>
                  <a:pt x="309" y="477"/>
                </a:lnTo>
                <a:lnTo>
                  <a:pt x="309" y="477"/>
                </a:lnTo>
                <a:lnTo>
                  <a:pt x="309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8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7" y="477"/>
                </a:lnTo>
                <a:lnTo>
                  <a:pt x="305" y="477"/>
                </a:lnTo>
                <a:lnTo>
                  <a:pt x="305" y="476"/>
                </a:lnTo>
                <a:lnTo>
                  <a:pt x="305" y="476"/>
                </a:lnTo>
                <a:lnTo>
                  <a:pt x="305" y="476"/>
                </a:lnTo>
                <a:lnTo>
                  <a:pt x="305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4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3" y="476"/>
                </a:lnTo>
                <a:lnTo>
                  <a:pt x="302" y="476"/>
                </a:lnTo>
                <a:lnTo>
                  <a:pt x="302" y="476"/>
                </a:lnTo>
                <a:lnTo>
                  <a:pt x="302" y="476"/>
                </a:lnTo>
                <a:lnTo>
                  <a:pt x="302" y="475"/>
                </a:lnTo>
                <a:lnTo>
                  <a:pt x="302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1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300" y="475"/>
                </a:lnTo>
                <a:lnTo>
                  <a:pt x="299" y="475"/>
                </a:lnTo>
                <a:lnTo>
                  <a:pt x="299" y="474"/>
                </a:lnTo>
                <a:lnTo>
                  <a:pt x="299" y="474"/>
                </a:lnTo>
                <a:lnTo>
                  <a:pt x="299" y="474"/>
                </a:lnTo>
                <a:lnTo>
                  <a:pt x="299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8" y="474"/>
                </a:lnTo>
                <a:lnTo>
                  <a:pt x="296" y="474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6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5" y="473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4" y="472"/>
                </a:lnTo>
                <a:lnTo>
                  <a:pt x="293" y="472"/>
                </a:lnTo>
                <a:lnTo>
                  <a:pt x="293" y="472"/>
                </a:lnTo>
                <a:lnTo>
                  <a:pt x="293" y="472"/>
                </a:lnTo>
                <a:lnTo>
                  <a:pt x="293" y="471"/>
                </a:lnTo>
                <a:lnTo>
                  <a:pt x="293" y="471"/>
                </a:lnTo>
                <a:lnTo>
                  <a:pt x="293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2" y="471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1" y="469"/>
                </a:lnTo>
                <a:lnTo>
                  <a:pt x="290" y="469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90" y="468"/>
                </a:lnTo>
                <a:lnTo>
                  <a:pt x="289" y="468"/>
                </a:lnTo>
                <a:lnTo>
                  <a:pt x="289" y="468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9" y="467"/>
                </a:lnTo>
                <a:lnTo>
                  <a:pt x="287" y="467"/>
                </a:lnTo>
                <a:lnTo>
                  <a:pt x="287" y="467"/>
                </a:lnTo>
                <a:lnTo>
                  <a:pt x="287" y="467"/>
                </a:lnTo>
                <a:lnTo>
                  <a:pt x="287" y="466"/>
                </a:lnTo>
                <a:lnTo>
                  <a:pt x="287" y="466"/>
                </a:lnTo>
                <a:lnTo>
                  <a:pt x="287" y="466"/>
                </a:lnTo>
                <a:lnTo>
                  <a:pt x="287" y="466"/>
                </a:lnTo>
                <a:lnTo>
                  <a:pt x="286" y="466"/>
                </a:lnTo>
                <a:lnTo>
                  <a:pt x="286" y="466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6" y="465"/>
                </a:lnTo>
                <a:lnTo>
                  <a:pt x="285" y="465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5" y="464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3"/>
                </a:lnTo>
                <a:lnTo>
                  <a:pt x="284" y="462"/>
                </a:lnTo>
                <a:lnTo>
                  <a:pt x="284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2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3" y="460"/>
                </a:lnTo>
                <a:lnTo>
                  <a:pt x="282" y="460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9"/>
                </a:lnTo>
                <a:lnTo>
                  <a:pt x="282" y="458"/>
                </a:lnTo>
                <a:lnTo>
                  <a:pt x="282" y="458"/>
                </a:lnTo>
                <a:lnTo>
                  <a:pt x="282" y="458"/>
                </a:lnTo>
                <a:lnTo>
                  <a:pt x="281" y="458"/>
                </a:lnTo>
                <a:lnTo>
                  <a:pt x="281" y="458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7"/>
                </a:lnTo>
                <a:lnTo>
                  <a:pt x="281" y="456"/>
                </a:lnTo>
                <a:lnTo>
                  <a:pt x="281" y="456"/>
                </a:lnTo>
                <a:lnTo>
                  <a:pt x="280" y="456"/>
                </a:lnTo>
                <a:lnTo>
                  <a:pt x="280" y="456"/>
                </a:lnTo>
                <a:lnTo>
                  <a:pt x="280" y="456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5"/>
                </a:lnTo>
                <a:lnTo>
                  <a:pt x="280" y="454"/>
                </a:lnTo>
                <a:lnTo>
                  <a:pt x="280" y="454"/>
                </a:lnTo>
                <a:lnTo>
                  <a:pt x="280" y="454"/>
                </a:lnTo>
                <a:lnTo>
                  <a:pt x="280" y="454"/>
                </a:lnTo>
                <a:lnTo>
                  <a:pt x="278" y="454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3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1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8" y="450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9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8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7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6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5"/>
                </a:lnTo>
                <a:lnTo>
                  <a:pt x="277" y="444"/>
                </a:lnTo>
                <a:lnTo>
                  <a:pt x="277" y="444"/>
                </a:lnTo>
                <a:lnTo>
                  <a:pt x="277" y="444"/>
                </a:lnTo>
                <a:lnTo>
                  <a:pt x="276" y="444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2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1"/>
                </a:lnTo>
                <a:lnTo>
                  <a:pt x="276" y="440"/>
                </a:lnTo>
                <a:lnTo>
                  <a:pt x="276" y="440"/>
                </a:lnTo>
                <a:lnTo>
                  <a:pt x="276" y="440"/>
                </a:lnTo>
                <a:lnTo>
                  <a:pt x="276" y="440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8"/>
                </a:lnTo>
                <a:lnTo>
                  <a:pt x="276" y="437"/>
                </a:lnTo>
                <a:lnTo>
                  <a:pt x="276" y="437"/>
                </a:lnTo>
                <a:lnTo>
                  <a:pt x="277" y="437"/>
                </a:lnTo>
                <a:lnTo>
                  <a:pt x="277" y="437"/>
                </a:lnTo>
                <a:lnTo>
                  <a:pt x="277" y="437"/>
                </a:lnTo>
                <a:lnTo>
                  <a:pt x="277" y="436"/>
                </a:lnTo>
                <a:lnTo>
                  <a:pt x="277" y="436"/>
                </a:lnTo>
                <a:lnTo>
                  <a:pt x="277" y="436"/>
                </a:lnTo>
                <a:lnTo>
                  <a:pt x="277" y="436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4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3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2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1"/>
                </a:lnTo>
                <a:lnTo>
                  <a:pt x="277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30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9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8"/>
                </a:lnTo>
                <a:lnTo>
                  <a:pt x="278" y="427"/>
                </a:lnTo>
                <a:lnTo>
                  <a:pt x="278" y="427"/>
                </a:lnTo>
                <a:lnTo>
                  <a:pt x="280" y="427"/>
                </a:lnTo>
                <a:lnTo>
                  <a:pt x="280" y="427"/>
                </a:lnTo>
                <a:lnTo>
                  <a:pt x="280" y="427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5"/>
                </a:lnTo>
                <a:lnTo>
                  <a:pt x="280" y="424"/>
                </a:lnTo>
                <a:lnTo>
                  <a:pt x="280" y="424"/>
                </a:lnTo>
                <a:lnTo>
                  <a:pt x="280" y="424"/>
                </a:lnTo>
                <a:lnTo>
                  <a:pt x="280" y="424"/>
                </a:lnTo>
                <a:lnTo>
                  <a:pt x="281" y="424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3"/>
                </a:lnTo>
                <a:lnTo>
                  <a:pt x="281" y="422"/>
                </a:lnTo>
                <a:lnTo>
                  <a:pt x="281" y="422"/>
                </a:lnTo>
                <a:lnTo>
                  <a:pt x="281" y="422"/>
                </a:lnTo>
                <a:lnTo>
                  <a:pt x="282" y="422"/>
                </a:lnTo>
                <a:lnTo>
                  <a:pt x="282" y="422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1"/>
                </a:lnTo>
                <a:lnTo>
                  <a:pt x="282" y="420"/>
                </a:lnTo>
                <a:lnTo>
                  <a:pt x="282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20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3" y="419"/>
                </a:lnTo>
                <a:lnTo>
                  <a:pt x="284" y="419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8"/>
                </a:lnTo>
                <a:lnTo>
                  <a:pt x="284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6"/>
                </a:lnTo>
                <a:lnTo>
                  <a:pt x="285" y="415"/>
                </a:lnTo>
                <a:lnTo>
                  <a:pt x="285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5"/>
                </a:lnTo>
                <a:lnTo>
                  <a:pt x="286" y="414"/>
                </a:lnTo>
                <a:lnTo>
                  <a:pt x="286" y="414"/>
                </a:lnTo>
                <a:lnTo>
                  <a:pt x="286" y="414"/>
                </a:lnTo>
                <a:lnTo>
                  <a:pt x="286" y="414"/>
                </a:lnTo>
                <a:lnTo>
                  <a:pt x="287" y="414"/>
                </a:lnTo>
                <a:lnTo>
                  <a:pt x="287" y="414"/>
                </a:lnTo>
                <a:lnTo>
                  <a:pt x="287" y="414"/>
                </a:lnTo>
                <a:lnTo>
                  <a:pt x="287" y="413"/>
                </a:lnTo>
                <a:lnTo>
                  <a:pt x="287" y="413"/>
                </a:lnTo>
                <a:lnTo>
                  <a:pt x="287" y="413"/>
                </a:lnTo>
                <a:lnTo>
                  <a:pt x="287" y="413"/>
                </a:lnTo>
                <a:lnTo>
                  <a:pt x="289" y="413"/>
                </a:lnTo>
                <a:lnTo>
                  <a:pt x="289" y="413"/>
                </a:lnTo>
                <a:lnTo>
                  <a:pt x="289" y="413"/>
                </a:lnTo>
                <a:lnTo>
                  <a:pt x="289" y="412"/>
                </a:lnTo>
                <a:lnTo>
                  <a:pt x="289" y="412"/>
                </a:lnTo>
                <a:lnTo>
                  <a:pt x="289" y="412"/>
                </a:lnTo>
                <a:lnTo>
                  <a:pt x="289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2"/>
                </a:lnTo>
                <a:lnTo>
                  <a:pt x="290" y="411"/>
                </a:lnTo>
                <a:lnTo>
                  <a:pt x="290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1"/>
                </a:lnTo>
                <a:lnTo>
                  <a:pt x="291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2" y="410"/>
                </a:lnTo>
                <a:lnTo>
                  <a:pt x="293" y="410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3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9"/>
                </a:lnTo>
                <a:lnTo>
                  <a:pt x="294" y="407"/>
                </a:lnTo>
                <a:lnTo>
                  <a:pt x="294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5" y="407"/>
                </a:lnTo>
                <a:lnTo>
                  <a:pt x="296" y="407"/>
                </a:lnTo>
                <a:lnTo>
                  <a:pt x="296" y="407"/>
                </a:lnTo>
                <a:lnTo>
                  <a:pt x="296" y="407"/>
                </a:lnTo>
                <a:lnTo>
                  <a:pt x="296" y="406"/>
                </a:lnTo>
                <a:lnTo>
                  <a:pt x="296" y="406"/>
                </a:lnTo>
                <a:lnTo>
                  <a:pt x="296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8" y="406"/>
                </a:lnTo>
                <a:lnTo>
                  <a:pt x="299" y="406"/>
                </a:lnTo>
                <a:lnTo>
                  <a:pt x="299" y="406"/>
                </a:lnTo>
                <a:lnTo>
                  <a:pt x="299" y="405"/>
                </a:lnTo>
                <a:lnTo>
                  <a:pt x="299" y="405"/>
                </a:lnTo>
                <a:lnTo>
                  <a:pt x="299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0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5"/>
                </a:lnTo>
                <a:lnTo>
                  <a:pt x="301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2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3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4" y="404"/>
                </a:lnTo>
                <a:lnTo>
                  <a:pt x="305" y="404"/>
                </a:lnTo>
                <a:lnTo>
                  <a:pt x="305" y="403"/>
                </a:lnTo>
                <a:lnTo>
                  <a:pt x="305" y="403"/>
                </a:lnTo>
                <a:lnTo>
                  <a:pt x="305" y="403"/>
                </a:lnTo>
                <a:lnTo>
                  <a:pt x="305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7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8" y="403"/>
                </a:lnTo>
                <a:lnTo>
                  <a:pt x="309" y="403"/>
                </a:lnTo>
                <a:lnTo>
                  <a:pt x="309" y="403"/>
                </a:lnTo>
                <a:lnTo>
                  <a:pt x="309" y="403"/>
                </a:lnTo>
                <a:lnTo>
                  <a:pt x="309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403"/>
                </a:lnTo>
                <a:lnTo>
                  <a:pt x="310" y="396"/>
                </a:lnTo>
                <a:lnTo>
                  <a:pt x="318" y="396"/>
                </a:lnTo>
                <a:lnTo>
                  <a:pt x="318" y="403"/>
                </a:lnTo>
                <a:lnTo>
                  <a:pt x="318" y="403"/>
                </a:lnTo>
                <a:close/>
                <a:moveTo>
                  <a:pt x="318" y="365"/>
                </a:moveTo>
                <a:lnTo>
                  <a:pt x="310" y="365"/>
                </a:lnTo>
                <a:lnTo>
                  <a:pt x="310" y="349"/>
                </a:lnTo>
                <a:lnTo>
                  <a:pt x="318" y="349"/>
                </a:lnTo>
                <a:lnTo>
                  <a:pt x="318" y="365"/>
                </a:lnTo>
                <a:lnTo>
                  <a:pt x="318" y="365"/>
                </a:lnTo>
                <a:close/>
                <a:moveTo>
                  <a:pt x="318" y="317"/>
                </a:moveTo>
                <a:lnTo>
                  <a:pt x="310" y="317"/>
                </a:lnTo>
                <a:lnTo>
                  <a:pt x="310" y="302"/>
                </a:lnTo>
                <a:lnTo>
                  <a:pt x="318" y="302"/>
                </a:lnTo>
                <a:lnTo>
                  <a:pt x="318" y="317"/>
                </a:lnTo>
                <a:lnTo>
                  <a:pt x="318" y="317"/>
                </a:lnTo>
                <a:close/>
                <a:moveTo>
                  <a:pt x="307" y="275"/>
                </a:moveTo>
                <a:lnTo>
                  <a:pt x="307" y="282"/>
                </a:lnTo>
                <a:lnTo>
                  <a:pt x="291" y="282"/>
                </a:lnTo>
                <a:lnTo>
                  <a:pt x="291" y="275"/>
                </a:lnTo>
                <a:lnTo>
                  <a:pt x="307" y="275"/>
                </a:lnTo>
                <a:lnTo>
                  <a:pt x="307" y="275"/>
                </a:lnTo>
                <a:close/>
                <a:moveTo>
                  <a:pt x="259" y="275"/>
                </a:moveTo>
                <a:lnTo>
                  <a:pt x="259" y="282"/>
                </a:lnTo>
                <a:lnTo>
                  <a:pt x="244" y="282"/>
                </a:lnTo>
                <a:lnTo>
                  <a:pt x="244" y="275"/>
                </a:lnTo>
                <a:lnTo>
                  <a:pt x="259" y="275"/>
                </a:lnTo>
                <a:lnTo>
                  <a:pt x="259" y="275"/>
                </a:lnTo>
                <a:close/>
                <a:moveTo>
                  <a:pt x="212" y="275"/>
                </a:moveTo>
                <a:lnTo>
                  <a:pt x="212" y="282"/>
                </a:lnTo>
                <a:lnTo>
                  <a:pt x="196" y="282"/>
                </a:lnTo>
                <a:lnTo>
                  <a:pt x="196" y="275"/>
                </a:lnTo>
                <a:lnTo>
                  <a:pt x="212" y="275"/>
                </a:lnTo>
                <a:lnTo>
                  <a:pt x="212" y="275"/>
                </a:lnTo>
                <a:close/>
                <a:moveTo>
                  <a:pt x="165" y="275"/>
                </a:moveTo>
                <a:lnTo>
                  <a:pt x="165" y="282"/>
                </a:lnTo>
                <a:lnTo>
                  <a:pt x="149" y="282"/>
                </a:lnTo>
                <a:lnTo>
                  <a:pt x="149" y="275"/>
                </a:lnTo>
                <a:lnTo>
                  <a:pt x="165" y="275"/>
                </a:lnTo>
                <a:lnTo>
                  <a:pt x="165" y="275"/>
                </a:lnTo>
                <a:close/>
                <a:moveTo>
                  <a:pt x="117" y="275"/>
                </a:moveTo>
                <a:lnTo>
                  <a:pt x="117" y="282"/>
                </a:lnTo>
                <a:lnTo>
                  <a:pt x="102" y="282"/>
                </a:lnTo>
                <a:lnTo>
                  <a:pt x="102" y="275"/>
                </a:lnTo>
                <a:lnTo>
                  <a:pt x="117" y="275"/>
                </a:lnTo>
                <a:lnTo>
                  <a:pt x="117" y="275"/>
                </a:lnTo>
                <a:close/>
                <a:moveTo>
                  <a:pt x="70" y="275"/>
                </a:moveTo>
                <a:lnTo>
                  <a:pt x="70" y="282"/>
                </a:lnTo>
                <a:lnTo>
                  <a:pt x="54" y="282"/>
                </a:lnTo>
                <a:lnTo>
                  <a:pt x="54" y="275"/>
                </a:lnTo>
                <a:lnTo>
                  <a:pt x="70" y="275"/>
                </a:lnTo>
                <a:lnTo>
                  <a:pt x="70" y="275"/>
                </a:lnTo>
                <a:close/>
                <a:moveTo>
                  <a:pt x="24" y="275"/>
                </a:moveTo>
                <a:lnTo>
                  <a:pt x="24" y="282"/>
                </a:lnTo>
                <a:lnTo>
                  <a:pt x="8" y="282"/>
                </a:lnTo>
                <a:lnTo>
                  <a:pt x="8" y="275"/>
                </a:lnTo>
                <a:lnTo>
                  <a:pt x="24" y="275"/>
                </a:lnTo>
                <a:lnTo>
                  <a:pt x="24" y="275"/>
                </a:lnTo>
                <a:close/>
                <a:moveTo>
                  <a:pt x="8" y="251"/>
                </a:moveTo>
                <a:lnTo>
                  <a:pt x="0" y="251"/>
                </a:lnTo>
                <a:lnTo>
                  <a:pt x="0" y="235"/>
                </a:lnTo>
                <a:lnTo>
                  <a:pt x="8" y="235"/>
                </a:lnTo>
                <a:lnTo>
                  <a:pt x="8" y="251"/>
                </a:lnTo>
                <a:lnTo>
                  <a:pt x="8" y="251"/>
                </a:lnTo>
                <a:close/>
                <a:moveTo>
                  <a:pt x="8" y="204"/>
                </a:moveTo>
                <a:lnTo>
                  <a:pt x="0" y="204"/>
                </a:lnTo>
                <a:lnTo>
                  <a:pt x="0" y="188"/>
                </a:lnTo>
                <a:lnTo>
                  <a:pt x="8" y="188"/>
                </a:lnTo>
                <a:lnTo>
                  <a:pt x="8" y="204"/>
                </a:lnTo>
                <a:lnTo>
                  <a:pt x="8" y="204"/>
                </a:lnTo>
                <a:close/>
                <a:moveTo>
                  <a:pt x="8" y="156"/>
                </a:moveTo>
                <a:lnTo>
                  <a:pt x="0" y="156"/>
                </a:lnTo>
                <a:lnTo>
                  <a:pt x="0" y="141"/>
                </a:lnTo>
                <a:lnTo>
                  <a:pt x="8" y="141"/>
                </a:lnTo>
                <a:lnTo>
                  <a:pt x="8" y="156"/>
                </a:lnTo>
                <a:lnTo>
                  <a:pt x="8" y="156"/>
                </a:lnTo>
                <a:close/>
                <a:moveTo>
                  <a:pt x="8" y="109"/>
                </a:moveTo>
                <a:lnTo>
                  <a:pt x="0" y="109"/>
                </a:lnTo>
                <a:lnTo>
                  <a:pt x="0" y="93"/>
                </a:lnTo>
                <a:lnTo>
                  <a:pt x="8" y="93"/>
                </a:lnTo>
                <a:lnTo>
                  <a:pt x="8" y="109"/>
                </a:lnTo>
                <a:lnTo>
                  <a:pt x="8" y="109"/>
                </a:lnTo>
                <a:close/>
                <a:moveTo>
                  <a:pt x="8" y="62"/>
                </a:moveTo>
                <a:lnTo>
                  <a:pt x="0" y="62"/>
                </a:lnTo>
                <a:lnTo>
                  <a:pt x="0" y="46"/>
                </a:lnTo>
                <a:lnTo>
                  <a:pt x="8" y="46"/>
                </a:lnTo>
                <a:lnTo>
                  <a:pt x="8" y="62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78">
            <a:extLst>
              <a:ext uri="{FF2B5EF4-FFF2-40B4-BE49-F238E27FC236}">
                <a16:creationId xmlns:a16="http://schemas.microsoft.com/office/drawing/2014/main" id="{92ABDDA3-5517-7CDC-6664-157CD5F04871}"/>
              </a:ext>
            </a:extLst>
          </p:cNvPr>
          <p:cNvSpPr>
            <a:spLocks noEditPoints="1"/>
          </p:cNvSpPr>
          <p:nvPr/>
        </p:nvSpPr>
        <p:spPr bwMode="auto">
          <a:xfrm>
            <a:off x="6936233" y="1804988"/>
            <a:ext cx="720725" cy="769937"/>
          </a:xfrm>
          <a:custGeom>
            <a:avLst/>
            <a:gdLst>
              <a:gd name="T0" fmla="*/ 68 w 454"/>
              <a:gd name="T1" fmla="*/ 442 h 485"/>
              <a:gd name="T2" fmla="*/ 66 w 454"/>
              <a:gd name="T3" fmla="*/ 437 h 485"/>
              <a:gd name="T4" fmla="*/ 64 w 454"/>
              <a:gd name="T5" fmla="*/ 431 h 485"/>
              <a:gd name="T6" fmla="*/ 59 w 454"/>
              <a:gd name="T7" fmla="*/ 427 h 485"/>
              <a:gd name="T8" fmla="*/ 55 w 454"/>
              <a:gd name="T9" fmla="*/ 423 h 485"/>
              <a:gd name="T10" fmla="*/ 49 w 454"/>
              <a:gd name="T11" fmla="*/ 420 h 485"/>
              <a:gd name="T12" fmla="*/ 43 w 454"/>
              <a:gd name="T13" fmla="*/ 419 h 485"/>
              <a:gd name="T14" fmla="*/ 36 w 454"/>
              <a:gd name="T15" fmla="*/ 419 h 485"/>
              <a:gd name="T16" fmla="*/ 31 w 454"/>
              <a:gd name="T17" fmla="*/ 420 h 485"/>
              <a:gd name="T18" fmla="*/ 25 w 454"/>
              <a:gd name="T19" fmla="*/ 422 h 485"/>
              <a:gd name="T20" fmla="*/ 20 w 454"/>
              <a:gd name="T21" fmla="*/ 424 h 485"/>
              <a:gd name="T22" fmla="*/ 15 w 454"/>
              <a:gd name="T23" fmla="*/ 429 h 485"/>
              <a:gd name="T24" fmla="*/ 12 w 454"/>
              <a:gd name="T25" fmla="*/ 435 h 485"/>
              <a:gd name="T26" fmla="*/ 9 w 454"/>
              <a:gd name="T27" fmla="*/ 440 h 485"/>
              <a:gd name="T28" fmla="*/ 8 w 454"/>
              <a:gd name="T29" fmla="*/ 446 h 485"/>
              <a:gd name="T30" fmla="*/ 9 w 454"/>
              <a:gd name="T31" fmla="*/ 453 h 485"/>
              <a:gd name="T32" fmla="*/ 11 w 454"/>
              <a:gd name="T33" fmla="*/ 458 h 485"/>
              <a:gd name="T34" fmla="*/ 14 w 454"/>
              <a:gd name="T35" fmla="*/ 464 h 485"/>
              <a:gd name="T36" fmla="*/ 17 w 454"/>
              <a:gd name="T37" fmla="*/ 468 h 485"/>
              <a:gd name="T38" fmla="*/ 22 w 454"/>
              <a:gd name="T39" fmla="*/ 473 h 485"/>
              <a:gd name="T40" fmla="*/ 27 w 454"/>
              <a:gd name="T41" fmla="*/ 475 h 485"/>
              <a:gd name="T42" fmla="*/ 33 w 454"/>
              <a:gd name="T43" fmla="*/ 477 h 485"/>
              <a:gd name="T44" fmla="*/ 40 w 454"/>
              <a:gd name="T45" fmla="*/ 477 h 485"/>
              <a:gd name="T46" fmla="*/ 46 w 454"/>
              <a:gd name="T47" fmla="*/ 476 h 485"/>
              <a:gd name="T48" fmla="*/ 52 w 454"/>
              <a:gd name="T49" fmla="*/ 474 h 485"/>
              <a:gd name="T50" fmla="*/ 57 w 454"/>
              <a:gd name="T51" fmla="*/ 472 h 485"/>
              <a:gd name="T52" fmla="*/ 61 w 454"/>
              <a:gd name="T53" fmla="*/ 467 h 485"/>
              <a:gd name="T54" fmla="*/ 65 w 454"/>
              <a:gd name="T55" fmla="*/ 462 h 485"/>
              <a:gd name="T56" fmla="*/ 67 w 454"/>
              <a:gd name="T57" fmla="*/ 456 h 485"/>
              <a:gd name="T58" fmla="*/ 68 w 454"/>
              <a:gd name="T59" fmla="*/ 450 h 485"/>
              <a:gd name="T60" fmla="*/ 43 w 454"/>
              <a:gd name="T61" fmla="*/ 411 h 485"/>
              <a:gd name="T62" fmla="*/ 51 w 454"/>
              <a:gd name="T63" fmla="*/ 412 h 485"/>
              <a:gd name="T64" fmla="*/ 58 w 454"/>
              <a:gd name="T65" fmla="*/ 415 h 485"/>
              <a:gd name="T66" fmla="*/ 65 w 454"/>
              <a:gd name="T67" fmla="*/ 421 h 485"/>
              <a:gd name="T68" fmla="*/ 69 w 454"/>
              <a:gd name="T69" fmla="*/ 427 h 485"/>
              <a:gd name="T70" fmla="*/ 73 w 454"/>
              <a:gd name="T71" fmla="*/ 433 h 485"/>
              <a:gd name="T72" fmla="*/ 75 w 454"/>
              <a:gd name="T73" fmla="*/ 440 h 485"/>
              <a:gd name="T74" fmla="*/ 76 w 454"/>
              <a:gd name="T75" fmla="*/ 449 h 485"/>
              <a:gd name="T76" fmla="*/ 75 w 454"/>
              <a:gd name="T77" fmla="*/ 457 h 485"/>
              <a:gd name="T78" fmla="*/ 73 w 454"/>
              <a:gd name="T79" fmla="*/ 464 h 485"/>
              <a:gd name="T80" fmla="*/ 68 w 454"/>
              <a:gd name="T81" fmla="*/ 471 h 485"/>
              <a:gd name="T82" fmla="*/ 64 w 454"/>
              <a:gd name="T83" fmla="*/ 476 h 485"/>
              <a:gd name="T84" fmla="*/ 57 w 454"/>
              <a:gd name="T85" fmla="*/ 481 h 485"/>
              <a:gd name="T86" fmla="*/ 50 w 454"/>
              <a:gd name="T87" fmla="*/ 484 h 485"/>
              <a:gd name="T88" fmla="*/ 42 w 454"/>
              <a:gd name="T89" fmla="*/ 485 h 485"/>
              <a:gd name="T90" fmla="*/ 34 w 454"/>
              <a:gd name="T91" fmla="*/ 485 h 485"/>
              <a:gd name="T92" fmla="*/ 26 w 454"/>
              <a:gd name="T93" fmla="*/ 483 h 485"/>
              <a:gd name="T94" fmla="*/ 20 w 454"/>
              <a:gd name="T95" fmla="*/ 481 h 485"/>
              <a:gd name="T96" fmla="*/ 13 w 454"/>
              <a:gd name="T97" fmla="*/ 475 h 485"/>
              <a:gd name="T98" fmla="*/ 8 w 454"/>
              <a:gd name="T99" fmla="*/ 470 h 485"/>
              <a:gd name="T100" fmla="*/ 4 w 454"/>
              <a:gd name="T101" fmla="*/ 463 h 485"/>
              <a:gd name="T102" fmla="*/ 2 w 454"/>
              <a:gd name="T103" fmla="*/ 456 h 485"/>
              <a:gd name="T104" fmla="*/ 0 w 454"/>
              <a:gd name="T105" fmla="*/ 448 h 485"/>
              <a:gd name="T106" fmla="*/ 2 w 454"/>
              <a:gd name="T107" fmla="*/ 440 h 485"/>
              <a:gd name="T108" fmla="*/ 4 w 454"/>
              <a:gd name="T109" fmla="*/ 432 h 485"/>
              <a:gd name="T110" fmla="*/ 8 w 454"/>
              <a:gd name="T111" fmla="*/ 426 h 485"/>
              <a:gd name="T112" fmla="*/ 13 w 454"/>
              <a:gd name="T113" fmla="*/ 420 h 485"/>
              <a:gd name="T114" fmla="*/ 20 w 454"/>
              <a:gd name="T115" fmla="*/ 415 h 485"/>
              <a:gd name="T116" fmla="*/ 26 w 454"/>
              <a:gd name="T117" fmla="*/ 412 h 485"/>
              <a:gd name="T118" fmla="*/ 34 w 454"/>
              <a:gd name="T119" fmla="*/ 411 h 485"/>
              <a:gd name="T120" fmla="*/ 42 w 454"/>
              <a:gd name="T121" fmla="*/ 294 h 485"/>
              <a:gd name="T122" fmla="*/ 274 w 454"/>
              <a:gd name="T123" fmla="*/ 259 h 485"/>
              <a:gd name="T124" fmla="*/ 454 w 454"/>
              <a:gd name="T125" fmla="*/ 204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4" h="485">
                <a:moveTo>
                  <a:pt x="454" y="16"/>
                </a:moveTo>
                <a:lnTo>
                  <a:pt x="447" y="16"/>
                </a:lnTo>
                <a:lnTo>
                  <a:pt x="447" y="0"/>
                </a:lnTo>
                <a:lnTo>
                  <a:pt x="454" y="0"/>
                </a:lnTo>
                <a:lnTo>
                  <a:pt x="454" y="16"/>
                </a:lnTo>
                <a:lnTo>
                  <a:pt x="454" y="16"/>
                </a:lnTo>
                <a:close/>
                <a:moveTo>
                  <a:pt x="68" y="448"/>
                </a:moveTo>
                <a:lnTo>
                  <a:pt x="68" y="448"/>
                </a:lnTo>
                <a:lnTo>
                  <a:pt x="68" y="448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7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6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5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4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8" y="442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1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40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9"/>
                </a:lnTo>
                <a:lnTo>
                  <a:pt x="67" y="438"/>
                </a:lnTo>
                <a:lnTo>
                  <a:pt x="67" y="438"/>
                </a:lnTo>
                <a:lnTo>
                  <a:pt x="67" y="438"/>
                </a:lnTo>
                <a:lnTo>
                  <a:pt x="67" y="438"/>
                </a:lnTo>
                <a:lnTo>
                  <a:pt x="66" y="438"/>
                </a:lnTo>
                <a:lnTo>
                  <a:pt x="66" y="438"/>
                </a:lnTo>
                <a:lnTo>
                  <a:pt x="66" y="438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7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6" y="436"/>
                </a:lnTo>
                <a:lnTo>
                  <a:pt x="65" y="436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5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5" y="433"/>
                </a:lnTo>
                <a:lnTo>
                  <a:pt x="64" y="433"/>
                </a:lnTo>
                <a:lnTo>
                  <a:pt x="64" y="433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2"/>
                </a:lnTo>
                <a:lnTo>
                  <a:pt x="64" y="431"/>
                </a:lnTo>
                <a:lnTo>
                  <a:pt x="64" y="431"/>
                </a:lnTo>
                <a:lnTo>
                  <a:pt x="64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1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2" y="430"/>
                </a:lnTo>
                <a:lnTo>
                  <a:pt x="61" y="430"/>
                </a:lnTo>
                <a:lnTo>
                  <a:pt x="61" y="430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1" y="429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60" y="428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9" y="427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8" y="426"/>
                </a:lnTo>
                <a:lnTo>
                  <a:pt x="57" y="426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7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4"/>
                </a:lnTo>
                <a:lnTo>
                  <a:pt x="56" y="423"/>
                </a:lnTo>
                <a:lnTo>
                  <a:pt x="56" y="423"/>
                </a:lnTo>
                <a:lnTo>
                  <a:pt x="56" y="423"/>
                </a:lnTo>
                <a:lnTo>
                  <a:pt x="56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5" y="423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3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2"/>
                </a:lnTo>
                <a:lnTo>
                  <a:pt x="52" y="421"/>
                </a:lnTo>
                <a:lnTo>
                  <a:pt x="52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1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1"/>
                </a:lnTo>
                <a:lnTo>
                  <a:pt x="50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9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8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20"/>
                </a:lnTo>
                <a:lnTo>
                  <a:pt x="47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6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4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2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1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40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9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8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6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5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4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3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2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19"/>
                </a:lnTo>
                <a:lnTo>
                  <a:pt x="31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9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0"/>
                </a:lnTo>
                <a:lnTo>
                  <a:pt x="27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6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1"/>
                </a:lnTo>
                <a:lnTo>
                  <a:pt x="25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4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2"/>
                </a:lnTo>
                <a:lnTo>
                  <a:pt x="23" y="423"/>
                </a:lnTo>
                <a:lnTo>
                  <a:pt x="23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2" y="423"/>
                </a:lnTo>
                <a:lnTo>
                  <a:pt x="21" y="423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1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4"/>
                </a:lnTo>
                <a:lnTo>
                  <a:pt x="20" y="426"/>
                </a:lnTo>
                <a:lnTo>
                  <a:pt x="20" y="426"/>
                </a:lnTo>
                <a:lnTo>
                  <a:pt x="20" y="426"/>
                </a:lnTo>
                <a:lnTo>
                  <a:pt x="20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6"/>
                </a:lnTo>
                <a:lnTo>
                  <a:pt x="18" y="427"/>
                </a:lnTo>
                <a:lnTo>
                  <a:pt x="18" y="427"/>
                </a:lnTo>
                <a:lnTo>
                  <a:pt x="18" y="427"/>
                </a:lnTo>
                <a:lnTo>
                  <a:pt x="18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7"/>
                </a:lnTo>
                <a:lnTo>
                  <a:pt x="17" y="428"/>
                </a:lnTo>
                <a:lnTo>
                  <a:pt x="17" y="428"/>
                </a:lnTo>
                <a:lnTo>
                  <a:pt x="17" y="428"/>
                </a:lnTo>
                <a:lnTo>
                  <a:pt x="17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8"/>
                </a:lnTo>
                <a:lnTo>
                  <a:pt x="16" y="429"/>
                </a:lnTo>
                <a:lnTo>
                  <a:pt x="16" y="429"/>
                </a:lnTo>
                <a:lnTo>
                  <a:pt x="16" y="429"/>
                </a:lnTo>
                <a:lnTo>
                  <a:pt x="16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29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5" y="430"/>
                </a:lnTo>
                <a:lnTo>
                  <a:pt x="14" y="430"/>
                </a:lnTo>
                <a:lnTo>
                  <a:pt x="14" y="430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1"/>
                </a:lnTo>
                <a:lnTo>
                  <a:pt x="14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2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3" y="433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5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2" y="436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7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8"/>
                </a:lnTo>
                <a:lnTo>
                  <a:pt x="11" y="439"/>
                </a:lnTo>
                <a:lnTo>
                  <a:pt x="11" y="439"/>
                </a:lnTo>
                <a:lnTo>
                  <a:pt x="11" y="439"/>
                </a:lnTo>
                <a:lnTo>
                  <a:pt x="11" y="439"/>
                </a:lnTo>
                <a:lnTo>
                  <a:pt x="9" y="439"/>
                </a:lnTo>
                <a:lnTo>
                  <a:pt x="9" y="439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0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1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2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4"/>
                </a:lnTo>
                <a:lnTo>
                  <a:pt x="9" y="445"/>
                </a:lnTo>
                <a:lnTo>
                  <a:pt x="9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5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6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7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8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49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0"/>
                </a:lnTo>
                <a:lnTo>
                  <a:pt x="8" y="452"/>
                </a:lnTo>
                <a:lnTo>
                  <a:pt x="8" y="452"/>
                </a:lnTo>
                <a:lnTo>
                  <a:pt x="8" y="452"/>
                </a:lnTo>
                <a:lnTo>
                  <a:pt x="9" y="452"/>
                </a:lnTo>
                <a:lnTo>
                  <a:pt x="9" y="452"/>
                </a:lnTo>
                <a:lnTo>
                  <a:pt x="9" y="452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3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4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5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6"/>
                </a:lnTo>
                <a:lnTo>
                  <a:pt x="9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7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8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1" y="459"/>
                </a:lnTo>
                <a:lnTo>
                  <a:pt x="12" y="459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1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2" y="462"/>
                </a:lnTo>
                <a:lnTo>
                  <a:pt x="13" y="462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3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3" y="464"/>
                </a:lnTo>
                <a:lnTo>
                  <a:pt x="14" y="464"/>
                </a:lnTo>
                <a:lnTo>
                  <a:pt x="14" y="464"/>
                </a:lnTo>
                <a:lnTo>
                  <a:pt x="14" y="464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5"/>
                </a:lnTo>
                <a:lnTo>
                  <a:pt x="14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6"/>
                </a:lnTo>
                <a:lnTo>
                  <a:pt x="15" y="467"/>
                </a:lnTo>
                <a:lnTo>
                  <a:pt x="15" y="467"/>
                </a:lnTo>
                <a:lnTo>
                  <a:pt x="15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7"/>
                </a:lnTo>
                <a:lnTo>
                  <a:pt x="16" y="468"/>
                </a:lnTo>
                <a:lnTo>
                  <a:pt x="16" y="468"/>
                </a:lnTo>
                <a:lnTo>
                  <a:pt x="16" y="468"/>
                </a:lnTo>
                <a:lnTo>
                  <a:pt x="16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68"/>
                </a:lnTo>
                <a:lnTo>
                  <a:pt x="17" y="470"/>
                </a:lnTo>
                <a:lnTo>
                  <a:pt x="17" y="470"/>
                </a:lnTo>
                <a:lnTo>
                  <a:pt x="17" y="470"/>
                </a:lnTo>
                <a:lnTo>
                  <a:pt x="17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0"/>
                </a:lnTo>
                <a:lnTo>
                  <a:pt x="18" y="471"/>
                </a:lnTo>
                <a:lnTo>
                  <a:pt x="18" y="471"/>
                </a:lnTo>
                <a:lnTo>
                  <a:pt x="18" y="471"/>
                </a:lnTo>
                <a:lnTo>
                  <a:pt x="18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1"/>
                </a:lnTo>
                <a:lnTo>
                  <a:pt x="20" y="472"/>
                </a:lnTo>
                <a:lnTo>
                  <a:pt x="20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1" y="472"/>
                </a:lnTo>
                <a:lnTo>
                  <a:pt x="22" y="472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2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3"/>
                </a:lnTo>
                <a:lnTo>
                  <a:pt x="23" y="474"/>
                </a:lnTo>
                <a:lnTo>
                  <a:pt x="23" y="474"/>
                </a:lnTo>
                <a:lnTo>
                  <a:pt x="23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4" y="474"/>
                </a:lnTo>
                <a:lnTo>
                  <a:pt x="25" y="474"/>
                </a:lnTo>
                <a:lnTo>
                  <a:pt x="25" y="474"/>
                </a:lnTo>
                <a:lnTo>
                  <a:pt x="25" y="474"/>
                </a:lnTo>
                <a:lnTo>
                  <a:pt x="25" y="475"/>
                </a:lnTo>
                <a:lnTo>
                  <a:pt x="25" y="475"/>
                </a:lnTo>
                <a:lnTo>
                  <a:pt x="25" y="475"/>
                </a:lnTo>
                <a:lnTo>
                  <a:pt x="25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6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5"/>
                </a:lnTo>
                <a:lnTo>
                  <a:pt x="27" y="476"/>
                </a:lnTo>
                <a:lnTo>
                  <a:pt x="27" y="476"/>
                </a:lnTo>
                <a:lnTo>
                  <a:pt x="27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29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0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6"/>
                </a:lnTo>
                <a:lnTo>
                  <a:pt x="31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2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3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4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5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6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8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39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0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1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2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3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4" y="477"/>
                </a:lnTo>
                <a:lnTo>
                  <a:pt x="46" y="477"/>
                </a:lnTo>
                <a:lnTo>
                  <a:pt x="46" y="477"/>
                </a:lnTo>
                <a:lnTo>
                  <a:pt x="46" y="477"/>
                </a:lnTo>
                <a:lnTo>
                  <a:pt x="46" y="476"/>
                </a:lnTo>
                <a:lnTo>
                  <a:pt x="46" y="476"/>
                </a:lnTo>
                <a:lnTo>
                  <a:pt x="46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7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8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6"/>
                </a:lnTo>
                <a:lnTo>
                  <a:pt x="49" y="475"/>
                </a:lnTo>
                <a:lnTo>
                  <a:pt x="49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0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1" y="475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2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4"/>
                </a:lnTo>
                <a:lnTo>
                  <a:pt x="53" y="473"/>
                </a:lnTo>
                <a:lnTo>
                  <a:pt x="53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5" y="473"/>
                </a:lnTo>
                <a:lnTo>
                  <a:pt x="56" y="473"/>
                </a:lnTo>
                <a:lnTo>
                  <a:pt x="56" y="473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6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2"/>
                </a:lnTo>
                <a:lnTo>
                  <a:pt x="57" y="471"/>
                </a:lnTo>
                <a:lnTo>
                  <a:pt x="57" y="471"/>
                </a:lnTo>
                <a:lnTo>
                  <a:pt x="57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1"/>
                </a:lnTo>
                <a:lnTo>
                  <a:pt x="58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70"/>
                </a:lnTo>
                <a:lnTo>
                  <a:pt x="59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8"/>
                </a:lnTo>
                <a:lnTo>
                  <a:pt x="60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7"/>
                </a:lnTo>
                <a:lnTo>
                  <a:pt x="61" y="466"/>
                </a:lnTo>
                <a:lnTo>
                  <a:pt x="61" y="466"/>
                </a:lnTo>
                <a:lnTo>
                  <a:pt x="61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6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2" y="465"/>
                </a:lnTo>
                <a:lnTo>
                  <a:pt x="64" y="465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4"/>
                </a:lnTo>
                <a:lnTo>
                  <a:pt x="64" y="463"/>
                </a:lnTo>
                <a:lnTo>
                  <a:pt x="64" y="463"/>
                </a:lnTo>
                <a:lnTo>
                  <a:pt x="64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3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2"/>
                </a:lnTo>
                <a:lnTo>
                  <a:pt x="65" y="461"/>
                </a:lnTo>
                <a:lnTo>
                  <a:pt x="65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61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9"/>
                </a:lnTo>
                <a:lnTo>
                  <a:pt x="66" y="458"/>
                </a:lnTo>
                <a:lnTo>
                  <a:pt x="66" y="458"/>
                </a:lnTo>
                <a:lnTo>
                  <a:pt x="66" y="458"/>
                </a:lnTo>
                <a:lnTo>
                  <a:pt x="66" y="458"/>
                </a:lnTo>
                <a:lnTo>
                  <a:pt x="67" y="458"/>
                </a:lnTo>
                <a:lnTo>
                  <a:pt x="67" y="458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7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6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5"/>
                </a:lnTo>
                <a:lnTo>
                  <a:pt x="67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4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3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2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50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9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lnTo>
                  <a:pt x="68" y="448"/>
                </a:lnTo>
                <a:close/>
                <a:moveTo>
                  <a:pt x="39" y="411"/>
                </a:moveTo>
                <a:lnTo>
                  <a:pt x="39" y="411"/>
                </a:lnTo>
                <a:lnTo>
                  <a:pt x="39" y="411"/>
                </a:lnTo>
                <a:lnTo>
                  <a:pt x="39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0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1" y="411"/>
                </a:lnTo>
                <a:lnTo>
                  <a:pt x="42" y="411"/>
                </a:lnTo>
                <a:lnTo>
                  <a:pt x="42" y="411"/>
                </a:lnTo>
                <a:lnTo>
                  <a:pt x="42" y="411"/>
                </a:lnTo>
                <a:lnTo>
                  <a:pt x="42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3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4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6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7" y="411"/>
                </a:lnTo>
                <a:lnTo>
                  <a:pt x="48" y="411"/>
                </a:lnTo>
                <a:lnTo>
                  <a:pt x="48" y="412"/>
                </a:lnTo>
                <a:lnTo>
                  <a:pt x="48" y="412"/>
                </a:lnTo>
                <a:lnTo>
                  <a:pt x="48" y="412"/>
                </a:lnTo>
                <a:lnTo>
                  <a:pt x="48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49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0" y="412"/>
                </a:lnTo>
                <a:lnTo>
                  <a:pt x="51" y="412"/>
                </a:lnTo>
                <a:lnTo>
                  <a:pt x="51" y="412"/>
                </a:lnTo>
                <a:lnTo>
                  <a:pt x="51" y="412"/>
                </a:lnTo>
                <a:lnTo>
                  <a:pt x="51" y="413"/>
                </a:lnTo>
                <a:lnTo>
                  <a:pt x="51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2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3" y="413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5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6" y="414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7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5"/>
                </a:lnTo>
                <a:lnTo>
                  <a:pt x="58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59" y="417"/>
                </a:lnTo>
                <a:lnTo>
                  <a:pt x="60" y="417"/>
                </a:lnTo>
                <a:lnTo>
                  <a:pt x="60" y="417"/>
                </a:lnTo>
                <a:lnTo>
                  <a:pt x="60" y="418"/>
                </a:lnTo>
                <a:lnTo>
                  <a:pt x="60" y="418"/>
                </a:lnTo>
                <a:lnTo>
                  <a:pt x="60" y="418"/>
                </a:lnTo>
                <a:lnTo>
                  <a:pt x="60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8"/>
                </a:lnTo>
                <a:lnTo>
                  <a:pt x="61" y="419"/>
                </a:lnTo>
                <a:lnTo>
                  <a:pt x="61" y="419"/>
                </a:lnTo>
                <a:lnTo>
                  <a:pt x="61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19"/>
                </a:lnTo>
                <a:lnTo>
                  <a:pt x="62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4" y="420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5" y="421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6" y="422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3"/>
                </a:lnTo>
                <a:lnTo>
                  <a:pt x="67" y="424"/>
                </a:lnTo>
                <a:lnTo>
                  <a:pt x="67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4"/>
                </a:lnTo>
                <a:lnTo>
                  <a:pt x="68" y="426"/>
                </a:lnTo>
                <a:lnTo>
                  <a:pt x="68" y="426"/>
                </a:lnTo>
                <a:lnTo>
                  <a:pt x="68" y="426"/>
                </a:lnTo>
                <a:lnTo>
                  <a:pt x="69" y="426"/>
                </a:lnTo>
                <a:lnTo>
                  <a:pt x="69" y="426"/>
                </a:lnTo>
                <a:lnTo>
                  <a:pt x="69" y="426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69" y="427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8"/>
                </a:lnTo>
                <a:lnTo>
                  <a:pt x="70" y="429"/>
                </a:lnTo>
                <a:lnTo>
                  <a:pt x="70" y="429"/>
                </a:lnTo>
                <a:lnTo>
                  <a:pt x="70" y="429"/>
                </a:lnTo>
                <a:lnTo>
                  <a:pt x="71" y="429"/>
                </a:lnTo>
                <a:lnTo>
                  <a:pt x="71" y="429"/>
                </a:lnTo>
                <a:lnTo>
                  <a:pt x="71" y="429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0"/>
                </a:lnTo>
                <a:lnTo>
                  <a:pt x="71" y="431"/>
                </a:lnTo>
                <a:lnTo>
                  <a:pt x="71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1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2"/>
                </a:lnTo>
                <a:lnTo>
                  <a:pt x="73" y="433"/>
                </a:lnTo>
                <a:lnTo>
                  <a:pt x="73" y="433"/>
                </a:lnTo>
                <a:lnTo>
                  <a:pt x="73" y="433"/>
                </a:lnTo>
                <a:lnTo>
                  <a:pt x="74" y="433"/>
                </a:lnTo>
                <a:lnTo>
                  <a:pt x="74" y="433"/>
                </a:lnTo>
                <a:lnTo>
                  <a:pt x="74" y="433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5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6"/>
                </a:lnTo>
                <a:lnTo>
                  <a:pt x="74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7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8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39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0"/>
                </a:lnTo>
                <a:lnTo>
                  <a:pt x="75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1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2"/>
                </a:lnTo>
                <a:lnTo>
                  <a:pt x="76" y="444"/>
                </a:lnTo>
                <a:lnTo>
                  <a:pt x="76" y="444"/>
                </a:lnTo>
                <a:lnTo>
                  <a:pt x="76" y="444"/>
                </a:lnTo>
                <a:lnTo>
                  <a:pt x="76" y="444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5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6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7"/>
                </a:lnTo>
                <a:lnTo>
                  <a:pt x="76" y="448"/>
                </a:lnTo>
                <a:lnTo>
                  <a:pt x="76" y="448"/>
                </a:lnTo>
                <a:lnTo>
                  <a:pt x="76" y="448"/>
                </a:lnTo>
                <a:lnTo>
                  <a:pt x="76" y="448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49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0"/>
                </a:lnTo>
                <a:lnTo>
                  <a:pt x="76" y="452"/>
                </a:lnTo>
                <a:lnTo>
                  <a:pt x="76" y="452"/>
                </a:lnTo>
                <a:lnTo>
                  <a:pt x="76" y="452"/>
                </a:lnTo>
                <a:lnTo>
                  <a:pt x="76" y="452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3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5"/>
                </a:lnTo>
                <a:lnTo>
                  <a:pt x="76" y="455"/>
                </a:lnTo>
                <a:lnTo>
                  <a:pt x="76" y="455"/>
                </a:lnTo>
                <a:lnTo>
                  <a:pt x="75" y="455"/>
                </a:lnTo>
                <a:lnTo>
                  <a:pt x="75" y="455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6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7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8"/>
                </a:lnTo>
                <a:lnTo>
                  <a:pt x="75" y="459"/>
                </a:lnTo>
                <a:lnTo>
                  <a:pt x="75" y="459"/>
                </a:lnTo>
                <a:lnTo>
                  <a:pt x="75" y="459"/>
                </a:lnTo>
                <a:lnTo>
                  <a:pt x="74" y="459"/>
                </a:lnTo>
                <a:lnTo>
                  <a:pt x="74" y="459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1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2"/>
                </a:lnTo>
                <a:lnTo>
                  <a:pt x="74" y="463"/>
                </a:lnTo>
                <a:lnTo>
                  <a:pt x="74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3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4"/>
                </a:lnTo>
                <a:lnTo>
                  <a:pt x="73" y="465"/>
                </a:lnTo>
                <a:lnTo>
                  <a:pt x="73" y="465"/>
                </a:lnTo>
                <a:lnTo>
                  <a:pt x="73" y="465"/>
                </a:lnTo>
                <a:lnTo>
                  <a:pt x="71" y="465"/>
                </a:lnTo>
                <a:lnTo>
                  <a:pt x="71" y="465"/>
                </a:lnTo>
                <a:lnTo>
                  <a:pt x="71" y="465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6"/>
                </a:lnTo>
                <a:lnTo>
                  <a:pt x="71" y="467"/>
                </a:lnTo>
                <a:lnTo>
                  <a:pt x="71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7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70" y="468"/>
                </a:lnTo>
                <a:lnTo>
                  <a:pt x="69" y="468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0"/>
                </a:lnTo>
                <a:lnTo>
                  <a:pt x="69" y="471"/>
                </a:lnTo>
                <a:lnTo>
                  <a:pt x="69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1"/>
                </a:lnTo>
                <a:lnTo>
                  <a:pt x="68" y="472"/>
                </a:lnTo>
                <a:lnTo>
                  <a:pt x="68" y="472"/>
                </a:lnTo>
                <a:lnTo>
                  <a:pt x="68" y="472"/>
                </a:lnTo>
                <a:lnTo>
                  <a:pt x="68" y="472"/>
                </a:lnTo>
                <a:lnTo>
                  <a:pt x="67" y="472"/>
                </a:lnTo>
                <a:lnTo>
                  <a:pt x="67" y="472"/>
                </a:lnTo>
                <a:lnTo>
                  <a:pt x="67" y="472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7" y="473"/>
                </a:lnTo>
                <a:lnTo>
                  <a:pt x="66" y="473"/>
                </a:lnTo>
                <a:lnTo>
                  <a:pt x="66" y="473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6" y="474"/>
                </a:lnTo>
                <a:lnTo>
                  <a:pt x="65" y="474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5" y="475"/>
                </a:lnTo>
                <a:lnTo>
                  <a:pt x="64" y="475"/>
                </a:lnTo>
                <a:lnTo>
                  <a:pt x="64" y="475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4" y="476"/>
                </a:lnTo>
                <a:lnTo>
                  <a:pt x="62" y="476"/>
                </a:lnTo>
                <a:lnTo>
                  <a:pt x="62" y="476"/>
                </a:lnTo>
                <a:lnTo>
                  <a:pt x="62" y="477"/>
                </a:lnTo>
                <a:lnTo>
                  <a:pt x="62" y="477"/>
                </a:lnTo>
                <a:lnTo>
                  <a:pt x="62" y="477"/>
                </a:lnTo>
                <a:lnTo>
                  <a:pt x="62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7"/>
                </a:lnTo>
                <a:lnTo>
                  <a:pt x="61" y="479"/>
                </a:lnTo>
                <a:lnTo>
                  <a:pt x="61" y="479"/>
                </a:lnTo>
                <a:lnTo>
                  <a:pt x="61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60" y="479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9" y="480"/>
                </a:lnTo>
                <a:lnTo>
                  <a:pt x="58" y="480"/>
                </a:lnTo>
                <a:lnTo>
                  <a:pt x="58" y="480"/>
                </a:lnTo>
                <a:lnTo>
                  <a:pt x="58" y="480"/>
                </a:lnTo>
                <a:lnTo>
                  <a:pt x="58" y="481"/>
                </a:lnTo>
                <a:lnTo>
                  <a:pt x="58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7" y="481"/>
                </a:lnTo>
                <a:lnTo>
                  <a:pt x="56" y="481"/>
                </a:lnTo>
                <a:lnTo>
                  <a:pt x="56" y="481"/>
                </a:lnTo>
                <a:lnTo>
                  <a:pt x="56" y="482"/>
                </a:lnTo>
                <a:lnTo>
                  <a:pt x="56" y="482"/>
                </a:lnTo>
                <a:lnTo>
                  <a:pt x="56" y="482"/>
                </a:lnTo>
                <a:lnTo>
                  <a:pt x="56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5" y="482"/>
                </a:lnTo>
                <a:lnTo>
                  <a:pt x="53" y="482"/>
                </a:lnTo>
                <a:lnTo>
                  <a:pt x="53" y="482"/>
                </a:lnTo>
                <a:lnTo>
                  <a:pt x="53" y="483"/>
                </a:lnTo>
                <a:lnTo>
                  <a:pt x="53" y="483"/>
                </a:lnTo>
                <a:lnTo>
                  <a:pt x="53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2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1" y="483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50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9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8" y="484"/>
                </a:lnTo>
                <a:lnTo>
                  <a:pt x="47" y="484"/>
                </a:lnTo>
                <a:lnTo>
                  <a:pt x="47" y="484"/>
                </a:lnTo>
                <a:lnTo>
                  <a:pt x="47" y="485"/>
                </a:lnTo>
                <a:lnTo>
                  <a:pt x="47" y="485"/>
                </a:lnTo>
                <a:lnTo>
                  <a:pt x="47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6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4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3" y="485"/>
                </a:lnTo>
                <a:lnTo>
                  <a:pt x="42" y="485"/>
                </a:lnTo>
                <a:lnTo>
                  <a:pt x="42" y="485"/>
                </a:lnTo>
                <a:lnTo>
                  <a:pt x="42" y="485"/>
                </a:lnTo>
                <a:lnTo>
                  <a:pt x="42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1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40" y="485"/>
                </a:lnTo>
                <a:lnTo>
                  <a:pt x="39" y="485"/>
                </a:lnTo>
                <a:lnTo>
                  <a:pt x="39" y="485"/>
                </a:lnTo>
                <a:lnTo>
                  <a:pt x="39" y="485"/>
                </a:lnTo>
                <a:lnTo>
                  <a:pt x="39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8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6" y="485"/>
                </a:lnTo>
                <a:lnTo>
                  <a:pt x="35" y="485"/>
                </a:lnTo>
                <a:lnTo>
                  <a:pt x="35" y="485"/>
                </a:lnTo>
                <a:lnTo>
                  <a:pt x="35" y="485"/>
                </a:lnTo>
                <a:lnTo>
                  <a:pt x="35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4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3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2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1" y="485"/>
                </a:lnTo>
                <a:lnTo>
                  <a:pt x="30" y="485"/>
                </a:lnTo>
                <a:lnTo>
                  <a:pt x="30" y="484"/>
                </a:lnTo>
                <a:lnTo>
                  <a:pt x="30" y="484"/>
                </a:lnTo>
                <a:lnTo>
                  <a:pt x="30" y="484"/>
                </a:lnTo>
                <a:lnTo>
                  <a:pt x="30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9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7" y="484"/>
                </a:lnTo>
                <a:lnTo>
                  <a:pt x="26" y="484"/>
                </a:lnTo>
                <a:lnTo>
                  <a:pt x="26" y="484"/>
                </a:lnTo>
                <a:lnTo>
                  <a:pt x="26" y="484"/>
                </a:lnTo>
                <a:lnTo>
                  <a:pt x="26" y="483"/>
                </a:lnTo>
                <a:lnTo>
                  <a:pt x="26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5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4" y="483"/>
                </a:lnTo>
                <a:lnTo>
                  <a:pt x="23" y="483"/>
                </a:lnTo>
                <a:lnTo>
                  <a:pt x="23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1" y="482"/>
                </a:lnTo>
                <a:lnTo>
                  <a:pt x="21" y="482"/>
                </a:lnTo>
                <a:lnTo>
                  <a:pt x="21" y="481"/>
                </a:lnTo>
                <a:lnTo>
                  <a:pt x="21" y="481"/>
                </a:lnTo>
                <a:lnTo>
                  <a:pt x="21" y="481"/>
                </a:lnTo>
                <a:lnTo>
                  <a:pt x="21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20" y="481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8" y="480"/>
                </a:lnTo>
                <a:lnTo>
                  <a:pt x="17" y="480"/>
                </a:lnTo>
                <a:lnTo>
                  <a:pt x="17" y="480"/>
                </a:lnTo>
                <a:lnTo>
                  <a:pt x="17" y="480"/>
                </a:lnTo>
                <a:lnTo>
                  <a:pt x="17" y="479"/>
                </a:lnTo>
                <a:lnTo>
                  <a:pt x="17" y="479"/>
                </a:lnTo>
                <a:lnTo>
                  <a:pt x="17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6" y="479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5" y="477"/>
                </a:lnTo>
                <a:lnTo>
                  <a:pt x="14" y="477"/>
                </a:lnTo>
                <a:lnTo>
                  <a:pt x="14" y="477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4" y="476"/>
                </a:lnTo>
                <a:lnTo>
                  <a:pt x="13" y="476"/>
                </a:lnTo>
                <a:lnTo>
                  <a:pt x="13" y="476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3" y="475"/>
                </a:lnTo>
                <a:lnTo>
                  <a:pt x="12" y="475"/>
                </a:lnTo>
                <a:lnTo>
                  <a:pt x="12" y="475"/>
                </a:lnTo>
                <a:lnTo>
                  <a:pt x="12" y="475"/>
                </a:lnTo>
                <a:lnTo>
                  <a:pt x="12" y="474"/>
                </a:lnTo>
                <a:lnTo>
                  <a:pt x="12" y="474"/>
                </a:lnTo>
                <a:lnTo>
                  <a:pt x="12" y="474"/>
                </a:lnTo>
                <a:lnTo>
                  <a:pt x="12" y="474"/>
                </a:lnTo>
                <a:lnTo>
                  <a:pt x="11" y="474"/>
                </a:lnTo>
                <a:lnTo>
                  <a:pt x="11" y="474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11" y="473"/>
                </a:lnTo>
                <a:lnTo>
                  <a:pt x="9" y="473"/>
                </a:lnTo>
                <a:lnTo>
                  <a:pt x="9" y="473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9" y="472"/>
                </a:lnTo>
                <a:lnTo>
                  <a:pt x="8" y="472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1"/>
                </a:lnTo>
                <a:lnTo>
                  <a:pt x="8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70"/>
                </a:lnTo>
                <a:lnTo>
                  <a:pt x="7" y="468"/>
                </a:lnTo>
                <a:lnTo>
                  <a:pt x="7" y="468"/>
                </a:lnTo>
                <a:lnTo>
                  <a:pt x="7" y="468"/>
                </a:lnTo>
                <a:lnTo>
                  <a:pt x="7" y="468"/>
                </a:lnTo>
                <a:lnTo>
                  <a:pt x="6" y="468"/>
                </a:lnTo>
                <a:lnTo>
                  <a:pt x="6" y="468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7"/>
                </a:lnTo>
                <a:lnTo>
                  <a:pt x="6" y="466"/>
                </a:lnTo>
                <a:lnTo>
                  <a:pt x="6" y="466"/>
                </a:lnTo>
                <a:lnTo>
                  <a:pt x="5" y="466"/>
                </a:lnTo>
                <a:lnTo>
                  <a:pt x="5" y="466"/>
                </a:lnTo>
                <a:lnTo>
                  <a:pt x="5" y="466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5"/>
                </a:lnTo>
                <a:lnTo>
                  <a:pt x="5" y="464"/>
                </a:lnTo>
                <a:lnTo>
                  <a:pt x="5" y="464"/>
                </a:lnTo>
                <a:lnTo>
                  <a:pt x="4" y="464"/>
                </a:lnTo>
                <a:lnTo>
                  <a:pt x="4" y="464"/>
                </a:lnTo>
                <a:lnTo>
                  <a:pt x="4" y="464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3"/>
                </a:lnTo>
                <a:lnTo>
                  <a:pt x="4" y="462"/>
                </a:lnTo>
                <a:lnTo>
                  <a:pt x="4" y="462"/>
                </a:lnTo>
                <a:lnTo>
                  <a:pt x="4" y="462"/>
                </a:lnTo>
                <a:lnTo>
                  <a:pt x="3" y="462"/>
                </a:lnTo>
                <a:lnTo>
                  <a:pt x="3" y="462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61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9"/>
                </a:lnTo>
                <a:lnTo>
                  <a:pt x="3" y="458"/>
                </a:lnTo>
                <a:lnTo>
                  <a:pt x="3" y="458"/>
                </a:lnTo>
                <a:lnTo>
                  <a:pt x="3" y="458"/>
                </a:lnTo>
                <a:lnTo>
                  <a:pt x="2" y="458"/>
                </a:lnTo>
                <a:lnTo>
                  <a:pt x="2" y="458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7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6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5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4"/>
                </a:lnTo>
                <a:lnTo>
                  <a:pt x="2" y="453"/>
                </a:lnTo>
                <a:lnTo>
                  <a:pt x="2" y="453"/>
                </a:lnTo>
                <a:lnTo>
                  <a:pt x="2" y="453"/>
                </a:lnTo>
                <a:lnTo>
                  <a:pt x="2" y="453"/>
                </a:lnTo>
                <a:lnTo>
                  <a:pt x="0" y="453"/>
                </a:lnTo>
                <a:lnTo>
                  <a:pt x="0" y="452"/>
                </a:lnTo>
                <a:lnTo>
                  <a:pt x="0" y="452"/>
                </a:lnTo>
                <a:lnTo>
                  <a:pt x="0" y="452"/>
                </a:lnTo>
                <a:lnTo>
                  <a:pt x="0" y="452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50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9"/>
                </a:lnTo>
                <a:lnTo>
                  <a:pt x="0" y="448"/>
                </a:lnTo>
                <a:lnTo>
                  <a:pt x="0" y="448"/>
                </a:lnTo>
                <a:lnTo>
                  <a:pt x="0" y="448"/>
                </a:lnTo>
                <a:lnTo>
                  <a:pt x="0" y="448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7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6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5"/>
                </a:lnTo>
                <a:lnTo>
                  <a:pt x="0" y="444"/>
                </a:lnTo>
                <a:lnTo>
                  <a:pt x="2" y="444"/>
                </a:lnTo>
                <a:lnTo>
                  <a:pt x="2" y="444"/>
                </a:lnTo>
                <a:lnTo>
                  <a:pt x="2" y="444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2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1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40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9"/>
                </a:lnTo>
                <a:lnTo>
                  <a:pt x="2" y="438"/>
                </a:lnTo>
                <a:lnTo>
                  <a:pt x="2" y="438"/>
                </a:lnTo>
                <a:lnTo>
                  <a:pt x="2" y="438"/>
                </a:lnTo>
                <a:lnTo>
                  <a:pt x="3" y="438"/>
                </a:lnTo>
                <a:lnTo>
                  <a:pt x="3" y="438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7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6"/>
                </a:lnTo>
                <a:lnTo>
                  <a:pt x="3" y="435"/>
                </a:lnTo>
                <a:lnTo>
                  <a:pt x="3" y="435"/>
                </a:lnTo>
                <a:lnTo>
                  <a:pt x="3" y="435"/>
                </a:lnTo>
                <a:lnTo>
                  <a:pt x="4" y="435"/>
                </a:lnTo>
                <a:lnTo>
                  <a:pt x="4" y="435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3"/>
                </a:lnTo>
                <a:lnTo>
                  <a:pt x="4" y="432"/>
                </a:lnTo>
                <a:lnTo>
                  <a:pt x="4" y="432"/>
                </a:lnTo>
                <a:lnTo>
                  <a:pt x="4" y="432"/>
                </a:lnTo>
                <a:lnTo>
                  <a:pt x="4" y="432"/>
                </a:lnTo>
                <a:lnTo>
                  <a:pt x="5" y="432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1"/>
                </a:lnTo>
                <a:lnTo>
                  <a:pt x="5" y="430"/>
                </a:lnTo>
                <a:lnTo>
                  <a:pt x="5" y="430"/>
                </a:lnTo>
                <a:lnTo>
                  <a:pt x="5" y="430"/>
                </a:lnTo>
                <a:lnTo>
                  <a:pt x="5" y="430"/>
                </a:lnTo>
                <a:lnTo>
                  <a:pt x="6" y="430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9"/>
                </a:lnTo>
                <a:lnTo>
                  <a:pt x="6" y="428"/>
                </a:lnTo>
                <a:lnTo>
                  <a:pt x="6" y="428"/>
                </a:lnTo>
                <a:lnTo>
                  <a:pt x="6" y="428"/>
                </a:lnTo>
                <a:lnTo>
                  <a:pt x="7" y="428"/>
                </a:lnTo>
                <a:lnTo>
                  <a:pt x="7" y="428"/>
                </a:lnTo>
                <a:lnTo>
                  <a:pt x="7" y="428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7" y="427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6"/>
                </a:lnTo>
                <a:lnTo>
                  <a:pt x="8" y="424"/>
                </a:lnTo>
                <a:lnTo>
                  <a:pt x="8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4"/>
                </a:lnTo>
                <a:lnTo>
                  <a:pt x="9" y="423"/>
                </a:lnTo>
                <a:lnTo>
                  <a:pt x="9" y="423"/>
                </a:lnTo>
                <a:lnTo>
                  <a:pt x="9" y="423"/>
                </a:lnTo>
                <a:lnTo>
                  <a:pt x="11" y="423"/>
                </a:lnTo>
                <a:lnTo>
                  <a:pt x="11" y="423"/>
                </a:lnTo>
                <a:lnTo>
                  <a:pt x="11" y="423"/>
                </a:lnTo>
                <a:lnTo>
                  <a:pt x="11" y="422"/>
                </a:lnTo>
                <a:lnTo>
                  <a:pt x="11" y="422"/>
                </a:lnTo>
                <a:lnTo>
                  <a:pt x="11" y="422"/>
                </a:lnTo>
                <a:lnTo>
                  <a:pt x="11" y="422"/>
                </a:lnTo>
                <a:lnTo>
                  <a:pt x="12" y="422"/>
                </a:lnTo>
                <a:lnTo>
                  <a:pt x="12" y="422"/>
                </a:lnTo>
                <a:lnTo>
                  <a:pt x="12" y="422"/>
                </a:lnTo>
                <a:lnTo>
                  <a:pt x="12" y="421"/>
                </a:lnTo>
                <a:lnTo>
                  <a:pt x="12" y="421"/>
                </a:lnTo>
                <a:lnTo>
                  <a:pt x="12" y="421"/>
                </a:lnTo>
                <a:lnTo>
                  <a:pt x="12" y="421"/>
                </a:lnTo>
                <a:lnTo>
                  <a:pt x="13" y="421"/>
                </a:lnTo>
                <a:lnTo>
                  <a:pt x="13" y="421"/>
                </a:lnTo>
                <a:lnTo>
                  <a:pt x="13" y="421"/>
                </a:lnTo>
                <a:lnTo>
                  <a:pt x="13" y="420"/>
                </a:lnTo>
                <a:lnTo>
                  <a:pt x="13" y="420"/>
                </a:lnTo>
                <a:lnTo>
                  <a:pt x="13" y="420"/>
                </a:lnTo>
                <a:lnTo>
                  <a:pt x="13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20"/>
                </a:lnTo>
                <a:lnTo>
                  <a:pt x="14" y="419"/>
                </a:lnTo>
                <a:lnTo>
                  <a:pt x="14" y="419"/>
                </a:lnTo>
                <a:lnTo>
                  <a:pt x="14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9"/>
                </a:lnTo>
                <a:lnTo>
                  <a:pt x="15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6" y="418"/>
                </a:lnTo>
                <a:lnTo>
                  <a:pt x="17" y="418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7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7"/>
                </a:lnTo>
                <a:lnTo>
                  <a:pt x="18" y="415"/>
                </a:lnTo>
                <a:lnTo>
                  <a:pt x="18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0" y="415"/>
                </a:lnTo>
                <a:lnTo>
                  <a:pt x="21" y="415"/>
                </a:lnTo>
                <a:lnTo>
                  <a:pt x="21" y="415"/>
                </a:lnTo>
                <a:lnTo>
                  <a:pt x="21" y="414"/>
                </a:lnTo>
                <a:lnTo>
                  <a:pt x="21" y="414"/>
                </a:lnTo>
                <a:lnTo>
                  <a:pt x="21" y="414"/>
                </a:lnTo>
                <a:lnTo>
                  <a:pt x="21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2" y="414"/>
                </a:lnTo>
                <a:lnTo>
                  <a:pt x="23" y="414"/>
                </a:lnTo>
                <a:lnTo>
                  <a:pt x="23" y="414"/>
                </a:lnTo>
                <a:lnTo>
                  <a:pt x="23" y="413"/>
                </a:lnTo>
                <a:lnTo>
                  <a:pt x="23" y="413"/>
                </a:lnTo>
                <a:lnTo>
                  <a:pt x="23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4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3"/>
                </a:lnTo>
                <a:lnTo>
                  <a:pt x="25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6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7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29" y="412"/>
                </a:lnTo>
                <a:lnTo>
                  <a:pt x="30" y="412"/>
                </a:lnTo>
                <a:lnTo>
                  <a:pt x="30" y="411"/>
                </a:lnTo>
                <a:lnTo>
                  <a:pt x="30" y="411"/>
                </a:lnTo>
                <a:lnTo>
                  <a:pt x="30" y="411"/>
                </a:lnTo>
                <a:lnTo>
                  <a:pt x="30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1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2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3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4" y="411"/>
                </a:lnTo>
                <a:lnTo>
                  <a:pt x="35" y="411"/>
                </a:lnTo>
                <a:lnTo>
                  <a:pt x="35" y="411"/>
                </a:lnTo>
                <a:lnTo>
                  <a:pt x="35" y="411"/>
                </a:lnTo>
                <a:lnTo>
                  <a:pt x="35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6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8" y="411"/>
                </a:lnTo>
                <a:lnTo>
                  <a:pt x="39" y="411"/>
                </a:lnTo>
                <a:lnTo>
                  <a:pt x="39" y="411"/>
                </a:lnTo>
                <a:close/>
                <a:moveTo>
                  <a:pt x="42" y="404"/>
                </a:moveTo>
                <a:lnTo>
                  <a:pt x="34" y="404"/>
                </a:lnTo>
                <a:lnTo>
                  <a:pt x="34" y="388"/>
                </a:lnTo>
                <a:lnTo>
                  <a:pt x="42" y="388"/>
                </a:lnTo>
                <a:lnTo>
                  <a:pt x="42" y="404"/>
                </a:lnTo>
                <a:lnTo>
                  <a:pt x="42" y="404"/>
                </a:lnTo>
                <a:close/>
                <a:moveTo>
                  <a:pt x="42" y="357"/>
                </a:moveTo>
                <a:lnTo>
                  <a:pt x="34" y="357"/>
                </a:lnTo>
                <a:lnTo>
                  <a:pt x="34" y="341"/>
                </a:lnTo>
                <a:lnTo>
                  <a:pt x="42" y="341"/>
                </a:lnTo>
                <a:lnTo>
                  <a:pt x="42" y="357"/>
                </a:lnTo>
                <a:lnTo>
                  <a:pt x="42" y="357"/>
                </a:lnTo>
                <a:close/>
                <a:moveTo>
                  <a:pt x="42" y="310"/>
                </a:moveTo>
                <a:lnTo>
                  <a:pt x="34" y="310"/>
                </a:lnTo>
                <a:lnTo>
                  <a:pt x="34" y="294"/>
                </a:lnTo>
                <a:lnTo>
                  <a:pt x="42" y="294"/>
                </a:lnTo>
                <a:lnTo>
                  <a:pt x="42" y="310"/>
                </a:lnTo>
                <a:lnTo>
                  <a:pt x="42" y="310"/>
                </a:lnTo>
                <a:close/>
                <a:moveTo>
                  <a:pt x="39" y="267"/>
                </a:moveTo>
                <a:lnTo>
                  <a:pt x="39" y="259"/>
                </a:lnTo>
                <a:lnTo>
                  <a:pt x="55" y="259"/>
                </a:lnTo>
                <a:lnTo>
                  <a:pt x="55" y="267"/>
                </a:lnTo>
                <a:lnTo>
                  <a:pt x="39" y="267"/>
                </a:lnTo>
                <a:lnTo>
                  <a:pt x="39" y="267"/>
                </a:lnTo>
                <a:close/>
                <a:moveTo>
                  <a:pt x="86" y="267"/>
                </a:moveTo>
                <a:lnTo>
                  <a:pt x="86" y="259"/>
                </a:lnTo>
                <a:lnTo>
                  <a:pt x="102" y="259"/>
                </a:lnTo>
                <a:lnTo>
                  <a:pt x="102" y="267"/>
                </a:lnTo>
                <a:lnTo>
                  <a:pt x="86" y="267"/>
                </a:lnTo>
                <a:lnTo>
                  <a:pt x="86" y="267"/>
                </a:lnTo>
                <a:close/>
                <a:moveTo>
                  <a:pt x="133" y="267"/>
                </a:moveTo>
                <a:lnTo>
                  <a:pt x="133" y="259"/>
                </a:lnTo>
                <a:lnTo>
                  <a:pt x="148" y="259"/>
                </a:lnTo>
                <a:lnTo>
                  <a:pt x="148" y="267"/>
                </a:lnTo>
                <a:lnTo>
                  <a:pt x="133" y="267"/>
                </a:lnTo>
                <a:lnTo>
                  <a:pt x="133" y="267"/>
                </a:lnTo>
                <a:close/>
                <a:moveTo>
                  <a:pt x="179" y="267"/>
                </a:moveTo>
                <a:lnTo>
                  <a:pt x="179" y="259"/>
                </a:lnTo>
                <a:lnTo>
                  <a:pt x="195" y="259"/>
                </a:lnTo>
                <a:lnTo>
                  <a:pt x="195" y="267"/>
                </a:lnTo>
                <a:lnTo>
                  <a:pt x="179" y="267"/>
                </a:lnTo>
                <a:lnTo>
                  <a:pt x="179" y="267"/>
                </a:lnTo>
                <a:close/>
                <a:moveTo>
                  <a:pt x="227" y="267"/>
                </a:moveTo>
                <a:lnTo>
                  <a:pt x="227" y="259"/>
                </a:lnTo>
                <a:lnTo>
                  <a:pt x="243" y="259"/>
                </a:lnTo>
                <a:lnTo>
                  <a:pt x="243" y="267"/>
                </a:lnTo>
                <a:lnTo>
                  <a:pt x="227" y="267"/>
                </a:lnTo>
                <a:lnTo>
                  <a:pt x="227" y="267"/>
                </a:lnTo>
                <a:close/>
                <a:moveTo>
                  <a:pt x="274" y="267"/>
                </a:moveTo>
                <a:lnTo>
                  <a:pt x="274" y="259"/>
                </a:lnTo>
                <a:lnTo>
                  <a:pt x="290" y="259"/>
                </a:lnTo>
                <a:lnTo>
                  <a:pt x="290" y="267"/>
                </a:lnTo>
                <a:lnTo>
                  <a:pt x="274" y="267"/>
                </a:lnTo>
                <a:lnTo>
                  <a:pt x="274" y="267"/>
                </a:lnTo>
                <a:close/>
                <a:moveTo>
                  <a:pt x="321" y="267"/>
                </a:moveTo>
                <a:lnTo>
                  <a:pt x="321" y="259"/>
                </a:lnTo>
                <a:lnTo>
                  <a:pt x="337" y="259"/>
                </a:lnTo>
                <a:lnTo>
                  <a:pt x="337" y="267"/>
                </a:lnTo>
                <a:lnTo>
                  <a:pt x="321" y="267"/>
                </a:lnTo>
                <a:lnTo>
                  <a:pt x="321" y="267"/>
                </a:lnTo>
                <a:close/>
                <a:moveTo>
                  <a:pt x="369" y="267"/>
                </a:moveTo>
                <a:lnTo>
                  <a:pt x="369" y="259"/>
                </a:lnTo>
                <a:lnTo>
                  <a:pt x="384" y="259"/>
                </a:lnTo>
                <a:lnTo>
                  <a:pt x="384" y="267"/>
                </a:lnTo>
                <a:lnTo>
                  <a:pt x="369" y="267"/>
                </a:lnTo>
                <a:lnTo>
                  <a:pt x="369" y="267"/>
                </a:lnTo>
                <a:close/>
                <a:moveTo>
                  <a:pt x="416" y="267"/>
                </a:moveTo>
                <a:lnTo>
                  <a:pt x="416" y="259"/>
                </a:lnTo>
                <a:lnTo>
                  <a:pt x="432" y="259"/>
                </a:lnTo>
                <a:lnTo>
                  <a:pt x="432" y="267"/>
                </a:lnTo>
                <a:lnTo>
                  <a:pt x="416" y="267"/>
                </a:lnTo>
                <a:lnTo>
                  <a:pt x="416" y="267"/>
                </a:lnTo>
                <a:close/>
                <a:moveTo>
                  <a:pt x="454" y="251"/>
                </a:moveTo>
                <a:lnTo>
                  <a:pt x="447" y="251"/>
                </a:lnTo>
                <a:lnTo>
                  <a:pt x="447" y="235"/>
                </a:lnTo>
                <a:lnTo>
                  <a:pt x="454" y="235"/>
                </a:lnTo>
                <a:lnTo>
                  <a:pt x="454" y="251"/>
                </a:lnTo>
                <a:lnTo>
                  <a:pt x="454" y="251"/>
                </a:lnTo>
                <a:close/>
                <a:moveTo>
                  <a:pt x="454" y="204"/>
                </a:moveTo>
                <a:lnTo>
                  <a:pt x="447" y="204"/>
                </a:lnTo>
                <a:lnTo>
                  <a:pt x="447" y="188"/>
                </a:lnTo>
                <a:lnTo>
                  <a:pt x="454" y="188"/>
                </a:lnTo>
                <a:lnTo>
                  <a:pt x="454" y="204"/>
                </a:lnTo>
                <a:lnTo>
                  <a:pt x="454" y="204"/>
                </a:lnTo>
                <a:close/>
                <a:moveTo>
                  <a:pt x="454" y="156"/>
                </a:moveTo>
                <a:lnTo>
                  <a:pt x="447" y="156"/>
                </a:lnTo>
                <a:lnTo>
                  <a:pt x="447" y="141"/>
                </a:lnTo>
                <a:lnTo>
                  <a:pt x="454" y="141"/>
                </a:lnTo>
                <a:lnTo>
                  <a:pt x="454" y="156"/>
                </a:lnTo>
                <a:lnTo>
                  <a:pt x="454" y="156"/>
                </a:lnTo>
                <a:close/>
                <a:moveTo>
                  <a:pt x="454" y="109"/>
                </a:moveTo>
                <a:lnTo>
                  <a:pt x="447" y="109"/>
                </a:lnTo>
                <a:lnTo>
                  <a:pt x="447" y="93"/>
                </a:lnTo>
                <a:lnTo>
                  <a:pt x="454" y="93"/>
                </a:lnTo>
                <a:lnTo>
                  <a:pt x="454" y="109"/>
                </a:lnTo>
                <a:lnTo>
                  <a:pt x="454" y="109"/>
                </a:lnTo>
                <a:close/>
                <a:moveTo>
                  <a:pt x="454" y="62"/>
                </a:moveTo>
                <a:lnTo>
                  <a:pt x="447" y="62"/>
                </a:lnTo>
                <a:lnTo>
                  <a:pt x="447" y="47"/>
                </a:lnTo>
                <a:lnTo>
                  <a:pt x="454" y="47"/>
                </a:lnTo>
                <a:lnTo>
                  <a:pt x="454" y="62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79">
            <a:extLst>
              <a:ext uri="{FF2B5EF4-FFF2-40B4-BE49-F238E27FC236}">
                <a16:creationId xmlns:a16="http://schemas.microsoft.com/office/drawing/2014/main" id="{A54B5AFD-5518-9FCB-535F-13D472F2ECEF}"/>
              </a:ext>
            </a:extLst>
          </p:cNvPr>
          <p:cNvSpPr>
            <a:spLocks noEditPoints="1"/>
          </p:cNvSpPr>
          <p:nvPr/>
        </p:nvSpPr>
        <p:spPr bwMode="auto">
          <a:xfrm>
            <a:off x="3400871" y="2970213"/>
            <a:ext cx="895350" cy="352425"/>
          </a:xfrm>
          <a:custGeom>
            <a:avLst/>
            <a:gdLst>
              <a:gd name="T0" fmla="*/ 521 w 564"/>
              <a:gd name="T1" fmla="*/ 156 h 222"/>
              <a:gd name="T2" fmla="*/ 515 w 564"/>
              <a:gd name="T3" fmla="*/ 157 h 222"/>
              <a:gd name="T4" fmla="*/ 511 w 564"/>
              <a:gd name="T5" fmla="*/ 160 h 222"/>
              <a:gd name="T6" fmla="*/ 506 w 564"/>
              <a:gd name="T7" fmla="*/ 163 h 222"/>
              <a:gd name="T8" fmla="*/ 502 w 564"/>
              <a:gd name="T9" fmla="*/ 168 h 222"/>
              <a:gd name="T10" fmla="*/ 499 w 564"/>
              <a:gd name="T11" fmla="*/ 174 h 222"/>
              <a:gd name="T12" fmla="*/ 497 w 564"/>
              <a:gd name="T13" fmla="*/ 179 h 222"/>
              <a:gd name="T14" fmla="*/ 496 w 564"/>
              <a:gd name="T15" fmla="*/ 185 h 222"/>
              <a:gd name="T16" fmla="*/ 497 w 564"/>
              <a:gd name="T17" fmla="*/ 192 h 222"/>
              <a:gd name="T18" fmla="*/ 499 w 564"/>
              <a:gd name="T19" fmla="*/ 197 h 222"/>
              <a:gd name="T20" fmla="*/ 502 w 564"/>
              <a:gd name="T21" fmla="*/ 202 h 222"/>
              <a:gd name="T22" fmla="*/ 506 w 564"/>
              <a:gd name="T23" fmla="*/ 206 h 222"/>
              <a:gd name="T24" fmla="*/ 511 w 564"/>
              <a:gd name="T25" fmla="*/ 210 h 222"/>
              <a:gd name="T26" fmla="*/ 516 w 564"/>
              <a:gd name="T27" fmla="*/ 213 h 222"/>
              <a:gd name="T28" fmla="*/ 522 w 564"/>
              <a:gd name="T29" fmla="*/ 214 h 222"/>
              <a:gd name="T30" fmla="*/ 528 w 564"/>
              <a:gd name="T31" fmla="*/ 214 h 222"/>
              <a:gd name="T32" fmla="*/ 534 w 564"/>
              <a:gd name="T33" fmla="*/ 213 h 222"/>
              <a:gd name="T34" fmla="*/ 540 w 564"/>
              <a:gd name="T35" fmla="*/ 212 h 222"/>
              <a:gd name="T36" fmla="*/ 544 w 564"/>
              <a:gd name="T37" fmla="*/ 209 h 222"/>
              <a:gd name="T38" fmla="*/ 549 w 564"/>
              <a:gd name="T39" fmla="*/ 204 h 222"/>
              <a:gd name="T40" fmla="*/ 552 w 564"/>
              <a:gd name="T41" fmla="*/ 200 h 222"/>
              <a:gd name="T42" fmla="*/ 555 w 564"/>
              <a:gd name="T43" fmla="*/ 194 h 222"/>
              <a:gd name="T44" fmla="*/ 556 w 564"/>
              <a:gd name="T45" fmla="*/ 188 h 222"/>
              <a:gd name="T46" fmla="*/ 556 w 564"/>
              <a:gd name="T47" fmla="*/ 182 h 222"/>
              <a:gd name="T48" fmla="*/ 555 w 564"/>
              <a:gd name="T49" fmla="*/ 176 h 222"/>
              <a:gd name="T50" fmla="*/ 552 w 564"/>
              <a:gd name="T51" fmla="*/ 170 h 222"/>
              <a:gd name="T52" fmla="*/ 549 w 564"/>
              <a:gd name="T53" fmla="*/ 166 h 222"/>
              <a:gd name="T54" fmla="*/ 544 w 564"/>
              <a:gd name="T55" fmla="*/ 161 h 222"/>
              <a:gd name="T56" fmla="*/ 539 w 564"/>
              <a:gd name="T57" fmla="*/ 158 h 222"/>
              <a:gd name="T58" fmla="*/ 534 w 564"/>
              <a:gd name="T59" fmla="*/ 157 h 222"/>
              <a:gd name="T60" fmla="*/ 528 w 564"/>
              <a:gd name="T61" fmla="*/ 156 h 222"/>
              <a:gd name="T62" fmla="*/ 489 w 564"/>
              <a:gd name="T63" fmla="*/ 176 h 222"/>
              <a:gd name="T64" fmla="*/ 493 w 564"/>
              <a:gd name="T65" fmla="*/ 169 h 222"/>
              <a:gd name="T66" fmla="*/ 496 w 564"/>
              <a:gd name="T67" fmla="*/ 162 h 222"/>
              <a:gd name="T68" fmla="*/ 502 w 564"/>
              <a:gd name="T69" fmla="*/ 157 h 222"/>
              <a:gd name="T70" fmla="*/ 507 w 564"/>
              <a:gd name="T71" fmla="*/ 152 h 222"/>
              <a:gd name="T72" fmla="*/ 514 w 564"/>
              <a:gd name="T73" fmla="*/ 149 h 222"/>
              <a:gd name="T74" fmla="*/ 522 w 564"/>
              <a:gd name="T75" fmla="*/ 148 h 222"/>
              <a:gd name="T76" fmla="*/ 530 w 564"/>
              <a:gd name="T77" fmla="*/ 148 h 222"/>
              <a:gd name="T78" fmla="*/ 538 w 564"/>
              <a:gd name="T79" fmla="*/ 149 h 222"/>
              <a:gd name="T80" fmla="*/ 544 w 564"/>
              <a:gd name="T81" fmla="*/ 152 h 222"/>
              <a:gd name="T82" fmla="*/ 550 w 564"/>
              <a:gd name="T83" fmla="*/ 156 h 222"/>
              <a:gd name="T84" fmla="*/ 556 w 564"/>
              <a:gd name="T85" fmla="*/ 161 h 222"/>
              <a:gd name="T86" fmla="*/ 559 w 564"/>
              <a:gd name="T87" fmla="*/ 168 h 222"/>
              <a:gd name="T88" fmla="*/ 562 w 564"/>
              <a:gd name="T89" fmla="*/ 175 h 222"/>
              <a:gd name="T90" fmla="*/ 564 w 564"/>
              <a:gd name="T91" fmla="*/ 183 h 222"/>
              <a:gd name="T92" fmla="*/ 564 w 564"/>
              <a:gd name="T93" fmla="*/ 191 h 222"/>
              <a:gd name="T94" fmla="*/ 561 w 564"/>
              <a:gd name="T95" fmla="*/ 197 h 222"/>
              <a:gd name="T96" fmla="*/ 558 w 564"/>
              <a:gd name="T97" fmla="*/ 204 h 222"/>
              <a:gd name="T98" fmla="*/ 553 w 564"/>
              <a:gd name="T99" fmla="*/ 211 h 222"/>
              <a:gd name="T100" fmla="*/ 548 w 564"/>
              <a:gd name="T101" fmla="*/ 215 h 222"/>
              <a:gd name="T102" fmla="*/ 542 w 564"/>
              <a:gd name="T103" fmla="*/ 219 h 222"/>
              <a:gd name="T104" fmla="*/ 534 w 564"/>
              <a:gd name="T105" fmla="*/ 222 h 222"/>
              <a:gd name="T106" fmla="*/ 526 w 564"/>
              <a:gd name="T107" fmla="*/ 222 h 222"/>
              <a:gd name="T108" fmla="*/ 519 w 564"/>
              <a:gd name="T109" fmla="*/ 222 h 222"/>
              <a:gd name="T110" fmla="*/ 512 w 564"/>
              <a:gd name="T111" fmla="*/ 220 h 222"/>
              <a:gd name="T112" fmla="*/ 505 w 564"/>
              <a:gd name="T113" fmla="*/ 216 h 222"/>
              <a:gd name="T114" fmla="*/ 499 w 564"/>
              <a:gd name="T115" fmla="*/ 211 h 222"/>
              <a:gd name="T116" fmla="*/ 495 w 564"/>
              <a:gd name="T117" fmla="*/ 205 h 222"/>
              <a:gd name="T118" fmla="*/ 491 w 564"/>
              <a:gd name="T119" fmla="*/ 198 h 222"/>
              <a:gd name="T120" fmla="*/ 489 w 564"/>
              <a:gd name="T121" fmla="*/ 192 h 222"/>
              <a:gd name="T122" fmla="*/ 353 w 564"/>
              <a:gd name="T123" fmla="*/ 182 h 222"/>
              <a:gd name="T124" fmla="*/ 70 w 564"/>
              <a:gd name="T125" fmla="*/ 188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4" h="222">
                <a:moveTo>
                  <a:pt x="7" y="16"/>
                </a:moveTo>
                <a:lnTo>
                  <a:pt x="0" y="16"/>
                </a:lnTo>
                <a:lnTo>
                  <a:pt x="0" y="0"/>
                </a:lnTo>
                <a:lnTo>
                  <a:pt x="7" y="0"/>
                </a:lnTo>
                <a:lnTo>
                  <a:pt x="7" y="16"/>
                </a:lnTo>
                <a:lnTo>
                  <a:pt x="7" y="16"/>
                </a:lnTo>
                <a:close/>
                <a:moveTo>
                  <a:pt x="526" y="156"/>
                </a:moveTo>
                <a:lnTo>
                  <a:pt x="526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5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4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3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2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1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20" y="156"/>
                </a:lnTo>
                <a:lnTo>
                  <a:pt x="519" y="156"/>
                </a:lnTo>
                <a:lnTo>
                  <a:pt x="519" y="156"/>
                </a:lnTo>
                <a:lnTo>
                  <a:pt x="519" y="157"/>
                </a:lnTo>
                <a:lnTo>
                  <a:pt x="519" y="157"/>
                </a:lnTo>
                <a:lnTo>
                  <a:pt x="519" y="157"/>
                </a:lnTo>
                <a:lnTo>
                  <a:pt x="519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7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6" y="157"/>
                </a:lnTo>
                <a:lnTo>
                  <a:pt x="515" y="157"/>
                </a:lnTo>
                <a:lnTo>
                  <a:pt x="515" y="157"/>
                </a:lnTo>
                <a:lnTo>
                  <a:pt x="515" y="157"/>
                </a:lnTo>
                <a:lnTo>
                  <a:pt x="515" y="158"/>
                </a:lnTo>
                <a:lnTo>
                  <a:pt x="515" y="158"/>
                </a:lnTo>
                <a:lnTo>
                  <a:pt x="515" y="158"/>
                </a:lnTo>
                <a:lnTo>
                  <a:pt x="515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4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8"/>
                </a:lnTo>
                <a:lnTo>
                  <a:pt x="513" y="159"/>
                </a:lnTo>
                <a:lnTo>
                  <a:pt x="513" y="159"/>
                </a:lnTo>
                <a:lnTo>
                  <a:pt x="513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2" y="159"/>
                </a:lnTo>
                <a:lnTo>
                  <a:pt x="511" y="159"/>
                </a:lnTo>
                <a:lnTo>
                  <a:pt x="511" y="159"/>
                </a:lnTo>
                <a:lnTo>
                  <a:pt x="511" y="159"/>
                </a:lnTo>
                <a:lnTo>
                  <a:pt x="511" y="160"/>
                </a:lnTo>
                <a:lnTo>
                  <a:pt x="511" y="160"/>
                </a:lnTo>
                <a:lnTo>
                  <a:pt x="511" y="160"/>
                </a:lnTo>
                <a:lnTo>
                  <a:pt x="511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0"/>
                </a:lnTo>
                <a:lnTo>
                  <a:pt x="509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8" y="161"/>
                </a:lnTo>
                <a:lnTo>
                  <a:pt x="507" y="161"/>
                </a:lnTo>
                <a:lnTo>
                  <a:pt x="507" y="161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7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2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6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3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5" y="165"/>
                </a:lnTo>
                <a:lnTo>
                  <a:pt x="504" y="165"/>
                </a:lnTo>
                <a:lnTo>
                  <a:pt x="504" y="165"/>
                </a:lnTo>
                <a:lnTo>
                  <a:pt x="504" y="165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4" y="166"/>
                </a:lnTo>
                <a:lnTo>
                  <a:pt x="503" y="166"/>
                </a:lnTo>
                <a:lnTo>
                  <a:pt x="503" y="166"/>
                </a:lnTo>
                <a:lnTo>
                  <a:pt x="503" y="166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3" y="167"/>
                </a:lnTo>
                <a:lnTo>
                  <a:pt x="502" y="167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8"/>
                </a:lnTo>
                <a:lnTo>
                  <a:pt x="502" y="169"/>
                </a:lnTo>
                <a:lnTo>
                  <a:pt x="502" y="169"/>
                </a:lnTo>
                <a:lnTo>
                  <a:pt x="502" y="169"/>
                </a:lnTo>
                <a:lnTo>
                  <a:pt x="502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69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0"/>
                </a:lnTo>
                <a:lnTo>
                  <a:pt x="500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1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3"/>
                </a:lnTo>
                <a:lnTo>
                  <a:pt x="499" y="174"/>
                </a:lnTo>
                <a:lnTo>
                  <a:pt x="499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4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5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8" y="176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7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8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79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0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2"/>
                </a:lnTo>
                <a:lnTo>
                  <a:pt x="497" y="183"/>
                </a:lnTo>
                <a:lnTo>
                  <a:pt x="497" y="183"/>
                </a:lnTo>
                <a:lnTo>
                  <a:pt x="497" y="183"/>
                </a:lnTo>
                <a:lnTo>
                  <a:pt x="496" y="183"/>
                </a:lnTo>
                <a:lnTo>
                  <a:pt x="496" y="183"/>
                </a:lnTo>
                <a:lnTo>
                  <a:pt x="496" y="183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4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5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6"/>
                </a:lnTo>
                <a:lnTo>
                  <a:pt x="496" y="187"/>
                </a:lnTo>
                <a:lnTo>
                  <a:pt x="496" y="187"/>
                </a:lnTo>
                <a:lnTo>
                  <a:pt x="496" y="187"/>
                </a:lnTo>
                <a:lnTo>
                  <a:pt x="497" y="187"/>
                </a:lnTo>
                <a:lnTo>
                  <a:pt x="497" y="187"/>
                </a:lnTo>
                <a:lnTo>
                  <a:pt x="497" y="187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8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89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1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2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7" y="193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4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5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8" y="196"/>
                </a:lnTo>
                <a:lnTo>
                  <a:pt x="499" y="196"/>
                </a:lnTo>
                <a:lnTo>
                  <a:pt x="499" y="196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7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499" y="198"/>
                </a:lnTo>
                <a:lnTo>
                  <a:pt x="500" y="198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0"/>
                </a:lnTo>
                <a:lnTo>
                  <a:pt x="500" y="201"/>
                </a:lnTo>
                <a:lnTo>
                  <a:pt x="500" y="201"/>
                </a:lnTo>
                <a:lnTo>
                  <a:pt x="500" y="201"/>
                </a:lnTo>
                <a:lnTo>
                  <a:pt x="500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1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2"/>
                </a:lnTo>
                <a:lnTo>
                  <a:pt x="502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3"/>
                </a:lnTo>
                <a:lnTo>
                  <a:pt x="503" y="204"/>
                </a:lnTo>
                <a:lnTo>
                  <a:pt x="503" y="204"/>
                </a:lnTo>
                <a:lnTo>
                  <a:pt x="503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4"/>
                </a:lnTo>
                <a:lnTo>
                  <a:pt x="504" y="205"/>
                </a:lnTo>
                <a:lnTo>
                  <a:pt x="504" y="205"/>
                </a:lnTo>
                <a:lnTo>
                  <a:pt x="504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5"/>
                </a:lnTo>
                <a:lnTo>
                  <a:pt x="505" y="206"/>
                </a:lnTo>
                <a:lnTo>
                  <a:pt x="505" y="206"/>
                </a:lnTo>
                <a:lnTo>
                  <a:pt x="505" y="206"/>
                </a:lnTo>
                <a:lnTo>
                  <a:pt x="505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6"/>
                </a:lnTo>
                <a:lnTo>
                  <a:pt x="506" y="207"/>
                </a:lnTo>
                <a:lnTo>
                  <a:pt x="506" y="207"/>
                </a:lnTo>
                <a:lnTo>
                  <a:pt x="506" y="207"/>
                </a:lnTo>
                <a:lnTo>
                  <a:pt x="506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7"/>
                </a:lnTo>
                <a:lnTo>
                  <a:pt x="507" y="209"/>
                </a:lnTo>
                <a:lnTo>
                  <a:pt x="507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8" y="209"/>
                </a:lnTo>
                <a:lnTo>
                  <a:pt x="509" y="209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09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0"/>
                </a:lnTo>
                <a:lnTo>
                  <a:pt x="511" y="211"/>
                </a:lnTo>
                <a:lnTo>
                  <a:pt x="511" y="211"/>
                </a:lnTo>
                <a:lnTo>
                  <a:pt x="511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2" y="211"/>
                </a:lnTo>
                <a:lnTo>
                  <a:pt x="513" y="211"/>
                </a:lnTo>
                <a:lnTo>
                  <a:pt x="513" y="211"/>
                </a:lnTo>
                <a:lnTo>
                  <a:pt x="513" y="211"/>
                </a:lnTo>
                <a:lnTo>
                  <a:pt x="513" y="212"/>
                </a:lnTo>
                <a:lnTo>
                  <a:pt x="513" y="212"/>
                </a:lnTo>
                <a:lnTo>
                  <a:pt x="513" y="212"/>
                </a:lnTo>
                <a:lnTo>
                  <a:pt x="513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4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2"/>
                </a:lnTo>
                <a:lnTo>
                  <a:pt x="515" y="213"/>
                </a:lnTo>
                <a:lnTo>
                  <a:pt x="515" y="213"/>
                </a:lnTo>
                <a:lnTo>
                  <a:pt x="515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6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7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3"/>
                </a:lnTo>
                <a:lnTo>
                  <a:pt x="519" y="214"/>
                </a:lnTo>
                <a:lnTo>
                  <a:pt x="519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0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1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2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3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4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5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6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8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29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0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1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2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3" y="214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4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5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7" y="213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8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39" y="212"/>
                </a:lnTo>
                <a:lnTo>
                  <a:pt x="540" y="212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0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1" y="211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2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10"/>
                </a:lnTo>
                <a:lnTo>
                  <a:pt x="543" y="209"/>
                </a:lnTo>
                <a:lnTo>
                  <a:pt x="543" y="209"/>
                </a:lnTo>
                <a:lnTo>
                  <a:pt x="543" y="209"/>
                </a:lnTo>
                <a:lnTo>
                  <a:pt x="543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9"/>
                </a:lnTo>
                <a:lnTo>
                  <a:pt x="544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6" y="207"/>
                </a:lnTo>
                <a:lnTo>
                  <a:pt x="547" y="207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7" y="206"/>
                </a:lnTo>
                <a:lnTo>
                  <a:pt x="548" y="206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8" y="205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4"/>
                </a:lnTo>
                <a:lnTo>
                  <a:pt x="549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3"/>
                </a:lnTo>
                <a:lnTo>
                  <a:pt x="550" y="202"/>
                </a:lnTo>
                <a:lnTo>
                  <a:pt x="550" y="202"/>
                </a:lnTo>
                <a:lnTo>
                  <a:pt x="550" y="202"/>
                </a:lnTo>
                <a:lnTo>
                  <a:pt x="550" y="202"/>
                </a:lnTo>
                <a:lnTo>
                  <a:pt x="551" y="202"/>
                </a:lnTo>
                <a:lnTo>
                  <a:pt x="551" y="202"/>
                </a:lnTo>
                <a:lnTo>
                  <a:pt x="551" y="202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1" y="201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200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2" y="198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7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6"/>
                </a:lnTo>
                <a:lnTo>
                  <a:pt x="553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5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4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3"/>
                </a:lnTo>
                <a:lnTo>
                  <a:pt x="555" y="192"/>
                </a:lnTo>
                <a:lnTo>
                  <a:pt x="555" y="192"/>
                </a:lnTo>
                <a:lnTo>
                  <a:pt x="555" y="192"/>
                </a:lnTo>
                <a:lnTo>
                  <a:pt x="555" y="192"/>
                </a:lnTo>
                <a:lnTo>
                  <a:pt x="556" y="192"/>
                </a:lnTo>
                <a:lnTo>
                  <a:pt x="556" y="192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91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9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8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7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6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5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4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3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2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80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9"/>
                </a:lnTo>
                <a:lnTo>
                  <a:pt x="556" y="178"/>
                </a:lnTo>
                <a:lnTo>
                  <a:pt x="556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8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7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6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5" y="175"/>
                </a:lnTo>
                <a:lnTo>
                  <a:pt x="553" y="175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4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3" y="173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1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2" y="170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9"/>
                </a:lnTo>
                <a:lnTo>
                  <a:pt x="551" y="168"/>
                </a:lnTo>
                <a:lnTo>
                  <a:pt x="551" y="168"/>
                </a:lnTo>
                <a:lnTo>
                  <a:pt x="551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8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50" y="167"/>
                </a:lnTo>
                <a:lnTo>
                  <a:pt x="549" y="167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9" y="166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5"/>
                </a:lnTo>
                <a:lnTo>
                  <a:pt x="548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3"/>
                </a:lnTo>
                <a:lnTo>
                  <a:pt x="547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6" y="162"/>
                </a:lnTo>
                <a:lnTo>
                  <a:pt x="544" y="162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4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1"/>
                </a:lnTo>
                <a:lnTo>
                  <a:pt x="543" y="160"/>
                </a:lnTo>
                <a:lnTo>
                  <a:pt x="543" y="160"/>
                </a:lnTo>
                <a:lnTo>
                  <a:pt x="543" y="160"/>
                </a:lnTo>
                <a:lnTo>
                  <a:pt x="543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2" y="160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1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9"/>
                </a:lnTo>
                <a:lnTo>
                  <a:pt x="540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9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8" y="158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7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5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4" y="157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3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2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1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30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9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8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lnTo>
                  <a:pt x="526" y="156"/>
                </a:lnTo>
                <a:close/>
                <a:moveTo>
                  <a:pt x="489" y="182"/>
                </a:move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80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9"/>
                </a:lnTo>
                <a:lnTo>
                  <a:pt x="489" y="178"/>
                </a:lnTo>
                <a:lnTo>
                  <a:pt x="489" y="178"/>
                </a:lnTo>
                <a:lnTo>
                  <a:pt x="489" y="178"/>
                </a:lnTo>
                <a:lnTo>
                  <a:pt x="489" y="178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7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89" y="176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5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4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0" y="173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1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70"/>
                </a:lnTo>
                <a:lnTo>
                  <a:pt x="491" y="169"/>
                </a:lnTo>
                <a:lnTo>
                  <a:pt x="491" y="169"/>
                </a:lnTo>
                <a:lnTo>
                  <a:pt x="491" y="169"/>
                </a:lnTo>
                <a:lnTo>
                  <a:pt x="493" y="169"/>
                </a:lnTo>
                <a:lnTo>
                  <a:pt x="493" y="169"/>
                </a:lnTo>
                <a:lnTo>
                  <a:pt x="493" y="169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8"/>
                </a:lnTo>
                <a:lnTo>
                  <a:pt x="493" y="167"/>
                </a:lnTo>
                <a:lnTo>
                  <a:pt x="493" y="167"/>
                </a:lnTo>
                <a:lnTo>
                  <a:pt x="493" y="167"/>
                </a:lnTo>
                <a:lnTo>
                  <a:pt x="494" y="167"/>
                </a:lnTo>
                <a:lnTo>
                  <a:pt x="494" y="167"/>
                </a:lnTo>
                <a:lnTo>
                  <a:pt x="494" y="167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6"/>
                </a:lnTo>
                <a:lnTo>
                  <a:pt x="494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5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5" y="163"/>
                </a:lnTo>
                <a:lnTo>
                  <a:pt x="496" y="163"/>
                </a:lnTo>
                <a:lnTo>
                  <a:pt x="496" y="163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6" y="162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1"/>
                </a:lnTo>
                <a:lnTo>
                  <a:pt x="497" y="160"/>
                </a:lnTo>
                <a:lnTo>
                  <a:pt x="497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60"/>
                </a:lnTo>
                <a:lnTo>
                  <a:pt x="498" y="159"/>
                </a:lnTo>
                <a:lnTo>
                  <a:pt x="498" y="159"/>
                </a:lnTo>
                <a:lnTo>
                  <a:pt x="498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9"/>
                </a:lnTo>
                <a:lnTo>
                  <a:pt x="499" y="158"/>
                </a:lnTo>
                <a:lnTo>
                  <a:pt x="499" y="158"/>
                </a:lnTo>
                <a:lnTo>
                  <a:pt x="499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8"/>
                </a:lnTo>
                <a:lnTo>
                  <a:pt x="500" y="157"/>
                </a:lnTo>
                <a:lnTo>
                  <a:pt x="500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7"/>
                </a:lnTo>
                <a:lnTo>
                  <a:pt x="502" y="156"/>
                </a:lnTo>
                <a:lnTo>
                  <a:pt x="502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3" y="156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4" y="154"/>
                </a:lnTo>
                <a:lnTo>
                  <a:pt x="505" y="154"/>
                </a:lnTo>
                <a:lnTo>
                  <a:pt x="505" y="154"/>
                </a:lnTo>
                <a:lnTo>
                  <a:pt x="505" y="153"/>
                </a:lnTo>
                <a:lnTo>
                  <a:pt x="505" y="153"/>
                </a:lnTo>
                <a:lnTo>
                  <a:pt x="505" y="153"/>
                </a:lnTo>
                <a:lnTo>
                  <a:pt x="505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3"/>
                </a:lnTo>
                <a:lnTo>
                  <a:pt x="506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7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2"/>
                </a:lnTo>
                <a:lnTo>
                  <a:pt x="508" y="151"/>
                </a:lnTo>
                <a:lnTo>
                  <a:pt x="508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09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1"/>
                </a:lnTo>
                <a:lnTo>
                  <a:pt x="511" y="150"/>
                </a:lnTo>
                <a:lnTo>
                  <a:pt x="511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2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3" y="150"/>
                </a:lnTo>
                <a:lnTo>
                  <a:pt x="514" y="150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4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5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6" y="149"/>
                </a:lnTo>
                <a:lnTo>
                  <a:pt x="517" y="149"/>
                </a:lnTo>
                <a:lnTo>
                  <a:pt x="517" y="149"/>
                </a:lnTo>
                <a:lnTo>
                  <a:pt x="517" y="149"/>
                </a:lnTo>
                <a:lnTo>
                  <a:pt x="517" y="148"/>
                </a:lnTo>
                <a:lnTo>
                  <a:pt x="517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19" y="148"/>
                </a:lnTo>
                <a:lnTo>
                  <a:pt x="520" y="148"/>
                </a:lnTo>
                <a:lnTo>
                  <a:pt x="520" y="148"/>
                </a:lnTo>
                <a:lnTo>
                  <a:pt x="520" y="148"/>
                </a:lnTo>
                <a:lnTo>
                  <a:pt x="520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1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2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3" y="148"/>
                </a:lnTo>
                <a:lnTo>
                  <a:pt x="524" y="148"/>
                </a:lnTo>
                <a:lnTo>
                  <a:pt x="524" y="148"/>
                </a:lnTo>
                <a:lnTo>
                  <a:pt x="524" y="148"/>
                </a:lnTo>
                <a:lnTo>
                  <a:pt x="524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5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6" y="148"/>
                </a:lnTo>
                <a:lnTo>
                  <a:pt x="528" y="148"/>
                </a:lnTo>
                <a:lnTo>
                  <a:pt x="528" y="148"/>
                </a:lnTo>
                <a:lnTo>
                  <a:pt x="528" y="148"/>
                </a:lnTo>
                <a:lnTo>
                  <a:pt x="528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29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0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1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2" y="148"/>
                </a:lnTo>
                <a:lnTo>
                  <a:pt x="533" y="148"/>
                </a:lnTo>
                <a:lnTo>
                  <a:pt x="533" y="148"/>
                </a:lnTo>
                <a:lnTo>
                  <a:pt x="533" y="148"/>
                </a:lnTo>
                <a:lnTo>
                  <a:pt x="533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4" y="148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5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7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8" y="149"/>
                </a:lnTo>
                <a:lnTo>
                  <a:pt x="539" y="149"/>
                </a:lnTo>
                <a:lnTo>
                  <a:pt x="539" y="149"/>
                </a:lnTo>
                <a:lnTo>
                  <a:pt x="539" y="150"/>
                </a:lnTo>
                <a:lnTo>
                  <a:pt x="539" y="150"/>
                </a:lnTo>
                <a:lnTo>
                  <a:pt x="539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0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1" y="150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2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3" y="151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4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2"/>
                </a:lnTo>
                <a:lnTo>
                  <a:pt x="546" y="153"/>
                </a:lnTo>
                <a:lnTo>
                  <a:pt x="546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7" y="153"/>
                </a:lnTo>
                <a:lnTo>
                  <a:pt x="548" y="153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8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4"/>
                </a:lnTo>
                <a:lnTo>
                  <a:pt x="549" y="156"/>
                </a:lnTo>
                <a:lnTo>
                  <a:pt x="549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6"/>
                </a:lnTo>
                <a:lnTo>
                  <a:pt x="550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1" y="157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2" y="158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3" y="159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0"/>
                </a:lnTo>
                <a:lnTo>
                  <a:pt x="555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1"/>
                </a:lnTo>
                <a:lnTo>
                  <a:pt x="556" y="162"/>
                </a:lnTo>
                <a:lnTo>
                  <a:pt x="556" y="162"/>
                </a:lnTo>
                <a:lnTo>
                  <a:pt x="556" y="162"/>
                </a:lnTo>
                <a:lnTo>
                  <a:pt x="557" y="162"/>
                </a:lnTo>
                <a:lnTo>
                  <a:pt x="557" y="162"/>
                </a:lnTo>
                <a:lnTo>
                  <a:pt x="557" y="162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7" y="163"/>
                </a:lnTo>
                <a:lnTo>
                  <a:pt x="558" y="163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5"/>
                </a:lnTo>
                <a:lnTo>
                  <a:pt x="558" y="166"/>
                </a:lnTo>
                <a:lnTo>
                  <a:pt x="558" y="166"/>
                </a:lnTo>
                <a:lnTo>
                  <a:pt x="558" y="166"/>
                </a:lnTo>
                <a:lnTo>
                  <a:pt x="559" y="166"/>
                </a:lnTo>
                <a:lnTo>
                  <a:pt x="559" y="166"/>
                </a:lnTo>
                <a:lnTo>
                  <a:pt x="559" y="166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7"/>
                </a:lnTo>
                <a:lnTo>
                  <a:pt x="559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8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69"/>
                </a:lnTo>
                <a:lnTo>
                  <a:pt x="560" y="170"/>
                </a:lnTo>
                <a:lnTo>
                  <a:pt x="560" y="170"/>
                </a:lnTo>
                <a:lnTo>
                  <a:pt x="561" y="170"/>
                </a:lnTo>
                <a:lnTo>
                  <a:pt x="561" y="170"/>
                </a:lnTo>
                <a:lnTo>
                  <a:pt x="561" y="170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1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1" y="173"/>
                </a:lnTo>
                <a:lnTo>
                  <a:pt x="562" y="173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4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5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6"/>
                </a:lnTo>
                <a:lnTo>
                  <a:pt x="562" y="177"/>
                </a:lnTo>
                <a:lnTo>
                  <a:pt x="562" y="177"/>
                </a:lnTo>
                <a:lnTo>
                  <a:pt x="562" y="177"/>
                </a:lnTo>
                <a:lnTo>
                  <a:pt x="564" y="177"/>
                </a:lnTo>
                <a:lnTo>
                  <a:pt x="564" y="177"/>
                </a:lnTo>
                <a:lnTo>
                  <a:pt x="564" y="178"/>
                </a:lnTo>
                <a:lnTo>
                  <a:pt x="564" y="178"/>
                </a:lnTo>
                <a:lnTo>
                  <a:pt x="564" y="178"/>
                </a:lnTo>
                <a:lnTo>
                  <a:pt x="564" y="178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79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0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2"/>
                </a:lnTo>
                <a:lnTo>
                  <a:pt x="564" y="183"/>
                </a:lnTo>
                <a:lnTo>
                  <a:pt x="564" y="183"/>
                </a:lnTo>
                <a:lnTo>
                  <a:pt x="564" y="183"/>
                </a:lnTo>
                <a:lnTo>
                  <a:pt x="564" y="183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4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5"/>
                </a:lnTo>
                <a:lnTo>
                  <a:pt x="564" y="186"/>
                </a:lnTo>
                <a:lnTo>
                  <a:pt x="564" y="186"/>
                </a:lnTo>
                <a:lnTo>
                  <a:pt x="564" y="186"/>
                </a:lnTo>
                <a:lnTo>
                  <a:pt x="564" y="186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7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8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89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1"/>
                </a:lnTo>
                <a:lnTo>
                  <a:pt x="564" y="192"/>
                </a:lnTo>
                <a:lnTo>
                  <a:pt x="564" y="192"/>
                </a:lnTo>
                <a:lnTo>
                  <a:pt x="564" y="192"/>
                </a:lnTo>
                <a:lnTo>
                  <a:pt x="564" y="192"/>
                </a:lnTo>
                <a:lnTo>
                  <a:pt x="564" y="193"/>
                </a:lnTo>
                <a:lnTo>
                  <a:pt x="564" y="193"/>
                </a:lnTo>
                <a:lnTo>
                  <a:pt x="562" y="193"/>
                </a:lnTo>
                <a:lnTo>
                  <a:pt x="562" y="193"/>
                </a:lnTo>
                <a:lnTo>
                  <a:pt x="562" y="193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4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5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6"/>
                </a:lnTo>
                <a:lnTo>
                  <a:pt x="562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7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198"/>
                </a:lnTo>
                <a:lnTo>
                  <a:pt x="561" y="200"/>
                </a:lnTo>
                <a:lnTo>
                  <a:pt x="561" y="200"/>
                </a:lnTo>
                <a:lnTo>
                  <a:pt x="561" y="200"/>
                </a:lnTo>
                <a:lnTo>
                  <a:pt x="560" y="200"/>
                </a:lnTo>
                <a:lnTo>
                  <a:pt x="560" y="200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1"/>
                </a:lnTo>
                <a:lnTo>
                  <a:pt x="560" y="202"/>
                </a:lnTo>
                <a:lnTo>
                  <a:pt x="560" y="202"/>
                </a:lnTo>
                <a:lnTo>
                  <a:pt x="560" y="202"/>
                </a:lnTo>
                <a:lnTo>
                  <a:pt x="560" y="202"/>
                </a:lnTo>
                <a:lnTo>
                  <a:pt x="559" y="202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3"/>
                </a:lnTo>
                <a:lnTo>
                  <a:pt x="559" y="204"/>
                </a:lnTo>
                <a:lnTo>
                  <a:pt x="559" y="204"/>
                </a:lnTo>
                <a:lnTo>
                  <a:pt x="559" y="204"/>
                </a:lnTo>
                <a:lnTo>
                  <a:pt x="558" y="204"/>
                </a:lnTo>
                <a:lnTo>
                  <a:pt x="558" y="204"/>
                </a:lnTo>
                <a:lnTo>
                  <a:pt x="558" y="204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5"/>
                </a:lnTo>
                <a:lnTo>
                  <a:pt x="558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6"/>
                </a:lnTo>
                <a:lnTo>
                  <a:pt x="557" y="207"/>
                </a:lnTo>
                <a:lnTo>
                  <a:pt x="557" y="207"/>
                </a:lnTo>
                <a:lnTo>
                  <a:pt x="557" y="207"/>
                </a:lnTo>
                <a:lnTo>
                  <a:pt x="556" y="207"/>
                </a:lnTo>
                <a:lnTo>
                  <a:pt x="556" y="207"/>
                </a:lnTo>
                <a:lnTo>
                  <a:pt x="556" y="207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6" y="209"/>
                </a:lnTo>
                <a:lnTo>
                  <a:pt x="555" y="209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5" y="210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3" y="211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2" y="212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1" y="213"/>
                </a:lnTo>
                <a:lnTo>
                  <a:pt x="550" y="213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50" y="214"/>
                </a:lnTo>
                <a:lnTo>
                  <a:pt x="549" y="214"/>
                </a:lnTo>
                <a:lnTo>
                  <a:pt x="549" y="214"/>
                </a:lnTo>
                <a:lnTo>
                  <a:pt x="549" y="215"/>
                </a:lnTo>
                <a:lnTo>
                  <a:pt x="549" y="215"/>
                </a:lnTo>
                <a:lnTo>
                  <a:pt x="549" y="215"/>
                </a:lnTo>
                <a:lnTo>
                  <a:pt x="549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5"/>
                </a:lnTo>
                <a:lnTo>
                  <a:pt x="548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7" y="216"/>
                </a:lnTo>
                <a:lnTo>
                  <a:pt x="546" y="216"/>
                </a:lnTo>
                <a:lnTo>
                  <a:pt x="546" y="216"/>
                </a:lnTo>
                <a:lnTo>
                  <a:pt x="546" y="218"/>
                </a:lnTo>
                <a:lnTo>
                  <a:pt x="546" y="218"/>
                </a:lnTo>
                <a:lnTo>
                  <a:pt x="546" y="218"/>
                </a:lnTo>
                <a:lnTo>
                  <a:pt x="546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4" y="218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3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2" y="219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1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40" y="220"/>
                </a:lnTo>
                <a:lnTo>
                  <a:pt x="539" y="220"/>
                </a:lnTo>
                <a:lnTo>
                  <a:pt x="539" y="220"/>
                </a:lnTo>
                <a:lnTo>
                  <a:pt x="539" y="220"/>
                </a:lnTo>
                <a:lnTo>
                  <a:pt x="539" y="221"/>
                </a:lnTo>
                <a:lnTo>
                  <a:pt x="539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8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7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5" y="221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4" y="222"/>
                </a:lnTo>
                <a:lnTo>
                  <a:pt x="533" y="222"/>
                </a:lnTo>
                <a:lnTo>
                  <a:pt x="533" y="222"/>
                </a:lnTo>
                <a:lnTo>
                  <a:pt x="533" y="222"/>
                </a:lnTo>
                <a:lnTo>
                  <a:pt x="533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2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1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30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9" y="222"/>
                </a:lnTo>
                <a:lnTo>
                  <a:pt x="528" y="222"/>
                </a:lnTo>
                <a:lnTo>
                  <a:pt x="528" y="222"/>
                </a:lnTo>
                <a:lnTo>
                  <a:pt x="528" y="222"/>
                </a:lnTo>
                <a:lnTo>
                  <a:pt x="528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6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5" y="222"/>
                </a:lnTo>
                <a:lnTo>
                  <a:pt x="524" y="222"/>
                </a:lnTo>
                <a:lnTo>
                  <a:pt x="524" y="222"/>
                </a:lnTo>
                <a:lnTo>
                  <a:pt x="524" y="222"/>
                </a:lnTo>
                <a:lnTo>
                  <a:pt x="524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3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2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1" y="222"/>
                </a:lnTo>
                <a:lnTo>
                  <a:pt x="520" y="222"/>
                </a:lnTo>
                <a:lnTo>
                  <a:pt x="520" y="222"/>
                </a:lnTo>
                <a:lnTo>
                  <a:pt x="520" y="222"/>
                </a:lnTo>
                <a:lnTo>
                  <a:pt x="520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9" y="222"/>
                </a:lnTo>
                <a:lnTo>
                  <a:pt x="517" y="222"/>
                </a:lnTo>
                <a:lnTo>
                  <a:pt x="517" y="222"/>
                </a:lnTo>
                <a:lnTo>
                  <a:pt x="517" y="221"/>
                </a:lnTo>
                <a:lnTo>
                  <a:pt x="517" y="221"/>
                </a:lnTo>
                <a:lnTo>
                  <a:pt x="517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6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5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1"/>
                </a:lnTo>
                <a:lnTo>
                  <a:pt x="514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3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2" y="220"/>
                </a:lnTo>
                <a:lnTo>
                  <a:pt x="511" y="220"/>
                </a:lnTo>
                <a:lnTo>
                  <a:pt x="511" y="220"/>
                </a:lnTo>
                <a:lnTo>
                  <a:pt x="511" y="219"/>
                </a:lnTo>
                <a:lnTo>
                  <a:pt x="511" y="219"/>
                </a:lnTo>
                <a:lnTo>
                  <a:pt x="511" y="219"/>
                </a:lnTo>
                <a:lnTo>
                  <a:pt x="511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9" y="219"/>
                </a:lnTo>
                <a:lnTo>
                  <a:pt x="508" y="219"/>
                </a:lnTo>
                <a:lnTo>
                  <a:pt x="508" y="219"/>
                </a:lnTo>
                <a:lnTo>
                  <a:pt x="508" y="218"/>
                </a:lnTo>
                <a:lnTo>
                  <a:pt x="508" y="218"/>
                </a:lnTo>
                <a:lnTo>
                  <a:pt x="508" y="218"/>
                </a:lnTo>
                <a:lnTo>
                  <a:pt x="508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7" y="218"/>
                </a:lnTo>
                <a:lnTo>
                  <a:pt x="506" y="218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6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6"/>
                </a:lnTo>
                <a:lnTo>
                  <a:pt x="505" y="215"/>
                </a:lnTo>
                <a:lnTo>
                  <a:pt x="505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4" y="215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3" y="214"/>
                </a:lnTo>
                <a:lnTo>
                  <a:pt x="502" y="214"/>
                </a:lnTo>
                <a:lnTo>
                  <a:pt x="502" y="214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2" y="213"/>
                </a:lnTo>
                <a:lnTo>
                  <a:pt x="500" y="213"/>
                </a:lnTo>
                <a:lnTo>
                  <a:pt x="500" y="213"/>
                </a:lnTo>
                <a:lnTo>
                  <a:pt x="500" y="212"/>
                </a:lnTo>
                <a:lnTo>
                  <a:pt x="500" y="212"/>
                </a:lnTo>
                <a:lnTo>
                  <a:pt x="500" y="212"/>
                </a:lnTo>
                <a:lnTo>
                  <a:pt x="500" y="212"/>
                </a:lnTo>
                <a:lnTo>
                  <a:pt x="499" y="212"/>
                </a:lnTo>
                <a:lnTo>
                  <a:pt x="499" y="212"/>
                </a:lnTo>
                <a:lnTo>
                  <a:pt x="499" y="212"/>
                </a:lnTo>
                <a:lnTo>
                  <a:pt x="499" y="211"/>
                </a:lnTo>
                <a:lnTo>
                  <a:pt x="499" y="211"/>
                </a:lnTo>
                <a:lnTo>
                  <a:pt x="499" y="211"/>
                </a:lnTo>
                <a:lnTo>
                  <a:pt x="499" y="211"/>
                </a:lnTo>
                <a:lnTo>
                  <a:pt x="498" y="211"/>
                </a:lnTo>
                <a:lnTo>
                  <a:pt x="498" y="211"/>
                </a:lnTo>
                <a:lnTo>
                  <a:pt x="498" y="211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8" y="210"/>
                </a:lnTo>
                <a:lnTo>
                  <a:pt x="497" y="210"/>
                </a:lnTo>
                <a:lnTo>
                  <a:pt x="497" y="210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7" y="209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7"/>
                </a:lnTo>
                <a:lnTo>
                  <a:pt x="496" y="206"/>
                </a:lnTo>
                <a:lnTo>
                  <a:pt x="496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6"/>
                </a:lnTo>
                <a:lnTo>
                  <a:pt x="495" y="205"/>
                </a:lnTo>
                <a:lnTo>
                  <a:pt x="495" y="205"/>
                </a:lnTo>
                <a:lnTo>
                  <a:pt x="495" y="205"/>
                </a:lnTo>
                <a:lnTo>
                  <a:pt x="495" y="205"/>
                </a:lnTo>
                <a:lnTo>
                  <a:pt x="494" y="205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4"/>
                </a:lnTo>
                <a:lnTo>
                  <a:pt x="494" y="203"/>
                </a:lnTo>
                <a:lnTo>
                  <a:pt x="494" y="203"/>
                </a:lnTo>
                <a:lnTo>
                  <a:pt x="494" y="203"/>
                </a:lnTo>
                <a:lnTo>
                  <a:pt x="493" y="203"/>
                </a:lnTo>
                <a:lnTo>
                  <a:pt x="493" y="203"/>
                </a:lnTo>
                <a:lnTo>
                  <a:pt x="493" y="203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2"/>
                </a:lnTo>
                <a:lnTo>
                  <a:pt x="493" y="201"/>
                </a:lnTo>
                <a:lnTo>
                  <a:pt x="493" y="201"/>
                </a:lnTo>
                <a:lnTo>
                  <a:pt x="493" y="201"/>
                </a:lnTo>
                <a:lnTo>
                  <a:pt x="491" y="201"/>
                </a:lnTo>
                <a:lnTo>
                  <a:pt x="491" y="201"/>
                </a:lnTo>
                <a:lnTo>
                  <a:pt x="491" y="201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200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1" y="198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7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6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90" y="195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4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3"/>
                </a:lnTo>
                <a:lnTo>
                  <a:pt x="489" y="192"/>
                </a:lnTo>
                <a:lnTo>
                  <a:pt x="489" y="192"/>
                </a:lnTo>
                <a:lnTo>
                  <a:pt x="489" y="192"/>
                </a:lnTo>
                <a:lnTo>
                  <a:pt x="489" y="192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91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9"/>
                </a:lnTo>
                <a:lnTo>
                  <a:pt x="489" y="188"/>
                </a:lnTo>
                <a:lnTo>
                  <a:pt x="478" y="188"/>
                </a:lnTo>
                <a:lnTo>
                  <a:pt x="478" y="182"/>
                </a:lnTo>
                <a:lnTo>
                  <a:pt x="489" y="182"/>
                </a:lnTo>
                <a:lnTo>
                  <a:pt x="489" y="182"/>
                </a:lnTo>
                <a:close/>
                <a:moveTo>
                  <a:pt x="446" y="182"/>
                </a:moveTo>
                <a:lnTo>
                  <a:pt x="446" y="188"/>
                </a:lnTo>
                <a:lnTo>
                  <a:pt x="431" y="188"/>
                </a:lnTo>
                <a:lnTo>
                  <a:pt x="431" y="182"/>
                </a:lnTo>
                <a:lnTo>
                  <a:pt x="446" y="182"/>
                </a:lnTo>
                <a:lnTo>
                  <a:pt x="446" y="182"/>
                </a:lnTo>
                <a:close/>
                <a:moveTo>
                  <a:pt x="399" y="182"/>
                </a:moveTo>
                <a:lnTo>
                  <a:pt x="399" y="188"/>
                </a:lnTo>
                <a:lnTo>
                  <a:pt x="385" y="188"/>
                </a:lnTo>
                <a:lnTo>
                  <a:pt x="385" y="182"/>
                </a:lnTo>
                <a:lnTo>
                  <a:pt x="399" y="182"/>
                </a:lnTo>
                <a:lnTo>
                  <a:pt x="399" y="182"/>
                </a:lnTo>
                <a:close/>
                <a:moveTo>
                  <a:pt x="353" y="182"/>
                </a:moveTo>
                <a:lnTo>
                  <a:pt x="353" y="188"/>
                </a:lnTo>
                <a:lnTo>
                  <a:pt x="337" y="188"/>
                </a:lnTo>
                <a:lnTo>
                  <a:pt x="337" y="182"/>
                </a:lnTo>
                <a:lnTo>
                  <a:pt x="353" y="182"/>
                </a:lnTo>
                <a:lnTo>
                  <a:pt x="353" y="182"/>
                </a:lnTo>
                <a:close/>
                <a:moveTo>
                  <a:pt x="306" y="182"/>
                </a:moveTo>
                <a:lnTo>
                  <a:pt x="306" y="188"/>
                </a:lnTo>
                <a:lnTo>
                  <a:pt x="290" y="188"/>
                </a:lnTo>
                <a:lnTo>
                  <a:pt x="290" y="182"/>
                </a:lnTo>
                <a:lnTo>
                  <a:pt x="306" y="182"/>
                </a:lnTo>
                <a:lnTo>
                  <a:pt x="306" y="182"/>
                </a:lnTo>
                <a:close/>
                <a:moveTo>
                  <a:pt x="258" y="182"/>
                </a:moveTo>
                <a:lnTo>
                  <a:pt x="258" y="188"/>
                </a:lnTo>
                <a:lnTo>
                  <a:pt x="243" y="188"/>
                </a:lnTo>
                <a:lnTo>
                  <a:pt x="243" y="182"/>
                </a:lnTo>
                <a:lnTo>
                  <a:pt x="258" y="182"/>
                </a:lnTo>
                <a:lnTo>
                  <a:pt x="258" y="182"/>
                </a:lnTo>
                <a:close/>
                <a:moveTo>
                  <a:pt x="211" y="182"/>
                </a:moveTo>
                <a:lnTo>
                  <a:pt x="211" y="188"/>
                </a:lnTo>
                <a:lnTo>
                  <a:pt x="195" y="188"/>
                </a:lnTo>
                <a:lnTo>
                  <a:pt x="195" y="182"/>
                </a:lnTo>
                <a:lnTo>
                  <a:pt x="211" y="182"/>
                </a:lnTo>
                <a:lnTo>
                  <a:pt x="211" y="182"/>
                </a:lnTo>
                <a:close/>
                <a:moveTo>
                  <a:pt x="164" y="182"/>
                </a:moveTo>
                <a:lnTo>
                  <a:pt x="164" y="188"/>
                </a:lnTo>
                <a:lnTo>
                  <a:pt x="148" y="188"/>
                </a:lnTo>
                <a:lnTo>
                  <a:pt x="148" y="182"/>
                </a:lnTo>
                <a:lnTo>
                  <a:pt x="164" y="182"/>
                </a:lnTo>
                <a:lnTo>
                  <a:pt x="164" y="182"/>
                </a:lnTo>
                <a:close/>
                <a:moveTo>
                  <a:pt x="117" y="182"/>
                </a:moveTo>
                <a:lnTo>
                  <a:pt x="117" y="188"/>
                </a:lnTo>
                <a:lnTo>
                  <a:pt x="101" y="188"/>
                </a:lnTo>
                <a:lnTo>
                  <a:pt x="101" y="182"/>
                </a:lnTo>
                <a:lnTo>
                  <a:pt x="117" y="182"/>
                </a:lnTo>
                <a:lnTo>
                  <a:pt x="117" y="182"/>
                </a:lnTo>
                <a:close/>
                <a:moveTo>
                  <a:pt x="70" y="182"/>
                </a:moveTo>
                <a:lnTo>
                  <a:pt x="70" y="188"/>
                </a:lnTo>
                <a:lnTo>
                  <a:pt x="55" y="188"/>
                </a:lnTo>
                <a:lnTo>
                  <a:pt x="55" y="182"/>
                </a:lnTo>
                <a:lnTo>
                  <a:pt x="70" y="182"/>
                </a:lnTo>
                <a:lnTo>
                  <a:pt x="70" y="182"/>
                </a:lnTo>
                <a:close/>
                <a:moveTo>
                  <a:pt x="23" y="182"/>
                </a:moveTo>
                <a:lnTo>
                  <a:pt x="23" y="188"/>
                </a:lnTo>
                <a:lnTo>
                  <a:pt x="7" y="188"/>
                </a:lnTo>
                <a:lnTo>
                  <a:pt x="7" y="182"/>
                </a:lnTo>
                <a:lnTo>
                  <a:pt x="23" y="182"/>
                </a:lnTo>
                <a:lnTo>
                  <a:pt x="23" y="182"/>
                </a:lnTo>
                <a:close/>
                <a:moveTo>
                  <a:pt x="7" y="158"/>
                </a:moveTo>
                <a:lnTo>
                  <a:pt x="0" y="158"/>
                </a:lnTo>
                <a:lnTo>
                  <a:pt x="0" y="142"/>
                </a:lnTo>
                <a:lnTo>
                  <a:pt x="7" y="142"/>
                </a:lnTo>
                <a:lnTo>
                  <a:pt x="7" y="158"/>
                </a:lnTo>
                <a:lnTo>
                  <a:pt x="7" y="158"/>
                </a:lnTo>
                <a:close/>
                <a:moveTo>
                  <a:pt x="7" y="111"/>
                </a:moveTo>
                <a:lnTo>
                  <a:pt x="0" y="111"/>
                </a:lnTo>
                <a:lnTo>
                  <a:pt x="0" y="95"/>
                </a:lnTo>
                <a:lnTo>
                  <a:pt x="7" y="95"/>
                </a:lnTo>
                <a:lnTo>
                  <a:pt x="7" y="111"/>
                </a:lnTo>
                <a:lnTo>
                  <a:pt x="7" y="111"/>
                </a:lnTo>
                <a:close/>
                <a:moveTo>
                  <a:pt x="7" y="63"/>
                </a:moveTo>
                <a:lnTo>
                  <a:pt x="0" y="63"/>
                </a:lnTo>
                <a:lnTo>
                  <a:pt x="0" y="47"/>
                </a:lnTo>
                <a:lnTo>
                  <a:pt x="7" y="47"/>
                </a:lnTo>
                <a:lnTo>
                  <a:pt x="7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80">
            <a:extLst>
              <a:ext uri="{FF2B5EF4-FFF2-40B4-BE49-F238E27FC236}">
                <a16:creationId xmlns:a16="http://schemas.microsoft.com/office/drawing/2014/main" id="{BC1CBFFA-1666-C826-E925-2EF74BF55CA3}"/>
              </a:ext>
            </a:extLst>
          </p:cNvPr>
          <p:cNvSpPr>
            <a:spLocks noEditPoints="1"/>
          </p:cNvSpPr>
          <p:nvPr/>
        </p:nvSpPr>
        <p:spPr bwMode="auto">
          <a:xfrm>
            <a:off x="3480246" y="4002088"/>
            <a:ext cx="815975" cy="120650"/>
          </a:xfrm>
          <a:custGeom>
            <a:avLst/>
            <a:gdLst>
              <a:gd name="T0" fmla="*/ 471 w 514"/>
              <a:gd name="T1" fmla="*/ 9 h 76"/>
              <a:gd name="T2" fmla="*/ 465 w 514"/>
              <a:gd name="T3" fmla="*/ 10 h 76"/>
              <a:gd name="T4" fmla="*/ 461 w 514"/>
              <a:gd name="T5" fmla="*/ 12 h 76"/>
              <a:gd name="T6" fmla="*/ 456 w 514"/>
              <a:gd name="T7" fmla="*/ 17 h 76"/>
              <a:gd name="T8" fmla="*/ 452 w 514"/>
              <a:gd name="T9" fmla="*/ 21 h 76"/>
              <a:gd name="T10" fmla="*/ 449 w 514"/>
              <a:gd name="T11" fmla="*/ 26 h 76"/>
              <a:gd name="T12" fmla="*/ 447 w 514"/>
              <a:gd name="T13" fmla="*/ 32 h 76"/>
              <a:gd name="T14" fmla="*/ 446 w 514"/>
              <a:gd name="T15" fmla="*/ 38 h 76"/>
              <a:gd name="T16" fmla="*/ 447 w 514"/>
              <a:gd name="T17" fmla="*/ 44 h 76"/>
              <a:gd name="T18" fmla="*/ 449 w 514"/>
              <a:gd name="T19" fmla="*/ 50 h 76"/>
              <a:gd name="T20" fmla="*/ 452 w 514"/>
              <a:gd name="T21" fmla="*/ 55 h 76"/>
              <a:gd name="T22" fmla="*/ 456 w 514"/>
              <a:gd name="T23" fmla="*/ 60 h 76"/>
              <a:gd name="T24" fmla="*/ 461 w 514"/>
              <a:gd name="T25" fmla="*/ 63 h 76"/>
              <a:gd name="T26" fmla="*/ 466 w 514"/>
              <a:gd name="T27" fmla="*/ 65 h 76"/>
              <a:gd name="T28" fmla="*/ 472 w 514"/>
              <a:gd name="T29" fmla="*/ 68 h 76"/>
              <a:gd name="T30" fmla="*/ 478 w 514"/>
              <a:gd name="T31" fmla="*/ 68 h 76"/>
              <a:gd name="T32" fmla="*/ 484 w 514"/>
              <a:gd name="T33" fmla="*/ 66 h 76"/>
              <a:gd name="T34" fmla="*/ 490 w 514"/>
              <a:gd name="T35" fmla="*/ 64 h 76"/>
              <a:gd name="T36" fmla="*/ 494 w 514"/>
              <a:gd name="T37" fmla="*/ 61 h 76"/>
              <a:gd name="T38" fmla="*/ 499 w 514"/>
              <a:gd name="T39" fmla="*/ 57 h 76"/>
              <a:gd name="T40" fmla="*/ 502 w 514"/>
              <a:gd name="T41" fmla="*/ 52 h 76"/>
              <a:gd name="T42" fmla="*/ 505 w 514"/>
              <a:gd name="T43" fmla="*/ 47 h 76"/>
              <a:gd name="T44" fmla="*/ 506 w 514"/>
              <a:gd name="T45" fmla="*/ 41 h 76"/>
              <a:gd name="T46" fmla="*/ 506 w 514"/>
              <a:gd name="T47" fmla="*/ 35 h 76"/>
              <a:gd name="T48" fmla="*/ 505 w 514"/>
              <a:gd name="T49" fmla="*/ 28 h 76"/>
              <a:gd name="T50" fmla="*/ 502 w 514"/>
              <a:gd name="T51" fmla="*/ 24 h 76"/>
              <a:gd name="T52" fmla="*/ 499 w 514"/>
              <a:gd name="T53" fmla="*/ 18 h 76"/>
              <a:gd name="T54" fmla="*/ 494 w 514"/>
              <a:gd name="T55" fmla="*/ 15 h 76"/>
              <a:gd name="T56" fmla="*/ 489 w 514"/>
              <a:gd name="T57" fmla="*/ 11 h 76"/>
              <a:gd name="T58" fmla="*/ 484 w 514"/>
              <a:gd name="T59" fmla="*/ 9 h 76"/>
              <a:gd name="T60" fmla="*/ 478 w 514"/>
              <a:gd name="T61" fmla="*/ 8 h 76"/>
              <a:gd name="T62" fmla="*/ 439 w 514"/>
              <a:gd name="T63" fmla="*/ 28 h 76"/>
              <a:gd name="T64" fmla="*/ 443 w 514"/>
              <a:gd name="T65" fmla="*/ 21 h 76"/>
              <a:gd name="T66" fmla="*/ 446 w 514"/>
              <a:gd name="T67" fmla="*/ 15 h 76"/>
              <a:gd name="T68" fmla="*/ 452 w 514"/>
              <a:gd name="T69" fmla="*/ 10 h 76"/>
              <a:gd name="T70" fmla="*/ 457 w 514"/>
              <a:gd name="T71" fmla="*/ 6 h 76"/>
              <a:gd name="T72" fmla="*/ 464 w 514"/>
              <a:gd name="T73" fmla="*/ 2 h 76"/>
              <a:gd name="T74" fmla="*/ 472 w 514"/>
              <a:gd name="T75" fmla="*/ 0 h 76"/>
              <a:gd name="T76" fmla="*/ 480 w 514"/>
              <a:gd name="T77" fmla="*/ 0 h 76"/>
              <a:gd name="T78" fmla="*/ 488 w 514"/>
              <a:gd name="T79" fmla="*/ 2 h 76"/>
              <a:gd name="T80" fmla="*/ 494 w 514"/>
              <a:gd name="T81" fmla="*/ 5 h 76"/>
              <a:gd name="T82" fmla="*/ 500 w 514"/>
              <a:gd name="T83" fmla="*/ 9 h 76"/>
              <a:gd name="T84" fmla="*/ 506 w 514"/>
              <a:gd name="T85" fmla="*/ 15 h 76"/>
              <a:gd name="T86" fmla="*/ 509 w 514"/>
              <a:gd name="T87" fmla="*/ 20 h 76"/>
              <a:gd name="T88" fmla="*/ 512 w 514"/>
              <a:gd name="T89" fmla="*/ 27 h 76"/>
              <a:gd name="T90" fmla="*/ 514 w 514"/>
              <a:gd name="T91" fmla="*/ 35 h 76"/>
              <a:gd name="T92" fmla="*/ 514 w 514"/>
              <a:gd name="T93" fmla="*/ 43 h 76"/>
              <a:gd name="T94" fmla="*/ 511 w 514"/>
              <a:gd name="T95" fmla="*/ 51 h 76"/>
              <a:gd name="T96" fmla="*/ 508 w 514"/>
              <a:gd name="T97" fmla="*/ 57 h 76"/>
              <a:gd name="T98" fmla="*/ 503 w 514"/>
              <a:gd name="T99" fmla="*/ 63 h 76"/>
              <a:gd name="T100" fmla="*/ 498 w 514"/>
              <a:gd name="T101" fmla="*/ 69 h 76"/>
              <a:gd name="T102" fmla="*/ 492 w 514"/>
              <a:gd name="T103" fmla="*/ 72 h 76"/>
              <a:gd name="T104" fmla="*/ 484 w 514"/>
              <a:gd name="T105" fmla="*/ 74 h 76"/>
              <a:gd name="T106" fmla="*/ 476 w 514"/>
              <a:gd name="T107" fmla="*/ 76 h 76"/>
              <a:gd name="T108" fmla="*/ 469 w 514"/>
              <a:gd name="T109" fmla="*/ 74 h 76"/>
              <a:gd name="T110" fmla="*/ 462 w 514"/>
              <a:gd name="T111" fmla="*/ 72 h 76"/>
              <a:gd name="T112" fmla="*/ 455 w 514"/>
              <a:gd name="T113" fmla="*/ 69 h 76"/>
              <a:gd name="T114" fmla="*/ 449 w 514"/>
              <a:gd name="T115" fmla="*/ 64 h 76"/>
              <a:gd name="T116" fmla="*/ 445 w 514"/>
              <a:gd name="T117" fmla="*/ 59 h 76"/>
              <a:gd name="T118" fmla="*/ 441 w 514"/>
              <a:gd name="T119" fmla="*/ 52 h 76"/>
              <a:gd name="T120" fmla="*/ 439 w 514"/>
              <a:gd name="T121" fmla="*/ 44 h 76"/>
              <a:gd name="T122" fmla="*/ 299 w 514"/>
              <a:gd name="T123" fmla="*/ 34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14" h="76">
                <a:moveTo>
                  <a:pt x="16" y="34"/>
                </a:moveTo>
                <a:lnTo>
                  <a:pt x="16" y="42"/>
                </a:lnTo>
                <a:lnTo>
                  <a:pt x="0" y="42"/>
                </a:lnTo>
                <a:lnTo>
                  <a:pt x="0" y="34"/>
                </a:lnTo>
                <a:lnTo>
                  <a:pt x="16" y="34"/>
                </a:lnTo>
                <a:lnTo>
                  <a:pt x="16" y="34"/>
                </a:lnTo>
                <a:close/>
                <a:moveTo>
                  <a:pt x="476" y="8"/>
                </a:moveTo>
                <a:lnTo>
                  <a:pt x="476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5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4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3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8"/>
                </a:lnTo>
                <a:lnTo>
                  <a:pt x="472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1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70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9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9"/>
                </a:lnTo>
                <a:lnTo>
                  <a:pt x="467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6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5" y="10"/>
                </a:lnTo>
                <a:lnTo>
                  <a:pt x="464" y="10"/>
                </a:lnTo>
                <a:lnTo>
                  <a:pt x="464" y="10"/>
                </a:lnTo>
                <a:lnTo>
                  <a:pt x="464" y="10"/>
                </a:lnTo>
                <a:lnTo>
                  <a:pt x="464" y="11"/>
                </a:lnTo>
                <a:lnTo>
                  <a:pt x="464" y="11"/>
                </a:lnTo>
                <a:lnTo>
                  <a:pt x="464" y="11"/>
                </a:lnTo>
                <a:lnTo>
                  <a:pt x="464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3" y="11"/>
                </a:lnTo>
                <a:lnTo>
                  <a:pt x="462" y="11"/>
                </a:lnTo>
                <a:lnTo>
                  <a:pt x="462" y="11"/>
                </a:lnTo>
                <a:lnTo>
                  <a:pt x="462" y="11"/>
                </a:lnTo>
                <a:lnTo>
                  <a:pt x="462" y="12"/>
                </a:lnTo>
                <a:lnTo>
                  <a:pt x="462" y="12"/>
                </a:lnTo>
                <a:lnTo>
                  <a:pt x="462" y="12"/>
                </a:lnTo>
                <a:lnTo>
                  <a:pt x="462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61" y="12"/>
                </a:lnTo>
                <a:lnTo>
                  <a:pt x="459" y="12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9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4"/>
                </a:lnTo>
                <a:lnTo>
                  <a:pt x="458" y="15"/>
                </a:lnTo>
                <a:lnTo>
                  <a:pt x="458" y="15"/>
                </a:lnTo>
                <a:lnTo>
                  <a:pt x="458" y="15"/>
                </a:lnTo>
                <a:lnTo>
                  <a:pt x="458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5"/>
                </a:lnTo>
                <a:lnTo>
                  <a:pt x="457" y="16"/>
                </a:lnTo>
                <a:lnTo>
                  <a:pt x="457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6"/>
                </a:lnTo>
                <a:lnTo>
                  <a:pt x="456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7"/>
                </a:lnTo>
                <a:lnTo>
                  <a:pt x="455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8"/>
                </a:lnTo>
                <a:lnTo>
                  <a:pt x="454" y="19"/>
                </a:lnTo>
                <a:lnTo>
                  <a:pt x="454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19"/>
                </a:lnTo>
                <a:lnTo>
                  <a:pt x="453" y="20"/>
                </a:lnTo>
                <a:lnTo>
                  <a:pt x="453" y="20"/>
                </a:lnTo>
                <a:lnTo>
                  <a:pt x="453" y="20"/>
                </a:lnTo>
                <a:lnTo>
                  <a:pt x="453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0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2" y="21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3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50" y="24"/>
                </a:lnTo>
                <a:lnTo>
                  <a:pt x="449" y="24"/>
                </a:lnTo>
                <a:lnTo>
                  <a:pt x="449" y="24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5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9" y="26"/>
                </a:lnTo>
                <a:lnTo>
                  <a:pt x="448" y="26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7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8"/>
                </a:lnTo>
                <a:lnTo>
                  <a:pt x="448" y="29"/>
                </a:lnTo>
                <a:lnTo>
                  <a:pt x="448" y="29"/>
                </a:lnTo>
                <a:lnTo>
                  <a:pt x="448" y="29"/>
                </a:lnTo>
                <a:lnTo>
                  <a:pt x="448" y="29"/>
                </a:lnTo>
                <a:lnTo>
                  <a:pt x="447" y="29"/>
                </a:lnTo>
                <a:lnTo>
                  <a:pt x="447" y="29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0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2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3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4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5"/>
                </a:lnTo>
                <a:lnTo>
                  <a:pt x="447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6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7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8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6" y="39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1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2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3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4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5"/>
                </a:lnTo>
                <a:lnTo>
                  <a:pt x="447" y="46"/>
                </a:lnTo>
                <a:lnTo>
                  <a:pt x="447" y="46"/>
                </a:lnTo>
                <a:lnTo>
                  <a:pt x="447" y="46"/>
                </a:lnTo>
                <a:lnTo>
                  <a:pt x="448" y="46"/>
                </a:lnTo>
                <a:lnTo>
                  <a:pt x="448" y="46"/>
                </a:lnTo>
                <a:lnTo>
                  <a:pt x="448" y="46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7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48"/>
                </a:lnTo>
                <a:lnTo>
                  <a:pt x="448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0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1"/>
                </a:lnTo>
                <a:lnTo>
                  <a:pt x="449" y="52"/>
                </a:lnTo>
                <a:lnTo>
                  <a:pt x="449" y="52"/>
                </a:lnTo>
                <a:lnTo>
                  <a:pt x="449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2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0" y="53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4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2" y="55"/>
                </a:lnTo>
                <a:lnTo>
                  <a:pt x="453" y="55"/>
                </a:lnTo>
                <a:lnTo>
                  <a:pt x="453" y="55"/>
                </a:lnTo>
                <a:lnTo>
                  <a:pt x="453" y="55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3" y="56"/>
                </a:lnTo>
                <a:lnTo>
                  <a:pt x="454" y="56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4" y="57"/>
                </a:lnTo>
                <a:lnTo>
                  <a:pt x="455" y="57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5" y="59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6" y="60"/>
                </a:lnTo>
                <a:lnTo>
                  <a:pt x="457" y="60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7" y="61"/>
                </a:lnTo>
                <a:lnTo>
                  <a:pt x="458" y="61"/>
                </a:lnTo>
                <a:lnTo>
                  <a:pt x="458" y="61"/>
                </a:lnTo>
                <a:lnTo>
                  <a:pt x="458" y="61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8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2"/>
                </a:lnTo>
                <a:lnTo>
                  <a:pt x="459" y="63"/>
                </a:lnTo>
                <a:lnTo>
                  <a:pt x="459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1" y="63"/>
                </a:lnTo>
                <a:lnTo>
                  <a:pt x="462" y="63"/>
                </a:lnTo>
                <a:lnTo>
                  <a:pt x="462" y="63"/>
                </a:lnTo>
                <a:lnTo>
                  <a:pt x="462" y="63"/>
                </a:lnTo>
                <a:lnTo>
                  <a:pt x="462" y="64"/>
                </a:lnTo>
                <a:lnTo>
                  <a:pt x="462" y="64"/>
                </a:lnTo>
                <a:lnTo>
                  <a:pt x="462" y="64"/>
                </a:lnTo>
                <a:lnTo>
                  <a:pt x="462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3" y="64"/>
                </a:lnTo>
                <a:lnTo>
                  <a:pt x="464" y="64"/>
                </a:lnTo>
                <a:lnTo>
                  <a:pt x="464" y="64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4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5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5"/>
                </a:lnTo>
                <a:lnTo>
                  <a:pt x="466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7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69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0" y="66"/>
                </a:lnTo>
                <a:lnTo>
                  <a:pt x="471" y="66"/>
                </a:lnTo>
                <a:lnTo>
                  <a:pt x="471" y="66"/>
                </a:lnTo>
                <a:lnTo>
                  <a:pt x="471" y="66"/>
                </a:lnTo>
                <a:lnTo>
                  <a:pt x="471" y="68"/>
                </a:lnTo>
                <a:lnTo>
                  <a:pt x="471" y="68"/>
                </a:lnTo>
                <a:lnTo>
                  <a:pt x="471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2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3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4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5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6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8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79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0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1" y="68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2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3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4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6"/>
                </a:lnTo>
                <a:lnTo>
                  <a:pt x="485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8" y="65"/>
                </a:lnTo>
                <a:lnTo>
                  <a:pt x="489" y="65"/>
                </a:lnTo>
                <a:lnTo>
                  <a:pt x="489" y="65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89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0" y="64"/>
                </a:lnTo>
                <a:lnTo>
                  <a:pt x="491" y="64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1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3"/>
                </a:lnTo>
                <a:lnTo>
                  <a:pt x="492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3" y="62"/>
                </a:lnTo>
                <a:lnTo>
                  <a:pt x="494" y="62"/>
                </a:lnTo>
                <a:lnTo>
                  <a:pt x="494" y="62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4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1"/>
                </a:lnTo>
                <a:lnTo>
                  <a:pt x="496" y="60"/>
                </a:lnTo>
                <a:lnTo>
                  <a:pt x="496" y="60"/>
                </a:lnTo>
                <a:lnTo>
                  <a:pt x="496" y="60"/>
                </a:lnTo>
                <a:lnTo>
                  <a:pt x="496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60"/>
                </a:lnTo>
                <a:lnTo>
                  <a:pt x="497" y="59"/>
                </a:lnTo>
                <a:lnTo>
                  <a:pt x="497" y="59"/>
                </a:lnTo>
                <a:lnTo>
                  <a:pt x="497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9"/>
                </a:lnTo>
                <a:lnTo>
                  <a:pt x="498" y="57"/>
                </a:lnTo>
                <a:lnTo>
                  <a:pt x="498" y="57"/>
                </a:lnTo>
                <a:lnTo>
                  <a:pt x="498" y="57"/>
                </a:lnTo>
                <a:lnTo>
                  <a:pt x="498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7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499" y="56"/>
                </a:lnTo>
                <a:lnTo>
                  <a:pt x="500" y="56"/>
                </a:lnTo>
                <a:lnTo>
                  <a:pt x="500" y="56"/>
                </a:lnTo>
                <a:lnTo>
                  <a:pt x="500" y="56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0" y="55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4"/>
                </a:lnTo>
                <a:lnTo>
                  <a:pt x="501" y="53"/>
                </a:lnTo>
                <a:lnTo>
                  <a:pt x="501" y="53"/>
                </a:lnTo>
                <a:lnTo>
                  <a:pt x="501" y="53"/>
                </a:lnTo>
                <a:lnTo>
                  <a:pt x="501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3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2"/>
                </a:lnTo>
                <a:lnTo>
                  <a:pt x="502" y="51"/>
                </a:lnTo>
                <a:lnTo>
                  <a:pt x="502" y="51"/>
                </a:lnTo>
                <a:lnTo>
                  <a:pt x="502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1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50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3" y="48"/>
                </a:lnTo>
                <a:lnTo>
                  <a:pt x="505" y="48"/>
                </a:lnTo>
                <a:lnTo>
                  <a:pt x="505" y="48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7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6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5"/>
                </a:lnTo>
                <a:lnTo>
                  <a:pt x="505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4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3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2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41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9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8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7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6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5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4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3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6" y="32"/>
                </a:lnTo>
                <a:lnTo>
                  <a:pt x="505" y="32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30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9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8"/>
                </a:lnTo>
                <a:lnTo>
                  <a:pt x="505" y="27"/>
                </a:lnTo>
                <a:lnTo>
                  <a:pt x="505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7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6"/>
                </a:lnTo>
                <a:lnTo>
                  <a:pt x="503" y="25"/>
                </a:lnTo>
                <a:lnTo>
                  <a:pt x="503" y="25"/>
                </a:lnTo>
                <a:lnTo>
                  <a:pt x="503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5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4"/>
                </a:lnTo>
                <a:lnTo>
                  <a:pt x="502" y="23"/>
                </a:lnTo>
                <a:lnTo>
                  <a:pt x="502" y="23"/>
                </a:lnTo>
                <a:lnTo>
                  <a:pt x="502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3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1" y="21"/>
                </a:lnTo>
                <a:lnTo>
                  <a:pt x="500" y="21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20"/>
                </a:lnTo>
                <a:lnTo>
                  <a:pt x="500" y="19"/>
                </a:lnTo>
                <a:lnTo>
                  <a:pt x="500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9"/>
                </a:lnTo>
                <a:lnTo>
                  <a:pt x="499" y="18"/>
                </a:lnTo>
                <a:lnTo>
                  <a:pt x="499" y="18"/>
                </a:lnTo>
                <a:lnTo>
                  <a:pt x="499" y="18"/>
                </a:lnTo>
                <a:lnTo>
                  <a:pt x="499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8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8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7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7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6"/>
                </a:lnTo>
                <a:lnTo>
                  <a:pt x="496" y="15"/>
                </a:lnTo>
                <a:lnTo>
                  <a:pt x="496" y="15"/>
                </a:lnTo>
                <a:lnTo>
                  <a:pt x="496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5"/>
                </a:lnTo>
                <a:lnTo>
                  <a:pt x="494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3" y="14"/>
                </a:lnTo>
                <a:lnTo>
                  <a:pt x="492" y="14"/>
                </a:lnTo>
                <a:lnTo>
                  <a:pt x="492" y="14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2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1" y="12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90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9" y="11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8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7" y="10"/>
                </a:lnTo>
                <a:lnTo>
                  <a:pt x="485" y="10"/>
                </a:lnTo>
                <a:lnTo>
                  <a:pt x="485" y="10"/>
                </a:lnTo>
                <a:lnTo>
                  <a:pt x="485" y="10"/>
                </a:lnTo>
                <a:lnTo>
                  <a:pt x="485" y="9"/>
                </a:lnTo>
                <a:lnTo>
                  <a:pt x="485" y="9"/>
                </a:lnTo>
                <a:lnTo>
                  <a:pt x="485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4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3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2" y="9"/>
                </a:lnTo>
                <a:lnTo>
                  <a:pt x="481" y="9"/>
                </a:lnTo>
                <a:lnTo>
                  <a:pt x="481" y="9"/>
                </a:lnTo>
                <a:lnTo>
                  <a:pt x="481" y="9"/>
                </a:lnTo>
                <a:lnTo>
                  <a:pt x="481" y="9"/>
                </a:lnTo>
                <a:lnTo>
                  <a:pt x="481" y="8"/>
                </a:lnTo>
                <a:lnTo>
                  <a:pt x="481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80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9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8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lnTo>
                  <a:pt x="476" y="8"/>
                </a:lnTo>
                <a:close/>
                <a:moveTo>
                  <a:pt x="439" y="34"/>
                </a:moveTo>
                <a:lnTo>
                  <a:pt x="439" y="34"/>
                </a:lnTo>
                <a:lnTo>
                  <a:pt x="439" y="34"/>
                </a:lnTo>
                <a:lnTo>
                  <a:pt x="439" y="34"/>
                </a:lnTo>
                <a:lnTo>
                  <a:pt x="439" y="33"/>
                </a:lnTo>
                <a:lnTo>
                  <a:pt x="439" y="33"/>
                </a:lnTo>
                <a:lnTo>
                  <a:pt x="439" y="33"/>
                </a:lnTo>
                <a:lnTo>
                  <a:pt x="439" y="33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2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30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9"/>
                </a:lnTo>
                <a:lnTo>
                  <a:pt x="439" y="28"/>
                </a:lnTo>
                <a:lnTo>
                  <a:pt x="439" y="28"/>
                </a:lnTo>
                <a:lnTo>
                  <a:pt x="440" y="28"/>
                </a:lnTo>
                <a:lnTo>
                  <a:pt x="440" y="28"/>
                </a:lnTo>
                <a:lnTo>
                  <a:pt x="440" y="28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7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6"/>
                </a:lnTo>
                <a:lnTo>
                  <a:pt x="440" y="25"/>
                </a:lnTo>
                <a:lnTo>
                  <a:pt x="440" y="25"/>
                </a:lnTo>
                <a:lnTo>
                  <a:pt x="440" y="25"/>
                </a:lnTo>
                <a:lnTo>
                  <a:pt x="441" y="25"/>
                </a:lnTo>
                <a:lnTo>
                  <a:pt x="441" y="25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4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1" y="23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1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3" y="20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9"/>
                </a:lnTo>
                <a:lnTo>
                  <a:pt x="444" y="18"/>
                </a:lnTo>
                <a:lnTo>
                  <a:pt x="444" y="18"/>
                </a:lnTo>
                <a:lnTo>
                  <a:pt x="444" y="18"/>
                </a:lnTo>
                <a:lnTo>
                  <a:pt x="444" y="18"/>
                </a:lnTo>
                <a:lnTo>
                  <a:pt x="445" y="18"/>
                </a:lnTo>
                <a:lnTo>
                  <a:pt x="445" y="18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7"/>
                </a:lnTo>
                <a:lnTo>
                  <a:pt x="445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6"/>
                </a:lnTo>
                <a:lnTo>
                  <a:pt x="446" y="15"/>
                </a:lnTo>
                <a:lnTo>
                  <a:pt x="446" y="15"/>
                </a:lnTo>
                <a:lnTo>
                  <a:pt x="446" y="15"/>
                </a:lnTo>
                <a:lnTo>
                  <a:pt x="447" y="15"/>
                </a:lnTo>
                <a:lnTo>
                  <a:pt x="447" y="15"/>
                </a:lnTo>
                <a:lnTo>
                  <a:pt x="447" y="15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7" y="14"/>
                </a:lnTo>
                <a:lnTo>
                  <a:pt x="448" y="14"/>
                </a:lnTo>
                <a:lnTo>
                  <a:pt x="448" y="14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8" y="12"/>
                </a:lnTo>
                <a:lnTo>
                  <a:pt x="449" y="12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49" y="11"/>
                </a:lnTo>
                <a:lnTo>
                  <a:pt x="450" y="11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0" y="10"/>
                </a:lnTo>
                <a:lnTo>
                  <a:pt x="452" y="10"/>
                </a:lnTo>
                <a:lnTo>
                  <a:pt x="452" y="10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2" y="9"/>
                </a:lnTo>
                <a:lnTo>
                  <a:pt x="453" y="9"/>
                </a:lnTo>
                <a:lnTo>
                  <a:pt x="453" y="9"/>
                </a:lnTo>
                <a:lnTo>
                  <a:pt x="453" y="9"/>
                </a:lnTo>
                <a:lnTo>
                  <a:pt x="453" y="8"/>
                </a:lnTo>
                <a:lnTo>
                  <a:pt x="453" y="8"/>
                </a:lnTo>
                <a:lnTo>
                  <a:pt x="453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8"/>
                </a:lnTo>
                <a:lnTo>
                  <a:pt x="454" y="7"/>
                </a:lnTo>
                <a:lnTo>
                  <a:pt x="454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5" y="7"/>
                </a:lnTo>
                <a:lnTo>
                  <a:pt x="456" y="7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57" y="6"/>
                </a:lnTo>
                <a:lnTo>
                  <a:pt x="457" y="6"/>
                </a:lnTo>
                <a:lnTo>
                  <a:pt x="457" y="6"/>
                </a:lnTo>
                <a:lnTo>
                  <a:pt x="457" y="6"/>
                </a:lnTo>
                <a:lnTo>
                  <a:pt x="457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8" y="5"/>
                </a:lnTo>
                <a:lnTo>
                  <a:pt x="459" y="5"/>
                </a:lnTo>
                <a:lnTo>
                  <a:pt x="459" y="5"/>
                </a:lnTo>
                <a:lnTo>
                  <a:pt x="459" y="5"/>
                </a:lnTo>
                <a:lnTo>
                  <a:pt x="459" y="5"/>
                </a:lnTo>
                <a:lnTo>
                  <a:pt x="459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1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2" y="3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3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4" y="2"/>
                </a:lnTo>
                <a:lnTo>
                  <a:pt x="465" y="2"/>
                </a:lnTo>
                <a:lnTo>
                  <a:pt x="465" y="2"/>
                </a:lnTo>
                <a:lnTo>
                  <a:pt x="465" y="2"/>
                </a:lnTo>
                <a:lnTo>
                  <a:pt x="465" y="2"/>
                </a:lnTo>
                <a:lnTo>
                  <a:pt x="465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6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7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69" y="1"/>
                </a:lnTo>
                <a:lnTo>
                  <a:pt x="470" y="1"/>
                </a:lnTo>
                <a:lnTo>
                  <a:pt x="470" y="1"/>
                </a:lnTo>
                <a:lnTo>
                  <a:pt x="470" y="1"/>
                </a:lnTo>
                <a:lnTo>
                  <a:pt x="470" y="1"/>
                </a:lnTo>
                <a:lnTo>
                  <a:pt x="471" y="1"/>
                </a:lnTo>
                <a:lnTo>
                  <a:pt x="471" y="1"/>
                </a:lnTo>
                <a:lnTo>
                  <a:pt x="471" y="0"/>
                </a:lnTo>
                <a:lnTo>
                  <a:pt x="471" y="0"/>
                </a:lnTo>
                <a:lnTo>
                  <a:pt x="471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2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3" y="0"/>
                </a:lnTo>
                <a:lnTo>
                  <a:pt x="474" y="0"/>
                </a:lnTo>
                <a:lnTo>
                  <a:pt x="474" y="0"/>
                </a:lnTo>
                <a:lnTo>
                  <a:pt x="474" y="0"/>
                </a:lnTo>
                <a:lnTo>
                  <a:pt x="474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5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6" y="0"/>
                </a:lnTo>
                <a:lnTo>
                  <a:pt x="478" y="0"/>
                </a:lnTo>
                <a:lnTo>
                  <a:pt x="478" y="0"/>
                </a:lnTo>
                <a:lnTo>
                  <a:pt x="478" y="0"/>
                </a:lnTo>
                <a:lnTo>
                  <a:pt x="478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79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0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1" y="0"/>
                </a:lnTo>
                <a:lnTo>
                  <a:pt x="482" y="0"/>
                </a:lnTo>
                <a:lnTo>
                  <a:pt x="482" y="1"/>
                </a:lnTo>
                <a:lnTo>
                  <a:pt x="482" y="1"/>
                </a:lnTo>
                <a:lnTo>
                  <a:pt x="482" y="1"/>
                </a:lnTo>
                <a:lnTo>
                  <a:pt x="482" y="1"/>
                </a:lnTo>
                <a:lnTo>
                  <a:pt x="483" y="1"/>
                </a:lnTo>
                <a:lnTo>
                  <a:pt x="483" y="1"/>
                </a:lnTo>
                <a:lnTo>
                  <a:pt x="483" y="1"/>
                </a:lnTo>
                <a:lnTo>
                  <a:pt x="483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4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5" y="1"/>
                </a:lnTo>
                <a:lnTo>
                  <a:pt x="487" y="1"/>
                </a:lnTo>
                <a:lnTo>
                  <a:pt x="487" y="1"/>
                </a:lnTo>
                <a:lnTo>
                  <a:pt x="487" y="1"/>
                </a:lnTo>
                <a:lnTo>
                  <a:pt x="487" y="1"/>
                </a:lnTo>
                <a:lnTo>
                  <a:pt x="487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8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89" y="2"/>
                </a:lnTo>
                <a:lnTo>
                  <a:pt x="490" y="2"/>
                </a:lnTo>
                <a:lnTo>
                  <a:pt x="490" y="2"/>
                </a:lnTo>
                <a:lnTo>
                  <a:pt x="490" y="2"/>
                </a:lnTo>
                <a:lnTo>
                  <a:pt x="490" y="3"/>
                </a:lnTo>
                <a:lnTo>
                  <a:pt x="490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1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3"/>
                </a:lnTo>
                <a:lnTo>
                  <a:pt x="492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3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5"/>
                </a:lnTo>
                <a:lnTo>
                  <a:pt x="494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6" y="6"/>
                </a:lnTo>
                <a:lnTo>
                  <a:pt x="497" y="6"/>
                </a:lnTo>
                <a:lnTo>
                  <a:pt x="497" y="6"/>
                </a:lnTo>
                <a:lnTo>
                  <a:pt x="497" y="7"/>
                </a:lnTo>
                <a:lnTo>
                  <a:pt x="497" y="7"/>
                </a:lnTo>
                <a:lnTo>
                  <a:pt x="497" y="7"/>
                </a:lnTo>
                <a:lnTo>
                  <a:pt x="497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7"/>
                </a:lnTo>
                <a:lnTo>
                  <a:pt x="498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499" y="8"/>
                </a:lnTo>
                <a:lnTo>
                  <a:pt x="500" y="8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0" y="9"/>
                </a:lnTo>
                <a:lnTo>
                  <a:pt x="501" y="9"/>
                </a:lnTo>
                <a:lnTo>
                  <a:pt x="501" y="9"/>
                </a:lnTo>
                <a:lnTo>
                  <a:pt x="501" y="10"/>
                </a:lnTo>
                <a:lnTo>
                  <a:pt x="501" y="10"/>
                </a:lnTo>
                <a:lnTo>
                  <a:pt x="501" y="10"/>
                </a:lnTo>
                <a:lnTo>
                  <a:pt x="501" y="10"/>
                </a:lnTo>
                <a:lnTo>
                  <a:pt x="502" y="10"/>
                </a:lnTo>
                <a:lnTo>
                  <a:pt x="502" y="10"/>
                </a:lnTo>
                <a:lnTo>
                  <a:pt x="502" y="10"/>
                </a:lnTo>
                <a:lnTo>
                  <a:pt x="502" y="11"/>
                </a:lnTo>
                <a:lnTo>
                  <a:pt x="502" y="11"/>
                </a:lnTo>
                <a:lnTo>
                  <a:pt x="502" y="11"/>
                </a:lnTo>
                <a:lnTo>
                  <a:pt x="502" y="11"/>
                </a:lnTo>
                <a:lnTo>
                  <a:pt x="503" y="11"/>
                </a:lnTo>
                <a:lnTo>
                  <a:pt x="503" y="11"/>
                </a:lnTo>
                <a:lnTo>
                  <a:pt x="503" y="11"/>
                </a:lnTo>
                <a:lnTo>
                  <a:pt x="503" y="12"/>
                </a:lnTo>
                <a:lnTo>
                  <a:pt x="503" y="12"/>
                </a:lnTo>
                <a:lnTo>
                  <a:pt x="503" y="12"/>
                </a:lnTo>
                <a:lnTo>
                  <a:pt x="503" y="12"/>
                </a:lnTo>
                <a:lnTo>
                  <a:pt x="505" y="12"/>
                </a:lnTo>
                <a:lnTo>
                  <a:pt x="505" y="12"/>
                </a:lnTo>
                <a:lnTo>
                  <a:pt x="505" y="12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5" y="14"/>
                </a:lnTo>
                <a:lnTo>
                  <a:pt x="506" y="14"/>
                </a:lnTo>
                <a:lnTo>
                  <a:pt x="506" y="14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6" y="15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6"/>
                </a:lnTo>
                <a:lnTo>
                  <a:pt x="507" y="17"/>
                </a:lnTo>
                <a:lnTo>
                  <a:pt x="507" y="17"/>
                </a:lnTo>
                <a:lnTo>
                  <a:pt x="507" y="17"/>
                </a:lnTo>
                <a:lnTo>
                  <a:pt x="508" y="17"/>
                </a:lnTo>
                <a:lnTo>
                  <a:pt x="508" y="17"/>
                </a:lnTo>
                <a:lnTo>
                  <a:pt x="508" y="17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8" y="18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19"/>
                </a:lnTo>
                <a:lnTo>
                  <a:pt x="509" y="20"/>
                </a:lnTo>
                <a:lnTo>
                  <a:pt x="509" y="20"/>
                </a:lnTo>
                <a:lnTo>
                  <a:pt x="509" y="20"/>
                </a:lnTo>
                <a:lnTo>
                  <a:pt x="509" y="20"/>
                </a:lnTo>
                <a:lnTo>
                  <a:pt x="510" y="20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1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0" y="23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4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5"/>
                </a:lnTo>
                <a:lnTo>
                  <a:pt x="511" y="26"/>
                </a:lnTo>
                <a:lnTo>
                  <a:pt x="511" y="26"/>
                </a:lnTo>
                <a:lnTo>
                  <a:pt x="512" y="26"/>
                </a:lnTo>
                <a:lnTo>
                  <a:pt x="512" y="26"/>
                </a:lnTo>
                <a:lnTo>
                  <a:pt x="512" y="26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7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8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29"/>
                </a:lnTo>
                <a:lnTo>
                  <a:pt x="512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0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2"/>
                </a:lnTo>
                <a:lnTo>
                  <a:pt x="514" y="33"/>
                </a:lnTo>
                <a:lnTo>
                  <a:pt x="514" y="33"/>
                </a:lnTo>
                <a:lnTo>
                  <a:pt x="514" y="33"/>
                </a:lnTo>
                <a:lnTo>
                  <a:pt x="514" y="33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4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5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6"/>
                </a:lnTo>
                <a:lnTo>
                  <a:pt x="514" y="37"/>
                </a:lnTo>
                <a:lnTo>
                  <a:pt x="514" y="37"/>
                </a:lnTo>
                <a:lnTo>
                  <a:pt x="514" y="37"/>
                </a:lnTo>
                <a:lnTo>
                  <a:pt x="514" y="37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8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39"/>
                </a:lnTo>
                <a:lnTo>
                  <a:pt x="514" y="41"/>
                </a:lnTo>
                <a:lnTo>
                  <a:pt x="514" y="41"/>
                </a:lnTo>
                <a:lnTo>
                  <a:pt x="514" y="41"/>
                </a:lnTo>
                <a:lnTo>
                  <a:pt x="514" y="41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2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3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4"/>
                </a:lnTo>
                <a:lnTo>
                  <a:pt x="514" y="45"/>
                </a:lnTo>
                <a:lnTo>
                  <a:pt x="514" y="45"/>
                </a:lnTo>
                <a:lnTo>
                  <a:pt x="514" y="45"/>
                </a:lnTo>
                <a:lnTo>
                  <a:pt x="514" y="45"/>
                </a:lnTo>
                <a:lnTo>
                  <a:pt x="512" y="45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6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7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48"/>
                </a:lnTo>
                <a:lnTo>
                  <a:pt x="512" y="50"/>
                </a:lnTo>
                <a:lnTo>
                  <a:pt x="512" y="50"/>
                </a:lnTo>
                <a:lnTo>
                  <a:pt x="512" y="50"/>
                </a:lnTo>
                <a:lnTo>
                  <a:pt x="511" y="50"/>
                </a:lnTo>
                <a:lnTo>
                  <a:pt x="511" y="50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1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2"/>
                </a:lnTo>
                <a:lnTo>
                  <a:pt x="511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3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4"/>
                </a:lnTo>
                <a:lnTo>
                  <a:pt x="510" y="55"/>
                </a:lnTo>
                <a:lnTo>
                  <a:pt x="510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5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6"/>
                </a:lnTo>
                <a:lnTo>
                  <a:pt x="509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7"/>
                </a:lnTo>
                <a:lnTo>
                  <a:pt x="508" y="59"/>
                </a:lnTo>
                <a:lnTo>
                  <a:pt x="508" y="59"/>
                </a:lnTo>
                <a:lnTo>
                  <a:pt x="508" y="59"/>
                </a:lnTo>
                <a:lnTo>
                  <a:pt x="508" y="59"/>
                </a:lnTo>
                <a:lnTo>
                  <a:pt x="507" y="59"/>
                </a:lnTo>
                <a:lnTo>
                  <a:pt x="507" y="59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0"/>
                </a:lnTo>
                <a:lnTo>
                  <a:pt x="507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1"/>
                </a:lnTo>
                <a:lnTo>
                  <a:pt x="506" y="62"/>
                </a:lnTo>
                <a:lnTo>
                  <a:pt x="506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2"/>
                </a:lnTo>
                <a:lnTo>
                  <a:pt x="505" y="63"/>
                </a:lnTo>
                <a:lnTo>
                  <a:pt x="505" y="63"/>
                </a:lnTo>
                <a:lnTo>
                  <a:pt x="505" y="63"/>
                </a:lnTo>
                <a:lnTo>
                  <a:pt x="505" y="63"/>
                </a:lnTo>
                <a:lnTo>
                  <a:pt x="503" y="63"/>
                </a:lnTo>
                <a:lnTo>
                  <a:pt x="503" y="63"/>
                </a:lnTo>
                <a:lnTo>
                  <a:pt x="503" y="63"/>
                </a:lnTo>
                <a:lnTo>
                  <a:pt x="503" y="64"/>
                </a:lnTo>
                <a:lnTo>
                  <a:pt x="503" y="64"/>
                </a:lnTo>
                <a:lnTo>
                  <a:pt x="503" y="64"/>
                </a:lnTo>
                <a:lnTo>
                  <a:pt x="503" y="64"/>
                </a:lnTo>
                <a:lnTo>
                  <a:pt x="502" y="64"/>
                </a:lnTo>
                <a:lnTo>
                  <a:pt x="502" y="64"/>
                </a:lnTo>
                <a:lnTo>
                  <a:pt x="502" y="64"/>
                </a:lnTo>
                <a:lnTo>
                  <a:pt x="502" y="65"/>
                </a:lnTo>
                <a:lnTo>
                  <a:pt x="502" y="65"/>
                </a:lnTo>
                <a:lnTo>
                  <a:pt x="502" y="65"/>
                </a:lnTo>
                <a:lnTo>
                  <a:pt x="502" y="65"/>
                </a:lnTo>
                <a:lnTo>
                  <a:pt x="501" y="65"/>
                </a:lnTo>
                <a:lnTo>
                  <a:pt x="501" y="65"/>
                </a:lnTo>
                <a:lnTo>
                  <a:pt x="501" y="65"/>
                </a:lnTo>
                <a:lnTo>
                  <a:pt x="501" y="66"/>
                </a:lnTo>
                <a:lnTo>
                  <a:pt x="501" y="66"/>
                </a:lnTo>
                <a:lnTo>
                  <a:pt x="501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6"/>
                </a:lnTo>
                <a:lnTo>
                  <a:pt x="500" y="68"/>
                </a:lnTo>
                <a:lnTo>
                  <a:pt x="500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9" y="68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8" y="69"/>
                </a:lnTo>
                <a:lnTo>
                  <a:pt x="497" y="69"/>
                </a:lnTo>
                <a:lnTo>
                  <a:pt x="497" y="69"/>
                </a:lnTo>
                <a:lnTo>
                  <a:pt x="497" y="69"/>
                </a:lnTo>
                <a:lnTo>
                  <a:pt x="497" y="70"/>
                </a:lnTo>
                <a:lnTo>
                  <a:pt x="497" y="70"/>
                </a:lnTo>
                <a:lnTo>
                  <a:pt x="497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6" y="70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4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3" y="71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2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1" y="72"/>
                </a:lnTo>
                <a:lnTo>
                  <a:pt x="490" y="72"/>
                </a:lnTo>
                <a:lnTo>
                  <a:pt x="490" y="73"/>
                </a:lnTo>
                <a:lnTo>
                  <a:pt x="490" y="73"/>
                </a:lnTo>
                <a:lnTo>
                  <a:pt x="490" y="73"/>
                </a:lnTo>
                <a:lnTo>
                  <a:pt x="490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9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3"/>
                </a:lnTo>
                <a:lnTo>
                  <a:pt x="488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7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5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4" y="74"/>
                </a:lnTo>
                <a:lnTo>
                  <a:pt x="483" y="74"/>
                </a:lnTo>
                <a:lnTo>
                  <a:pt x="483" y="74"/>
                </a:lnTo>
                <a:lnTo>
                  <a:pt x="483" y="74"/>
                </a:lnTo>
                <a:lnTo>
                  <a:pt x="483" y="74"/>
                </a:lnTo>
                <a:lnTo>
                  <a:pt x="482" y="74"/>
                </a:lnTo>
                <a:lnTo>
                  <a:pt x="482" y="74"/>
                </a:lnTo>
                <a:lnTo>
                  <a:pt x="482" y="76"/>
                </a:lnTo>
                <a:lnTo>
                  <a:pt x="482" y="76"/>
                </a:lnTo>
                <a:lnTo>
                  <a:pt x="482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1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80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9" y="76"/>
                </a:lnTo>
                <a:lnTo>
                  <a:pt x="478" y="76"/>
                </a:lnTo>
                <a:lnTo>
                  <a:pt x="478" y="76"/>
                </a:lnTo>
                <a:lnTo>
                  <a:pt x="478" y="76"/>
                </a:lnTo>
                <a:lnTo>
                  <a:pt x="478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6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5" y="76"/>
                </a:lnTo>
                <a:lnTo>
                  <a:pt x="474" y="76"/>
                </a:lnTo>
                <a:lnTo>
                  <a:pt x="474" y="76"/>
                </a:lnTo>
                <a:lnTo>
                  <a:pt x="474" y="76"/>
                </a:lnTo>
                <a:lnTo>
                  <a:pt x="474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3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2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1" y="76"/>
                </a:lnTo>
                <a:lnTo>
                  <a:pt x="470" y="74"/>
                </a:lnTo>
                <a:lnTo>
                  <a:pt x="470" y="74"/>
                </a:lnTo>
                <a:lnTo>
                  <a:pt x="470" y="74"/>
                </a:lnTo>
                <a:lnTo>
                  <a:pt x="470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9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7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6" y="74"/>
                </a:lnTo>
                <a:lnTo>
                  <a:pt x="465" y="74"/>
                </a:lnTo>
                <a:lnTo>
                  <a:pt x="465" y="74"/>
                </a:lnTo>
                <a:lnTo>
                  <a:pt x="465" y="74"/>
                </a:lnTo>
                <a:lnTo>
                  <a:pt x="465" y="73"/>
                </a:lnTo>
                <a:lnTo>
                  <a:pt x="465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4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3" y="73"/>
                </a:lnTo>
                <a:lnTo>
                  <a:pt x="462" y="73"/>
                </a:lnTo>
                <a:lnTo>
                  <a:pt x="462" y="72"/>
                </a:lnTo>
                <a:lnTo>
                  <a:pt x="462" y="72"/>
                </a:lnTo>
                <a:lnTo>
                  <a:pt x="462" y="72"/>
                </a:lnTo>
                <a:lnTo>
                  <a:pt x="462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61" y="72"/>
                </a:lnTo>
                <a:lnTo>
                  <a:pt x="459" y="72"/>
                </a:lnTo>
                <a:lnTo>
                  <a:pt x="459" y="72"/>
                </a:lnTo>
                <a:lnTo>
                  <a:pt x="459" y="71"/>
                </a:lnTo>
                <a:lnTo>
                  <a:pt x="459" y="71"/>
                </a:lnTo>
                <a:lnTo>
                  <a:pt x="459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8" y="71"/>
                </a:lnTo>
                <a:lnTo>
                  <a:pt x="457" y="71"/>
                </a:lnTo>
                <a:lnTo>
                  <a:pt x="457" y="71"/>
                </a:lnTo>
                <a:lnTo>
                  <a:pt x="457" y="70"/>
                </a:lnTo>
                <a:lnTo>
                  <a:pt x="457" y="70"/>
                </a:lnTo>
                <a:lnTo>
                  <a:pt x="457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6" y="70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5" y="69"/>
                </a:lnTo>
                <a:lnTo>
                  <a:pt x="454" y="69"/>
                </a:lnTo>
                <a:lnTo>
                  <a:pt x="454" y="69"/>
                </a:lnTo>
                <a:lnTo>
                  <a:pt x="454" y="69"/>
                </a:lnTo>
                <a:lnTo>
                  <a:pt x="454" y="68"/>
                </a:lnTo>
                <a:lnTo>
                  <a:pt x="454" y="68"/>
                </a:lnTo>
                <a:lnTo>
                  <a:pt x="454" y="68"/>
                </a:lnTo>
                <a:lnTo>
                  <a:pt x="454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8"/>
                </a:lnTo>
                <a:lnTo>
                  <a:pt x="453" y="66"/>
                </a:lnTo>
                <a:lnTo>
                  <a:pt x="453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6"/>
                </a:lnTo>
                <a:lnTo>
                  <a:pt x="452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50" y="65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9" y="64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3"/>
                </a:lnTo>
                <a:lnTo>
                  <a:pt x="448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2"/>
                </a:lnTo>
                <a:lnTo>
                  <a:pt x="447" y="61"/>
                </a:lnTo>
                <a:lnTo>
                  <a:pt x="447" y="61"/>
                </a:lnTo>
                <a:lnTo>
                  <a:pt x="447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1"/>
                </a:lnTo>
                <a:lnTo>
                  <a:pt x="446" y="60"/>
                </a:lnTo>
                <a:lnTo>
                  <a:pt x="446" y="60"/>
                </a:lnTo>
                <a:lnTo>
                  <a:pt x="446" y="60"/>
                </a:lnTo>
                <a:lnTo>
                  <a:pt x="446" y="60"/>
                </a:lnTo>
                <a:lnTo>
                  <a:pt x="445" y="60"/>
                </a:lnTo>
                <a:lnTo>
                  <a:pt x="445" y="60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9"/>
                </a:lnTo>
                <a:lnTo>
                  <a:pt x="445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7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4" y="56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5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3" y="54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3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2"/>
                </a:lnTo>
                <a:lnTo>
                  <a:pt x="441" y="51"/>
                </a:lnTo>
                <a:lnTo>
                  <a:pt x="441" y="51"/>
                </a:lnTo>
                <a:lnTo>
                  <a:pt x="440" y="51"/>
                </a:lnTo>
                <a:lnTo>
                  <a:pt x="440" y="51"/>
                </a:lnTo>
                <a:lnTo>
                  <a:pt x="440" y="51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50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8"/>
                </a:lnTo>
                <a:lnTo>
                  <a:pt x="440" y="47"/>
                </a:lnTo>
                <a:lnTo>
                  <a:pt x="440" y="47"/>
                </a:lnTo>
                <a:lnTo>
                  <a:pt x="440" y="47"/>
                </a:lnTo>
                <a:lnTo>
                  <a:pt x="439" y="47"/>
                </a:lnTo>
                <a:lnTo>
                  <a:pt x="439" y="47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6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5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4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3"/>
                </a:lnTo>
                <a:lnTo>
                  <a:pt x="439" y="42"/>
                </a:lnTo>
                <a:lnTo>
                  <a:pt x="439" y="42"/>
                </a:lnTo>
                <a:lnTo>
                  <a:pt x="439" y="42"/>
                </a:lnTo>
                <a:lnTo>
                  <a:pt x="425" y="42"/>
                </a:lnTo>
                <a:lnTo>
                  <a:pt x="425" y="34"/>
                </a:lnTo>
                <a:lnTo>
                  <a:pt x="439" y="34"/>
                </a:lnTo>
                <a:lnTo>
                  <a:pt x="439" y="34"/>
                </a:lnTo>
                <a:close/>
                <a:moveTo>
                  <a:pt x="393" y="34"/>
                </a:moveTo>
                <a:lnTo>
                  <a:pt x="393" y="42"/>
                </a:lnTo>
                <a:lnTo>
                  <a:pt x="377" y="42"/>
                </a:lnTo>
                <a:lnTo>
                  <a:pt x="377" y="34"/>
                </a:lnTo>
                <a:lnTo>
                  <a:pt x="393" y="34"/>
                </a:lnTo>
                <a:lnTo>
                  <a:pt x="393" y="34"/>
                </a:lnTo>
                <a:close/>
                <a:moveTo>
                  <a:pt x="346" y="34"/>
                </a:moveTo>
                <a:lnTo>
                  <a:pt x="346" y="42"/>
                </a:lnTo>
                <a:lnTo>
                  <a:pt x="330" y="42"/>
                </a:lnTo>
                <a:lnTo>
                  <a:pt x="330" y="34"/>
                </a:lnTo>
                <a:lnTo>
                  <a:pt x="346" y="34"/>
                </a:lnTo>
                <a:lnTo>
                  <a:pt x="346" y="34"/>
                </a:lnTo>
                <a:close/>
                <a:moveTo>
                  <a:pt x="299" y="34"/>
                </a:moveTo>
                <a:lnTo>
                  <a:pt x="299" y="42"/>
                </a:lnTo>
                <a:lnTo>
                  <a:pt x="283" y="42"/>
                </a:lnTo>
                <a:lnTo>
                  <a:pt x="283" y="34"/>
                </a:lnTo>
                <a:lnTo>
                  <a:pt x="299" y="34"/>
                </a:lnTo>
                <a:lnTo>
                  <a:pt x="299" y="34"/>
                </a:lnTo>
                <a:close/>
                <a:moveTo>
                  <a:pt x="251" y="34"/>
                </a:moveTo>
                <a:lnTo>
                  <a:pt x="251" y="42"/>
                </a:lnTo>
                <a:lnTo>
                  <a:pt x="235" y="42"/>
                </a:lnTo>
                <a:lnTo>
                  <a:pt x="235" y="34"/>
                </a:lnTo>
                <a:lnTo>
                  <a:pt x="251" y="34"/>
                </a:lnTo>
                <a:lnTo>
                  <a:pt x="251" y="34"/>
                </a:lnTo>
                <a:close/>
                <a:moveTo>
                  <a:pt x="204" y="34"/>
                </a:moveTo>
                <a:lnTo>
                  <a:pt x="204" y="42"/>
                </a:lnTo>
                <a:lnTo>
                  <a:pt x="189" y="42"/>
                </a:lnTo>
                <a:lnTo>
                  <a:pt x="189" y="34"/>
                </a:lnTo>
                <a:lnTo>
                  <a:pt x="204" y="34"/>
                </a:lnTo>
                <a:lnTo>
                  <a:pt x="204" y="34"/>
                </a:lnTo>
                <a:close/>
                <a:moveTo>
                  <a:pt x="158" y="34"/>
                </a:moveTo>
                <a:lnTo>
                  <a:pt x="158" y="42"/>
                </a:lnTo>
                <a:lnTo>
                  <a:pt x="142" y="42"/>
                </a:lnTo>
                <a:lnTo>
                  <a:pt x="142" y="34"/>
                </a:lnTo>
                <a:lnTo>
                  <a:pt x="158" y="34"/>
                </a:lnTo>
                <a:lnTo>
                  <a:pt x="158" y="34"/>
                </a:lnTo>
                <a:close/>
                <a:moveTo>
                  <a:pt x="110" y="34"/>
                </a:moveTo>
                <a:lnTo>
                  <a:pt x="110" y="42"/>
                </a:lnTo>
                <a:lnTo>
                  <a:pt x="95" y="42"/>
                </a:lnTo>
                <a:lnTo>
                  <a:pt x="95" y="34"/>
                </a:lnTo>
                <a:lnTo>
                  <a:pt x="110" y="34"/>
                </a:lnTo>
                <a:lnTo>
                  <a:pt x="110" y="34"/>
                </a:lnTo>
                <a:close/>
                <a:moveTo>
                  <a:pt x="63" y="34"/>
                </a:moveTo>
                <a:lnTo>
                  <a:pt x="63" y="42"/>
                </a:lnTo>
                <a:lnTo>
                  <a:pt x="47" y="42"/>
                </a:lnTo>
                <a:lnTo>
                  <a:pt x="47" y="34"/>
                </a:lnTo>
                <a:lnTo>
                  <a:pt x="63" y="34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81">
            <a:extLst>
              <a:ext uri="{FF2B5EF4-FFF2-40B4-BE49-F238E27FC236}">
                <a16:creationId xmlns:a16="http://schemas.microsoft.com/office/drawing/2014/main" id="{35B5EB40-B45A-D47F-29DC-B7923F6BAAA6}"/>
              </a:ext>
            </a:extLst>
          </p:cNvPr>
          <p:cNvSpPr>
            <a:spLocks noEditPoints="1"/>
          </p:cNvSpPr>
          <p:nvPr/>
        </p:nvSpPr>
        <p:spPr bwMode="auto">
          <a:xfrm>
            <a:off x="3886646" y="5130800"/>
            <a:ext cx="1063625" cy="496887"/>
          </a:xfrm>
          <a:custGeom>
            <a:avLst/>
            <a:gdLst>
              <a:gd name="T0" fmla="*/ 603 w 670"/>
              <a:gd name="T1" fmla="*/ 43 h 313"/>
              <a:gd name="T2" fmla="*/ 604 w 670"/>
              <a:gd name="T3" fmla="*/ 48 h 313"/>
              <a:gd name="T4" fmla="*/ 608 w 670"/>
              <a:gd name="T5" fmla="*/ 54 h 313"/>
              <a:gd name="T6" fmla="*/ 611 w 670"/>
              <a:gd name="T7" fmla="*/ 58 h 313"/>
              <a:gd name="T8" fmla="*/ 616 w 670"/>
              <a:gd name="T9" fmla="*/ 63 h 313"/>
              <a:gd name="T10" fmla="*/ 621 w 670"/>
              <a:gd name="T11" fmla="*/ 65 h 313"/>
              <a:gd name="T12" fmla="*/ 627 w 670"/>
              <a:gd name="T13" fmla="*/ 66 h 313"/>
              <a:gd name="T14" fmla="*/ 634 w 670"/>
              <a:gd name="T15" fmla="*/ 67 h 313"/>
              <a:gd name="T16" fmla="*/ 640 w 670"/>
              <a:gd name="T17" fmla="*/ 66 h 313"/>
              <a:gd name="T18" fmla="*/ 646 w 670"/>
              <a:gd name="T19" fmla="*/ 64 h 313"/>
              <a:gd name="T20" fmla="*/ 650 w 670"/>
              <a:gd name="T21" fmla="*/ 61 h 313"/>
              <a:gd name="T22" fmla="*/ 655 w 670"/>
              <a:gd name="T23" fmla="*/ 56 h 313"/>
              <a:gd name="T24" fmla="*/ 658 w 670"/>
              <a:gd name="T25" fmla="*/ 52 h 313"/>
              <a:gd name="T26" fmla="*/ 661 w 670"/>
              <a:gd name="T27" fmla="*/ 45 h 313"/>
              <a:gd name="T28" fmla="*/ 662 w 670"/>
              <a:gd name="T29" fmla="*/ 39 h 313"/>
              <a:gd name="T30" fmla="*/ 662 w 670"/>
              <a:gd name="T31" fmla="*/ 32 h 313"/>
              <a:gd name="T32" fmla="*/ 659 w 670"/>
              <a:gd name="T33" fmla="*/ 27 h 313"/>
              <a:gd name="T34" fmla="*/ 657 w 670"/>
              <a:gd name="T35" fmla="*/ 21 h 313"/>
              <a:gd name="T36" fmla="*/ 653 w 670"/>
              <a:gd name="T37" fmla="*/ 17 h 313"/>
              <a:gd name="T38" fmla="*/ 648 w 670"/>
              <a:gd name="T39" fmla="*/ 12 h 313"/>
              <a:gd name="T40" fmla="*/ 643 w 670"/>
              <a:gd name="T41" fmla="*/ 10 h 313"/>
              <a:gd name="T42" fmla="*/ 637 w 670"/>
              <a:gd name="T43" fmla="*/ 8 h 313"/>
              <a:gd name="T44" fmla="*/ 630 w 670"/>
              <a:gd name="T45" fmla="*/ 8 h 313"/>
              <a:gd name="T46" fmla="*/ 625 w 670"/>
              <a:gd name="T47" fmla="*/ 9 h 313"/>
              <a:gd name="T48" fmla="*/ 619 w 670"/>
              <a:gd name="T49" fmla="*/ 11 h 313"/>
              <a:gd name="T50" fmla="*/ 613 w 670"/>
              <a:gd name="T51" fmla="*/ 14 h 313"/>
              <a:gd name="T52" fmla="*/ 609 w 670"/>
              <a:gd name="T53" fmla="*/ 19 h 313"/>
              <a:gd name="T54" fmla="*/ 605 w 670"/>
              <a:gd name="T55" fmla="*/ 23 h 313"/>
              <a:gd name="T56" fmla="*/ 603 w 670"/>
              <a:gd name="T57" fmla="*/ 29 h 313"/>
              <a:gd name="T58" fmla="*/ 602 w 670"/>
              <a:gd name="T59" fmla="*/ 36 h 313"/>
              <a:gd name="T60" fmla="*/ 627 w 670"/>
              <a:gd name="T61" fmla="*/ 75 h 313"/>
              <a:gd name="T62" fmla="*/ 619 w 670"/>
              <a:gd name="T63" fmla="*/ 73 h 313"/>
              <a:gd name="T64" fmla="*/ 612 w 670"/>
              <a:gd name="T65" fmla="*/ 70 h 313"/>
              <a:gd name="T66" fmla="*/ 607 w 670"/>
              <a:gd name="T67" fmla="*/ 65 h 313"/>
              <a:gd name="T68" fmla="*/ 601 w 670"/>
              <a:gd name="T69" fmla="*/ 59 h 313"/>
              <a:gd name="T70" fmla="*/ 598 w 670"/>
              <a:gd name="T71" fmla="*/ 53 h 313"/>
              <a:gd name="T72" fmla="*/ 595 w 670"/>
              <a:gd name="T73" fmla="*/ 45 h 313"/>
              <a:gd name="T74" fmla="*/ 594 w 670"/>
              <a:gd name="T75" fmla="*/ 37 h 313"/>
              <a:gd name="T76" fmla="*/ 595 w 670"/>
              <a:gd name="T77" fmla="*/ 29 h 313"/>
              <a:gd name="T78" fmla="*/ 598 w 670"/>
              <a:gd name="T79" fmla="*/ 21 h 313"/>
              <a:gd name="T80" fmla="*/ 602 w 670"/>
              <a:gd name="T81" fmla="*/ 14 h 313"/>
              <a:gd name="T82" fmla="*/ 608 w 670"/>
              <a:gd name="T83" fmla="*/ 9 h 313"/>
              <a:gd name="T84" fmla="*/ 613 w 670"/>
              <a:gd name="T85" fmla="*/ 4 h 313"/>
              <a:gd name="T86" fmla="*/ 620 w 670"/>
              <a:gd name="T87" fmla="*/ 2 h 313"/>
              <a:gd name="T88" fmla="*/ 628 w 670"/>
              <a:gd name="T89" fmla="*/ 0 h 313"/>
              <a:gd name="T90" fmla="*/ 637 w 670"/>
              <a:gd name="T91" fmla="*/ 0 h 313"/>
              <a:gd name="T92" fmla="*/ 644 w 670"/>
              <a:gd name="T93" fmla="*/ 2 h 313"/>
              <a:gd name="T94" fmla="*/ 652 w 670"/>
              <a:gd name="T95" fmla="*/ 5 h 313"/>
              <a:gd name="T96" fmla="*/ 657 w 670"/>
              <a:gd name="T97" fmla="*/ 10 h 313"/>
              <a:gd name="T98" fmla="*/ 663 w 670"/>
              <a:gd name="T99" fmla="*/ 15 h 313"/>
              <a:gd name="T100" fmla="*/ 666 w 670"/>
              <a:gd name="T101" fmla="*/ 22 h 313"/>
              <a:gd name="T102" fmla="*/ 668 w 670"/>
              <a:gd name="T103" fmla="*/ 30 h 313"/>
              <a:gd name="T104" fmla="*/ 670 w 670"/>
              <a:gd name="T105" fmla="*/ 38 h 313"/>
              <a:gd name="T106" fmla="*/ 668 w 670"/>
              <a:gd name="T107" fmla="*/ 46 h 313"/>
              <a:gd name="T108" fmla="*/ 666 w 670"/>
              <a:gd name="T109" fmla="*/ 53 h 313"/>
              <a:gd name="T110" fmla="*/ 662 w 670"/>
              <a:gd name="T111" fmla="*/ 59 h 313"/>
              <a:gd name="T112" fmla="*/ 657 w 670"/>
              <a:gd name="T113" fmla="*/ 65 h 313"/>
              <a:gd name="T114" fmla="*/ 650 w 670"/>
              <a:gd name="T115" fmla="*/ 70 h 313"/>
              <a:gd name="T116" fmla="*/ 644 w 670"/>
              <a:gd name="T117" fmla="*/ 73 h 313"/>
              <a:gd name="T118" fmla="*/ 636 w 670"/>
              <a:gd name="T119" fmla="*/ 75 h 313"/>
              <a:gd name="T120" fmla="*/ 628 w 670"/>
              <a:gd name="T121" fmla="*/ 188 h 313"/>
              <a:gd name="T122" fmla="*/ 486 w 670"/>
              <a:gd name="T123" fmla="*/ 313 h 313"/>
              <a:gd name="T124" fmla="*/ 251 w 670"/>
              <a:gd name="T125" fmla="*/ 305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70" h="313">
                <a:moveTo>
                  <a:pt x="15" y="305"/>
                </a:moveTo>
                <a:lnTo>
                  <a:pt x="15" y="313"/>
                </a:lnTo>
                <a:lnTo>
                  <a:pt x="0" y="313"/>
                </a:lnTo>
                <a:lnTo>
                  <a:pt x="0" y="305"/>
                </a:lnTo>
                <a:lnTo>
                  <a:pt x="15" y="305"/>
                </a:lnTo>
                <a:lnTo>
                  <a:pt x="15" y="305"/>
                </a:lnTo>
                <a:close/>
                <a:moveTo>
                  <a:pt x="602" y="37"/>
                </a:move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8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39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0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2" y="41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3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4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5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6"/>
                </a:lnTo>
                <a:lnTo>
                  <a:pt x="603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7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8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4" y="49"/>
                </a:lnTo>
                <a:lnTo>
                  <a:pt x="605" y="49"/>
                </a:lnTo>
                <a:lnTo>
                  <a:pt x="605" y="49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0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5" y="52"/>
                </a:lnTo>
                <a:lnTo>
                  <a:pt x="607" y="52"/>
                </a:lnTo>
                <a:lnTo>
                  <a:pt x="607" y="52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3"/>
                </a:lnTo>
                <a:lnTo>
                  <a:pt x="607" y="54"/>
                </a:lnTo>
                <a:lnTo>
                  <a:pt x="607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4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8" y="55"/>
                </a:lnTo>
                <a:lnTo>
                  <a:pt x="609" y="55"/>
                </a:lnTo>
                <a:lnTo>
                  <a:pt x="609" y="55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09" y="56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7"/>
                </a:lnTo>
                <a:lnTo>
                  <a:pt x="610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8"/>
                </a:lnTo>
                <a:lnTo>
                  <a:pt x="611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2" y="59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3" y="61"/>
                </a:lnTo>
                <a:lnTo>
                  <a:pt x="614" y="61"/>
                </a:lnTo>
                <a:lnTo>
                  <a:pt x="614" y="61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4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2"/>
                </a:lnTo>
                <a:lnTo>
                  <a:pt x="616" y="63"/>
                </a:lnTo>
                <a:lnTo>
                  <a:pt x="616" y="63"/>
                </a:lnTo>
                <a:lnTo>
                  <a:pt x="616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7" y="63"/>
                </a:lnTo>
                <a:lnTo>
                  <a:pt x="618" y="63"/>
                </a:lnTo>
                <a:lnTo>
                  <a:pt x="618" y="63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8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19" y="64"/>
                </a:lnTo>
                <a:lnTo>
                  <a:pt x="620" y="64"/>
                </a:lnTo>
                <a:lnTo>
                  <a:pt x="620" y="64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0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1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2" y="65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3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5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6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7" y="66"/>
                </a:lnTo>
                <a:lnTo>
                  <a:pt x="628" y="66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8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29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0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1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2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4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5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6" y="67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7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8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39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0" y="66"/>
                </a:lnTo>
                <a:lnTo>
                  <a:pt x="641" y="66"/>
                </a:lnTo>
                <a:lnTo>
                  <a:pt x="641" y="66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1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3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5"/>
                </a:lnTo>
                <a:lnTo>
                  <a:pt x="644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5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4"/>
                </a:lnTo>
                <a:lnTo>
                  <a:pt x="646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7" y="63"/>
                </a:lnTo>
                <a:lnTo>
                  <a:pt x="648" y="63"/>
                </a:lnTo>
                <a:lnTo>
                  <a:pt x="648" y="63"/>
                </a:lnTo>
                <a:lnTo>
                  <a:pt x="648" y="63"/>
                </a:lnTo>
                <a:lnTo>
                  <a:pt x="648" y="62"/>
                </a:lnTo>
                <a:lnTo>
                  <a:pt x="648" y="62"/>
                </a:lnTo>
                <a:lnTo>
                  <a:pt x="648" y="62"/>
                </a:lnTo>
                <a:lnTo>
                  <a:pt x="648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2"/>
                </a:lnTo>
                <a:lnTo>
                  <a:pt x="649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0" y="61"/>
                </a:lnTo>
                <a:lnTo>
                  <a:pt x="652" y="61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2" y="59"/>
                </a:lnTo>
                <a:lnTo>
                  <a:pt x="653" y="59"/>
                </a:lnTo>
                <a:lnTo>
                  <a:pt x="653" y="59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3" y="58"/>
                </a:lnTo>
                <a:lnTo>
                  <a:pt x="654" y="58"/>
                </a:lnTo>
                <a:lnTo>
                  <a:pt x="654" y="58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4" y="57"/>
                </a:lnTo>
                <a:lnTo>
                  <a:pt x="655" y="57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6"/>
                </a:lnTo>
                <a:lnTo>
                  <a:pt x="655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5"/>
                </a:lnTo>
                <a:lnTo>
                  <a:pt x="656" y="54"/>
                </a:lnTo>
                <a:lnTo>
                  <a:pt x="656" y="54"/>
                </a:lnTo>
                <a:lnTo>
                  <a:pt x="656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4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7" y="53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2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8" y="50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9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8"/>
                </a:lnTo>
                <a:lnTo>
                  <a:pt x="659" y="47"/>
                </a:lnTo>
                <a:lnTo>
                  <a:pt x="659" y="47"/>
                </a:lnTo>
                <a:lnTo>
                  <a:pt x="659" y="47"/>
                </a:lnTo>
                <a:lnTo>
                  <a:pt x="659" y="47"/>
                </a:lnTo>
                <a:lnTo>
                  <a:pt x="661" y="47"/>
                </a:lnTo>
                <a:lnTo>
                  <a:pt x="661" y="47"/>
                </a:lnTo>
                <a:lnTo>
                  <a:pt x="661" y="47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6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5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4"/>
                </a:lnTo>
                <a:lnTo>
                  <a:pt x="661" y="43"/>
                </a:lnTo>
                <a:lnTo>
                  <a:pt x="661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3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1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40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9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8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7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6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5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4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2" y="32"/>
                </a:lnTo>
                <a:lnTo>
                  <a:pt x="661" y="32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1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30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9"/>
                </a:lnTo>
                <a:lnTo>
                  <a:pt x="661" y="28"/>
                </a:lnTo>
                <a:lnTo>
                  <a:pt x="661" y="28"/>
                </a:lnTo>
                <a:lnTo>
                  <a:pt x="661" y="28"/>
                </a:lnTo>
                <a:lnTo>
                  <a:pt x="661" y="28"/>
                </a:lnTo>
                <a:lnTo>
                  <a:pt x="659" y="28"/>
                </a:lnTo>
                <a:lnTo>
                  <a:pt x="659" y="28"/>
                </a:lnTo>
                <a:lnTo>
                  <a:pt x="659" y="28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7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6"/>
                </a:lnTo>
                <a:lnTo>
                  <a:pt x="659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4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3"/>
                </a:lnTo>
                <a:lnTo>
                  <a:pt x="658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2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7" y="21"/>
                </a:lnTo>
                <a:lnTo>
                  <a:pt x="656" y="21"/>
                </a:lnTo>
                <a:lnTo>
                  <a:pt x="656" y="21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6" y="20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9"/>
                </a:lnTo>
                <a:lnTo>
                  <a:pt x="655" y="18"/>
                </a:lnTo>
                <a:lnTo>
                  <a:pt x="655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8"/>
                </a:lnTo>
                <a:lnTo>
                  <a:pt x="654" y="17"/>
                </a:lnTo>
                <a:lnTo>
                  <a:pt x="654" y="17"/>
                </a:lnTo>
                <a:lnTo>
                  <a:pt x="654" y="17"/>
                </a:lnTo>
                <a:lnTo>
                  <a:pt x="654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7"/>
                </a:lnTo>
                <a:lnTo>
                  <a:pt x="653" y="15"/>
                </a:lnTo>
                <a:lnTo>
                  <a:pt x="653" y="15"/>
                </a:lnTo>
                <a:lnTo>
                  <a:pt x="653" y="15"/>
                </a:lnTo>
                <a:lnTo>
                  <a:pt x="653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5"/>
                </a:lnTo>
                <a:lnTo>
                  <a:pt x="652" y="14"/>
                </a:lnTo>
                <a:lnTo>
                  <a:pt x="652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4"/>
                </a:lnTo>
                <a:lnTo>
                  <a:pt x="650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9" y="13"/>
                </a:lnTo>
                <a:lnTo>
                  <a:pt x="648" y="13"/>
                </a:lnTo>
                <a:lnTo>
                  <a:pt x="648" y="13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8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2"/>
                </a:lnTo>
                <a:lnTo>
                  <a:pt x="647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6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1"/>
                </a:lnTo>
                <a:lnTo>
                  <a:pt x="645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4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3" y="10"/>
                </a:lnTo>
                <a:lnTo>
                  <a:pt x="641" y="10"/>
                </a:lnTo>
                <a:lnTo>
                  <a:pt x="641" y="10"/>
                </a:lnTo>
                <a:lnTo>
                  <a:pt x="641" y="10"/>
                </a:lnTo>
                <a:lnTo>
                  <a:pt x="641" y="9"/>
                </a:lnTo>
                <a:lnTo>
                  <a:pt x="641" y="9"/>
                </a:lnTo>
                <a:lnTo>
                  <a:pt x="641" y="9"/>
                </a:lnTo>
                <a:lnTo>
                  <a:pt x="641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40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9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8" y="9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7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6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5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4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2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1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30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9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8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8"/>
                </a:lnTo>
                <a:lnTo>
                  <a:pt x="627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6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5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3" y="9"/>
                </a:lnTo>
                <a:lnTo>
                  <a:pt x="622" y="9"/>
                </a:lnTo>
                <a:lnTo>
                  <a:pt x="622" y="9"/>
                </a:lnTo>
                <a:lnTo>
                  <a:pt x="622" y="9"/>
                </a:lnTo>
                <a:lnTo>
                  <a:pt x="622" y="10"/>
                </a:lnTo>
                <a:lnTo>
                  <a:pt x="622" y="10"/>
                </a:lnTo>
                <a:lnTo>
                  <a:pt x="622" y="10"/>
                </a:lnTo>
                <a:lnTo>
                  <a:pt x="622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1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20" y="10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9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8" y="11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7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2"/>
                </a:lnTo>
                <a:lnTo>
                  <a:pt x="616" y="13"/>
                </a:lnTo>
                <a:lnTo>
                  <a:pt x="616" y="13"/>
                </a:lnTo>
                <a:lnTo>
                  <a:pt x="616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4" y="13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3" y="14"/>
                </a:lnTo>
                <a:lnTo>
                  <a:pt x="612" y="14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2" y="15"/>
                </a:lnTo>
                <a:lnTo>
                  <a:pt x="611" y="15"/>
                </a:lnTo>
                <a:lnTo>
                  <a:pt x="611" y="15"/>
                </a:lnTo>
                <a:lnTo>
                  <a:pt x="611" y="15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1" y="17"/>
                </a:lnTo>
                <a:lnTo>
                  <a:pt x="610" y="17"/>
                </a:lnTo>
                <a:lnTo>
                  <a:pt x="610" y="17"/>
                </a:lnTo>
                <a:lnTo>
                  <a:pt x="610" y="17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10" y="18"/>
                </a:lnTo>
                <a:lnTo>
                  <a:pt x="609" y="18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19"/>
                </a:lnTo>
                <a:lnTo>
                  <a:pt x="609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0"/>
                </a:lnTo>
                <a:lnTo>
                  <a:pt x="608" y="21"/>
                </a:lnTo>
                <a:lnTo>
                  <a:pt x="608" y="21"/>
                </a:lnTo>
                <a:lnTo>
                  <a:pt x="608" y="21"/>
                </a:lnTo>
                <a:lnTo>
                  <a:pt x="608" y="21"/>
                </a:lnTo>
                <a:lnTo>
                  <a:pt x="607" y="21"/>
                </a:lnTo>
                <a:lnTo>
                  <a:pt x="607" y="21"/>
                </a:lnTo>
                <a:lnTo>
                  <a:pt x="607" y="21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2"/>
                </a:lnTo>
                <a:lnTo>
                  <a:pt x="607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3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4"/>
                </a:lnTo>
                <a:lnTo>
                  <a:pt x="605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6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7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4" y="28"/>
                </a:lnTo>
                <a:lnTo>
                  <a:pt x="603" y="28"/>
                </a:lnTo>
                <a:lnTo>
                  <a:pt x="603" y="28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29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0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1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3" y="32"/>
                </a:lnTo>
                <a:lnTo>
                  <a:pt x="602" y="32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4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5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6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lnTo>
                  <a:pt x="602" y="37"/>
                </a:lnTo>
                <a:close/>
                <a:moveTo>
                  <a:pt x="632" y="75"/>
                </a:moveTo>
                <a:lnTo>
                  <a:pt x="631" y="75"/>
                </a:lnTo>
                <a:lnTo>
                  <a:pt x="631" y="75"/>
                </a:lnTo>
                <a:lnTo>
                  <a:pt x="631" y="75"/>
                </a:lnTo>
                <a:lnTo>
                  <a:pt x="631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30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9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8" y="75"/>
                </a:lnTo>
                <a:lnTo>
                  <a:pt x="627" y="75"/>
                </a:lnTo>
                <a:lnTo>
                  <a:pt x="627" y="75"/>
                </a:lnTo>
                <a:lnTo>
                  <a:pt x="627" y="75"/>
                </a:lnTo>
                <a:lnTo>
                  <a:pt x="627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6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5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3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2" y="74"/>
                </a:lnTo>
                <a:lnTo>
                  <a:pt x="621" y="74"/>
                </a:lnTo>
                <a:lnTo>
                  <a:pt x="621" y="73"/>
                </a:lnTo>
                <a:lnTo>
                  <a:pt x="621" y="73"/>
                </a:lnTo>
                <a:lnTo>
                  <a:pt x="621" y="73"/>
                </a:lnTo>
                <a:lnTo>
                  <a:pt x="621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20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9" y="73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8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7" y="72"/>
                </a:lnTo>
                <a:lnTo>
                  <a:pt x="616" y="72"/>
                </a:lnTo>
                <a:lnTo>
                  <a:pt x="616" y="72"/>
                </a:lnTo>
                <a:lnTo>
                  <a:pt x="616" y="72"/>
                </a:lnTo>
                <a:lnTo>
                  <a:pt x="616" y="71"/>
                </a:lnTo>
                <a:lnTo>
                  <a:pt x="616" y="71"/>
                </a:lnTo>
                <a:lnTo>
                  <a:pt x="616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4" y="71"/>
                </a:lnTo>
                <a:lnTo>
                  <a:pt x="613" y="71"/>
                </a:lnTo>
                <a:lnTo>
                  <a:pt x="613" y="71"/>
                </a:lnTo>
                <a:lnTo>
                  <a:pt x="613" y="70"/>
                </a:lnTo>
                <a:lnTo>
                  <a:pt x="613" y="70"/>
                </a:lnTo>
                <a:lnTo>
                  <a:pt x="613" y="70"/>
                </a:lnTo>
                <a:lnTo>
                  <a:pt x="613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2" y="70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1" y="68"/>
                </a:lnTo>
                <a:lnTo>
                  <a:pt x="610" y="68"/>
                </a:lnTo>
                <a:lnTo>
                  <a:pt x="610" y="68"/>
                </a:lnTo>
                <a:lnTo>
                  <a:pt x="610" y="68"/>
                </a:lnTo>
                <a:lnTo>
                  <a:pt x="610" y="67"/>
                </a:lnTo>
                <a:lnTo>
                  <a:pt x="610" y="67"/>
                </a:lnTo>
                <a:lnTo>
                  <a:pt x="610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7"/>
                </a:lnTo>
                <a:lnTo>
                  <a:pt x="609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8" y="66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7" y="65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5" y="64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4" y="63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2"/>
                </a:lnTo>
                <a:lnTo>
                  <a:pt x="603" y="61"/>
                </a:lnTo>
                <a:lnTo>
                  <a:pt x="603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61"/>
                </a:lnTo>
                <a:lnTo>
                  <a:pt x="602" y="59"/>
                </a:lnTo>
                <a:lnTo>
                  <a:pt x="602" y="59"/>
                </a:lnTo>
                <a:lnTo>
                  <a:pt x="602" y="59"/>
                </a:lnTo>
                <a:lnTo>
                  <a:pt x="601" y="59"/>
                </a:lnTo>
                <a:lnTo>
                  <a:pt x="601" y="59"/>
                </a:lnTo>
                <a:lnTo>
                  <a:pt x="601" y="59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1" y="58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7"/>
                </a:lnTo>
                <a:lnTo>
                  <a:pt x="600" y="56"/>
                </a:lnTo>
                <a:lnTo>
                  <a:pt x="600" y="56"/>
                </a:lnTo>
                <a:lnTo>
                  <a:pt x="600" y="56"/>
                </a:lnTo>
                <a:lnTo>
                  <a:pt x="599" y="56"/>
                </a:lnTo>
                <a:lnTo>
                  <a:pt x="599" y="56"/>
                </a:lnTo>
                <a:lnTo>
                  <a:pt x="599" y="56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5"/>
                </a:lnTo>
                <a:lnTo>
                  <a:pt x="599" y="54"/>
                </a:lnTo>
                <a:lnTo>
                  <a:pt x="599" y="54"/>
                </a:lnTo>
                <a:lnTo>
                  <a:pt x="599" y="54"/>
                </a:lnTo>
                <a:lnTo>
                  <a:pt x="598" y="54"/>
                </a:lnTo>
                <a:lnTo>
                  <a:pt x="598" y="54"/>
                </a:lnTo>
                <a:lnTo>
                  <a:pt x="598" y="54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3"/>
                </a:lnTo>
                <a:lnTo>
                  <a:pt x="598" y="52"/>
                </a:lnTo>
                <a:lnTo>
                  <a:pt x="598" y="52"/>
                </a:lnTo>
                <a:lnTo>
                  <a:pt x="598" y="52"/>
                </a:lnTo>
                <a:lnTo>
                  <a:pt x="598" y="52"/>
                </a:lnTo>
                <a:lnTo>
                  <a:pt x="596" y="52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50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9"/>
                </a:lnTo>
                <a:lnTo>
                  <a:pt x="596" y="48"/>
                </a:lnTo>
                <a:lnTo>
                  <a:pt x="596" y="48"/>
                </a:lnTo>
                <a:lnTo>
                  <a:pt x="596" y="48"/>
                </a:lnTo>
                <a:lnTo>
                  <a:pt x="595" y="48"/>
                </a:lnTo>
                <a:lnTo>
                  <a:pt x="595" y="48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7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6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5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4"/>
                </a:lnTo>
                <a:lnTo>
                  <a:pt x="595" y="43"/>
                </a:lnTo>
                <a:lnTo>
                  <a:pt x="594" y="43"/>
                </a:lnTo>
                <a:lnTo>
                  <a:pt x="594" y="43"/>
                </a:lnTo>
                <a:lnTo>
                  <a:pt x="594" y="43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1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40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9"/>
                </a:lnTo>
                <a:lnTo>
                  <a:pt x="594" y="38"/>
                </a:lnTo>
                <a:lnTo>
                  <a:pt x="594" y="38"/>
                </a:lnTo>
                <a:lnTo>
                  <a:pt x="594" y="38"/>
                </a:lnTo>
                <a:lnTo>
                  <a:pt x="594" y="38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7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6"/>
                </a:lnTo>
                <a:lnTo>
                  <a:pt x="594" y="35"/>
                </a:lnTo>
                <a:lnTo>
                  <a:pt x="594" y="35"/>
                </a:lnTo>
                <a:lnTo>
                  <a:pt x="594" y="35"/>
                </a:lnTo>
                <a:lnTo>
                  <a:pt x="594" y="35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4"/>
                </a:lnTo>
                <a:lnTo>
                  <a:pt x="594" y="32"/>
                </a:lnTo>
                <a:lnTo>
                  <a:pt x="594" y="32"/>
                </a:lnTo>
                <a:lnTo>
                  <a:pt x="594" y="32"/>
                </a:lnTo>
                <a:lnTo>
                  <a:pt x="594" y="32"/>
                </a:lnTo>
                <a:lnTo>
                  <a:pt x="595" y="32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1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30"/>
                </a:lnTo>
                <a:lnTo>
                  <a:pt x="595" y="29"/>
                </a:lnTo>
                <a:lnTo>
                  <a:pt x="595" y="29"/>
                </a:lnTo>
                <a:lnTo>
                  <a:pt x="595" y="29"/>
                </a:lnTo>
                <a:lnTo>
                  <a:pt x="595" y="29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8"/>
                </a:lnTo>
                <a:lnTo>
                  <a:pt x="595" y="27"/>
                </a:lnTo>
                <a:lnTo>
                  <a:pt x="595" y="27"/>
                </a:lnTo>
                <a:lnTo>
                  <a:pt x="596" y="27"/>
                </a:lnTo>
                <a:lnTo>
                  <a:pt x="596" y="27"/>
                </a:lnTo>
                <a:lnTo>
                  <a:pt x="596" y="27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6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4"/>
                </a:lnTo>
                <a:lnTo>
                  <a:pt x="596" y="23"/>
                </a:lnTo>
                <a:lnTo>
                  <a:pt x="596" y="23"/>
                </a:lnTo>
                <a:lnTo>
                  <a:pt x="598" y="23"/>
                </a:lnTo>
                <a:lnTo>
                  <a:pt x="598" y="23"/>
                </a:lnTo>
                <a:lnTo>
                  <a:pt x="598" y="23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2"/>
                </a:lnTo>
                <a:lnTo>
                  <a:pt x="598" y="21"/>
                </a:lnTo>
                <a:lnTo>
                  <a:pt x="598" y="21"/>
                </a:lnTo>
                <a:lnTo>
                  <a:pt x="598" y="21"/>
                </a:lnTo>
                <a:lnTo>
                  <a:pt x="599" y="21"/>
                </a:lnTo>
                <a:lnTo>
                  <a:pt x="599" y="21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20"/>
                </a:lnTo>
                <a:lnTo>
                  <a:pt x="599" y="19"/>
                </a:lnTo>
                <a:lnTo>
                  <a:pt x="599" y="19"/>
                </a:lnTo>
                <a:lnTo>
                  <a:pt x="599" y="19"/>
                </a:lnTo>
                <a:lnTo>
                  <a:pt x="600" y="19"/>
                </a:lnTo>
                <a:lnTo>
                  <a:pt x="600" y="19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8"/>
                </a:lnTo>
                <a:lnTo>
                  <a:pt x="600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7"/>
                </a:lnTo>
                <a:lnTo>
                  <a:pt x="601" y="15"/>
                </a:lnTo>
                <a:lnTo>
                  <a:pt x="601" y="15"/>
                </a:lnTo>
                <a:lnTo>
                  <a:pt x="601" y="15"/>
                </a:lnTo>
                <a:lnTo>
                  <a:pt x="601" y="15"/>
                </a:lnTo>
                <a:lnTo>
                  <a:pt x="602" y="15"/>
                </a:lnTo>
                <a:lnTo>
                  <a:pt x="602" y="15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2" y="14"/>
                </a:lnTo>
                <a:lnTo>
                  <a:pt x="603" y="14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3"/>
                </a:lnTo>
                <a:lnTo>
                  <a:pt x="603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2"/>
                </a:lnTo>
                <a:lnTo>
                  <a:pt x="604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1"/>
                </a:lnTo>
                <a:lnTo>
                  <a:pt x="605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10"/>
                </a:lnTo>
                <a:lnTo>
                  <a:pt x="607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8" y="9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09" y="8"/>
                </a:lnTo>
                <a:lnTo>
                  <a:pt x="610" y="8"/>
                </a:lnTo>
                <a:lnTo>
                  <a:pt x="610" y="8"/>
                </a:lnTo>
                <a:lnTo>
                  <a:pt x="610" y="6"/>
                </a:lnTo>
                <a:lnTo>
                  <a:pt x="610" y="6"/>
                </a:lnTo>
                <a:lnTo>
                  <a:pt x="610" y="6"/>
                </a:lnTo>
                <a:lnTo>
                  <a:pt x="610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6"/>
                </a:lnTo>
                <a:lnTo>
                  <a:pt x="611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2" y="5"/>
                </a:lnTo>
                <a:lnTo>
                  <a:pt x="613" y="5"/>
                </a:lnTo>
                <a:lnTo>
                  <a:pt x="613" y="5"/>
                </a:lnTo>
                <a:lnTo>
                  <a:pt x="613" y="4"/>
                </a:lnTo>
                <a:lnTo>
                  <a:pt x="613" y="4"/>
                </a:lnTo>
                <a:lnTo>
                  <a:pt x="613" y="4"/>
                </a:lnTo>
                <a:lnTo>
                  <a:pt x="613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4" y="4"/>
                </a:lnTo>
                <a:lnTo>
                  <a:pt x="616" y="4"/>
                </a:lnTo>
                <a:lnTo>
                  <a:pt x="616" y="4"/>
                </a:lnTo>
                <a:lnTo>
                  <a:pt x="616" y="3"/>
                </a:lnTo>
                <a:lnTo>
                  <a:pt x="616" y="3"/>
                </a:lnTo>
                <a:lnTo>
                  <a:pt x="616" y="3"/>
                </a:lnTo>
                <a:lnTo>
                  <a:pt x="616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7" y="3"/>
                </a:lnTo>
                <a:lnTo>
                  <a:pt x="618" y="3"/>
                </a:lnTo>
                <a:lnTo>
                  <a:pt x="618" y="3"/>
                </a:lnTo>
                <a:lnTo>
                  <a:pt x="618" y="2"/>
                </a:lnTo>
                <a:lnTo>
                  <a:pt x="618" y="2"/>
                </a:lnTo>
                <a:lnTo>
                  <a:pt x="618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19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0" y="2"/>
                </a:lnTo>
                <a:lnTo>
                  <a:pt x="621" y="2"/>
                </a:lnTo>
                <a:lnTo>
                  <a:pt x="621" y="1"/>
                </a:lnTo>
                <a:lnTo>
                  <a:pt x="621" y="1"/>
                </a:lnTo>
                <a:lnTo>
                  <a:pt x="621" y="1"/>
                </a:lnTo>
                <a:lnTo>
                  <a:pt x="621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2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3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5" y="1"/>
                </a:lnTo>
                <a:lnTo>
                  <a:pt x="626" y="1"/>
                </a:lnTo>
                <a:lnTo>
                  <a:pt x="626" y="1"/>
                </a:lnTo>
                <a:lnTo>
                  <a:pt x="626" y="0"/>
                </a:lnTo>
                <a:lnTo>
                  <a:pt x="626" y="0"/>
                </a:lnTo>
                <a:lnTo>
                  <a:pt x="626" y="0"/>
                </a:lnTo>
                <a:lnTo>
                  <a:pt x="627" y="0"/>
                </a:lnTo>
                <a:lnTo>
                  <a:pt x="627" y="0"/>
                </a:lnTo>
                <a:lnTo>
                  <a:pt x="627" y="0"/>
                </a:lnTo>
                <a:lnTo>
                  <a:pt x="627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8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29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0" y="0"/>
                </a:lnTo>
                <a:lnTo>
                  <a:pt x="631" y="0"/>
                </a:lnTo>
                <a:lnTo>
                  <a:pt x="631" y="0"/>
                </a:lnTo>
                <a:lnTo>
                  <a:pt x="631" y="0"/>
                </a:lnTo>
                <a:lnTo>
                  <a:pt x="631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2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4" y="0"/>
                </a:lnTo>
                <a:lnTo>
                  <a:pt x="635" y="0"/>
                </a:lnTo>
                <a:lnTo>
                  <a:pt x="635" y="0"/>
                </a:lnTo>
                <a:lnTo>
                  <a:pt x="635" y="0"/>
                </a:lnTo>
                <a:lnTo>
                  <a:pt x="635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6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7" y="0"/>
                </a:lnTo>
                <a:lnTo>
                  <a:pt x="638" y="0"/>
                </a:lnTo>
                <a:lnTo>
                  <a:pt x="638" y="0"/>
                </a:lnTo>
                <a:lnTo>
                  <a:pt x="638" y="0"/>
                </a:lnTo>
                <a:lnTo>
                  <a:pt x="638" y="1"/>
                </a:lnTo>
                <a:lnTo>
                  <a:pt x="638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39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0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1" y="1"/>
                </a:lnTo>
                <a:lnTo>
                  <a:pt x="643" y="1"/>
                </a:lnTo>
                <a:lnTo>
                  <a:pt x="643" y="1"/>
                </a:lnTo>
                <a:lnTo>
                  <a:pt x="643" y="1"/>
                </a:lnTo>
                <a:lnTo>
                  <a:pt x="643" y="1"/>
                </a:lnTo>
                <a:lnTo>
                  <a:pt x="643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4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5" y="2"/>
                </a:lnTo>
                <a:lnTo>
                  <a:pt x="646" y="2"/>
                </a:lnTo>
                <a:lnTo>
                  <a:pt x="646" y="2"/>
                </a:lnTo>
                <a:lnTo>
                  <a:pt x="646" y="2"/>
                </a:lnTo>
                <a:lnTo>
                  <a:pt x="646" y="2"/>
                </a:lnTo>
                <a:lnTo>
                  <a:pt x="646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7" y="3"/>
                </a:lnTo>
                <a:lnTo>
                  <a:pt x="648" y="3"/>
                </a:lnTo>
                <a:lnTo>
                  <a:pt x="648" y="3"/>
                </a:lnTo>
                <a:lnTo>
                  <a:pt x="648" y="3"/>
                </a:lnTo>
                <a:lnTo>
                  <a:pt x="648" y="3"/>
                </a:lnTo>
                <a:lnTo>
                  <a:pt x="648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49" y="4"/>
                </a:lnTo>
                <a:lnTo>
                  <a:pt x="650" y="4"/>
                </a:lnTo>
                <a:lnTo>
                  <a:pt x="650" y="4"/>
                </a:lnTo>
                <a:lnTo>
                  <a:pt x="650" y="4"/>
                </a:lnTo>
                <a:lnTo>
                  <a:pt x="650" y="4"/>
                </a:lnTo>
                <a:lnTo>
                  <a:pt x="650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2" y="5"/>
                </a:lnTo>
                <a:lnTo>
                  <a:pt x="653" y="5"/>
                </a:lnTo>
                <a:lnTo>
                  <a:pt x="653" y="5"/>
                </a:lnTo>
                <a:lnTo>
                  <a:pt x="653" y="6"/>
                </a:lnTo>
                <a:lnTo>
                  <a:pt x="653" y="6"/>
                </a:lnTo>
                <a:lnTo>
                  <a:pt x="653" y="6"/>
                </a:lnTo>
                <a:lnTo>
                  <a:pt x="653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6"/>
                </a:lnTo>
                <a:lnTo>
                  <a:pt x="654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5" y="8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6" y="9"/>
                </a:lnTo>
                <a:lnTo>
                  <a:pt x="657" y="9"/>
                </a:lnTo>
                <a:lnTo>
                  <a:pt x="657" y="9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7" y="10"/>
                </a:lnTo>
                <a:lnTo>
                  <a:pt x="658" y="10"/>
                </a:lnTo>
                <a:lnTo>
                  <a:pt x="658" y="10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8" y="11"/>
                </a:lnTo>
                <a:lnTo>
                  <a:pt x="659" y="11"/>
                </a:lnTo>
                <a:lnTo>
                  <a:pt x="659" y="11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59" y="12"/>
                </a:lnTo>
                <a:lnTo>
                  <a:pt x="661" y="12"/>
                </a:lnTo>
                <a:lnTo>
                  <a:pt x="661" y="12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1" y="13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4"/>
                </a:lnTo>
                <a:lnTo>
                  <a:pt x="662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5"/>
                </a:lnTo>
                <a:lnTo>
                  <a:pt x="663" y="17"/>
                </a:lnTo>
                <a:lnTo>
                  <a:pt x="663" y="17"/>
                </a:lnTo>
                <a:lnTo>
                  <a:pt x="663" y="17"/>
                </a:lnTo>
                <a:lnTo>
                  <a:pt x="663" y="17"/>
                </a:lnTo>
                <a:lnTo>
                  <a:pt x="664" y="17"/>
                </a:lnTo>
                <a:lnTo>
                  <a:pt x="664" y="17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8"/>
                </a:lnTo>
                <a:lnTo>
                  <a:pt x="664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19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0"/>
                </a:lnTo>
                <a:lnTo>
                  <a:pt x="665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1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2"/>
                </a:lnTo>
                <a:lnTo>
                  <a:pt x="666" y="23"/>
                </a:lnTo>
                <a:lnTo>
                  <a:pt x="666" y="23"/>
                </a:lnTo>
                <a:lnTo>
                  <a:pt x="667" y="23"/>
                </a:lnTo>
                <a:lnTo>
                  <a:pt x="667" y="23"/>
                </a:lnTo>
                <a:lnTo>
                  <a:pt x="667" y="23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4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6"/>
                </a:lnTo>
                <a:lnTo>
                  <a:pt x="667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7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8"/>
                </a:lnTo>
                <a:lnTo>
                  <a:pt x="668" y="29"/>
                </a:lnTo>
                <a:lnTo>
                  <a:pt x="668" y="29"/>
                </a:lnTo>
                <a:lnTo>
                  <a:pt x="668" y="29"/>
                </a:lnTo>
                <a:lnTo>
                  <a:pt x="668" y="29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0"/>
                </a:lnTo>
                <a:lnTo>
                  <a:pt x="668" y="31"/>
                </a:lnTo>
                <a:lnTo>
                  <a:pt x="668" y="31"/>
                </a:lnTo>
                <a:lnTo>
                  <a:pt x="670" y="31"/>
                </a:lnTo>
                <a:lnTo>
                  <a:pt x="670" y="31"/>
                </a:lnTo>
                <a:lnTo>
                  <a:pt x="670" y="31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2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4"/>
                </a:lnTo>
                <a:lnTo>
                  <a:pt x="670" y="35"/>
                </a:lnTo>
                <a:lnTo>
                  <a:pt x="670" y="35"/>
                </a:lnTo>
                <a:lnTo>
                  <a:pt x="670" y="35"/>
                </a:lnTo>
                <a:lnTo>
                  <a:pt x="670" y="35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6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7"/>
                </a:lnTo>
                <a:lnTo>
                  <a:pt x="670" y="38"/>
                </a:lnTo>
                <a:lnTo>
                  <a:pt x="670" y="38"/>
                </a:lnTo>
                <a:lnTo>
                  <a:pt x="670" y="38"/>
                </a:lnTo>
                <a:lnTo>
                  <a:pt x="670" y="38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39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0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1"/>
                </a:lnTo>
                <a:lnTo>
                  <a:pt x="670" y="43"/>
                </a:lnTo>
                <a:lnTo>
                  <a:pt x="670" y="43"/>
                </a:lnTo>
                <a:lnTo>
                  <a:pt x="670" y="43"/>
                </a:lnTo>
                <a:lnTo>
                  <a:pt x="670" y="43"/>
                </a:lnTo>
                <a:lnTo>
                  <a:pt x="670" y="44"/>
                </a:lnTo>
                <a:lnTo>
                  <a:pt x="670" y="44"/>
                </a:lnTo>
                <a:lnTo>
                  <a:pt x="670" y="44"/>
                </a:lnTo>
                <a:lnTo>
                  <a:pt x="668" y="44"/>
                </a:lnTo>
                <a:lnTo>
                  <a:pt x="668" y="44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5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6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7"/>
                </a:lnTo>
                <a:lnTo>
                  <a:pt x="668" y="48"/>
                </a:lnTo>
                <a:lnTo>
                  <a:pt x="668" y="48"/>
                </a:lnTo>
                <a:lnTo>
                  <a:pt x="668" y="48"/>
                </a:lnTo>
                <a:lnTo>
                  <a:pt x="668" y="48"/>
                </a:lnTo>
                <a:lnTo>
                  <a:pt x="667" y="48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49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0"/>
                </a:lnTo>
                <a:lnTo>
                  <a:pt x="667" y="52"/>
                </a:lnTo>
                <a:lnTo>
                  <a:pt x="667" y="52"/>
                </a:lnTo>
                <a:lnTo>
                  <a:pt x="666" y="52"/>
                </a:lnTo>
                <a:lnTo>
                  <a:pt x="666" y="52"/>
                </a:lnTo>
                <a:lnTo>
                  <a:pt x="666" y="52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3"/>
                </a:lnTo>
                <a:lnTo>
                  <a:pt x="666" y="54"/>
                </a:lnTo>
                <a:lnTo>
                  <a:pt x="666" y="54"/>
                </a:lnTo>
                <a:lnTo>
                  <a:pt x="666" y="54"/>
                </a:lnTo>
                <a:lnTo>
                  <a:pt x="666" y="54"/>
                </a:lnTo>
                <a:lnTo>
                  <a:pt x="665" y="54"/>
                </a:lnTo>
                <a:lnTo>
                  <a:pt x="665" y="54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5"/>
                </a:lnTo>
                <a:lnTo>
                  <a:pt x="665" y="56"/>
                </a:lnTo>
                <a:lnTo>
                  <a:pt x="665" y="56"/>
                </a:lnTo>
                <a:lnTo>
                  <a:pt x="665" y="56"/>
                </a:lnTo>
                <a:lnTo>
                  <a:pt x="665" y="56"/>
                </a:lnTo>
                <a:lnTo>
                  <a:pt x="664" y="56"/>
                </a:lnTo>
                <a:lnTo>
                  <a:pt x="664" y="56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7"/>
                </a:lnTo>
                <a:lnTo>
                  <a:pt x="664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8"/>
                </a:lnTo>
                <a:lnTo>
                  <a:pt x="663" y="59"/>
                </a:lnTo>
                <a:lnTo>
                  <a:pt x="663" y="59"/>
                </a:lnTo>
                <a:lnTo>
                  <a:pt x="663" y="59"/>
                </a:lnTo>
                <a:lnTo>
                  <a:pt x="663" y="59"/>
                </a:lnTo>
                <a:lnTo>
                  <a:pt x="662" y="59"/>
                </a:lnTo>
                <a:lnTo>
                  <a:pt x="662" y="59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2" y="61"/>
                </a:lnTo>
                <a:lnTo>
                  <a:pt x="661" y="61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2"/>
                </a:lnTo>
                <a:lnTo>
                  <a:pt x="661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3"/>
                </a:lnTo>
                <a:lnTo>
                  <a:pt x="659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4"/>
                </a:lnTo>
                <a:lnTo>
                  <a:pt x="658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5"/>
                </a:lnTo>
                <a:lnTo>
                  <a:pt x="657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6" y="66"/>
                </a:lnTo>
                <a:lnTo>
                  <a:pt x="655" y="66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5" y="67"/>
                </a:lnTo>
                <a:lnTo>
                  <a:pt x="654" y="67"/>
                </a:lnTo>
                <a:lnTo>
                  <a:pt x="654" y="67"/>
                </a:lnTo>
                <a:lnTo>
                  <a:pt x="654" y="68"/>
                </a:lnTo>
                <a:lnTo>
                  <a:pt x="654" y="68"/>
                </a:lnTo>
                <a:lnTo>
                  <a:pt x="654" y="68"/>
                </a:lnTo>
                <a:lnTo>
                  <a:pt x="654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68"/>
                </a:lnTo>
                <a:lnTo>
                  <a:pt x="653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2" y="70"/>
                </a:lnTo>
                <a:lnTo>
                  <a:pt x="650" y="70"/>
                </a:lnTo>
                <a:lnTo>
                  <a:pt x="650" y="70"/>
                </a:lnTo>
                <a:lnTo>
                  <a:pt x="650" y="70"/>
                </a:lnTo>
                <a:lnTo>
                  <a:pt x="650" y="71"/>
                </a:lnTo>
                <a:lnTo>
                  <a:pt x="650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9" y="71"/>
                </a:lnTo>
                <a:lnTo>
                  <a:pt x="648" y="71"/>
                </a:lnTo>
                <a:lnTo>
                  <a:pt x="648" y="71"/>
                </a:lnTo>
                <a:lnTo>
                  <a:pt x="648" y="72"/>
                </a:lnTo>
                <a:lnTo>
                  <a:pt x="648" y="72"/>
                </a:lnTo>
                <a:lnTo>
                  <a:pt x="648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7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2"/>
                </a:lnTo>
                <a:lnTo>
                  <a:pt x="646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5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4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3"/>
                </a:lnTo>
                <a:lnTo>
                  <a:pt x="643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1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40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9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8" y="74"/>
                </a:lnTo>
                <a:lnTo>
                  <a:pt x="637" y="74"/>
                </a:lnTo>
                <a:lnTo>
                  <a:pt x="637" y="75"/>
                </a:lnTo>
                <a:lnTo>
                  <a:pt x="637" y="75"/>
                </a:lnTo>
                <a:lnTo>
                  <a:pt x="637" y="75"/>
                </a:lnTo>
                <a:lnTo>
                  <a:pt x="637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6" y="75"/>
                </a:lnTo>
                <a:lnTo>
                  <a:pt x="635" y="75"/>
                </a:lnTo>
                <a:lnTo>
                  <a:pt x="635" y="75"/>
                </a:lnTo>
                <a:lnTo>
                  <a:pt x="635" y="75"/>
                </a:lnTo>
                <a:lnTo>
                  <a:pt x="635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4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lnTo>
                  <a:pt x="632" y="75"/>
                </a:lnTo>
                <a:close/>
                <a:moveTo>
                  <a:pt x="628" y="77"/>
                </a:moveTo>
                <a:lnTo>
                  <a:pt x="636" y="77"/>
                </a:lnTo>
                <a:lnTo>
                  <a:pt x="636" y="93"/>
                </a:lnTo>
                <a:lnTo>
                  <a:pt x="628" y="93"/>
                </a:lnTo>
                <a:lnTo>
                  <a:pt x="628" y="77"/>
                </a:lnTo>
                <a:lnTo>
                  <a:pt x="628" y="77"/>
                </a:lnTo>
                <a:close/>
                <a:moveTo>
                  <a:pt x="628" y="125"/>
                </a:moveTo>
                <a:lnTo>
                  <a:pt x="636" y="125"/>
                </a:lnTo>
                <a:lnTo>
                  <a:pt x="636" y="140"/>
                </a:lnTo>
                <a:lnTo>
                  <a:pt x="628" y="140"/>
                </a:lnTo>
                <a:lnTo>
                  <a:pt x="628" y="125"/>
                </a:lnTo>
                <a:lnTo>
                  <a:pt x="628" y="125"/>
                </a:lnTo>
                <a:close/>
                <a:moveTo>
                  <a:pt x="628" y="172"/>
                </a:moveTo>
                <a:lnTo>
                  <a:pt x="636" y="172"/>
                </a:lnTo>
                <a:lnTo>
                  <a:pt x="636" y="188"/>
                </a:lnTo>
                <a:lnTo>
                  <a:pt x="628" y="188"/>
                </a:lnTo>
                <a:lnTo>
                  <a:pt x="628" y="172"/>
                </a:lnTo>
                <a:lnTo>
                  <a:pt x="628" y="172"/>
                </a:lnTo>
                <a:close/>
                <a:moveTo>
                  <a:pt x="628" y="219"/>
                </a:moveTo>
                <a:lnTo>
                  <a:pt x="636" y="219"/>
                </a:lnTo>
                <a:lnTo>
                  <a:pt x="636" y="235"/>
                </a:lnTo>
                <a:lnTo>
                  <a:pt x="628" y="235"/>
                </a:lnTo>
                <a:lnTo>
                  <a:pt x="628" y="219"/>
                </a:lnTo>
                <a:lnTo>
                  <a:pt x="628" y="219"/>
                </a:lnTo>
                <a:close/>
                <a:moveTo>
                  <a:pt x="628" y="266"/>
                </a:moveTo>
                <a:lnTo>
                  <a:pt x="636" y="266"/>
                </a:lnTo>
                <a:lnTo>
                  <a:pt x="636" y="281"/>
                </a:lnTo>
                <a:lnTo>
                  <a:pt x="628" y="281"/>
                </a:lnTo>
                <a:lnTo>
                  <a:pt x="628" y="266"/>
                </a:lnTo>
                <a:lnTo>
                  <a:pt x="628" y="266"/>
                </a:lnTo>
                <a:close/>
                <a:moveTo>
                  <a:pt x="628" y="305"/>
                </a:moveTo>
                <a:lnTo>
                  <a:pt x="628" y="313"/>
                </a:lnTo>
                <a:lnTo>
                  <a:pt x="612" y="313"/>
                </a:lnTo>
                <a:lnTo>
                  <a:pt x="612" y="305"/>
                </a:lnTo>
                <a:lnTo>
                  <a:pt x="628" y="305"/>
                </a:lnTo>
                <a:lnTo>
                  <a:pt x="628" y="305"/>
                </a:lnTo>
                <a:close/>
                <a:moveTo>
                  <a:pt x="581" y="305"/>
                </a:moveTo>
                <a:lnTo>
                  <a:pt x="581" y="313"/>
                </a:lnTo>
                <a:lnTo>
                  <a:pt x="565" y="313"/>
                </a:lnTo>
                <a:lnTo>
                  <a:pt x="565" y="305"/>
                </a:lnTo>
                <a:lnTo>
                  <a:pt x="581" y="305"/>
                </a:lnTo>
                <a:lnTo>
                  <a:pt x="581" y="305"/>
                </a:lnTo>
                <a:close/>
                <a:moveTo>
                  <a:pt x="533" y="305"/>
                </a:moveTo>
                <a:lnTo>
                  <a:pt x="533" y="313"/>
                </a:lnTo>
                <a:lnTo>
                  <a:pt x="518" y="313"/>
                </a:lnTo>
                <a:lnTo>
                  <a:pt x="518" y="305"/>
                </a:lnTo>
                <a:lnTo>
                  <a:pt x="533" y="305"/>
                </a:lnTo>
                <a:lnTo>
                  <a:pt x="533" y="305"/>
                </a:lnTo>
                <a:close/>
                <a:moveTo>
                  <a:pt x="486" y="305"/>
                </a:moveTo>
                <a:lnTo>
                  <a:pt x="486" y="313"/>
                </a:lnTo>
                <a:lnTo>
                  <a:pt x="470" y="313"/>
                </a:lnTo>
                <a:lnTo>
                  <a:pt x="470" y="305"/>
                </a:lnTo>
                <a:lnTo>
                  <a:pt x="486" y="305"/>
                </a:lnTo>
                <a:lnTo>
                  <a:pt x="486" y="305"/>
                </a:lnTo>
                <a:close/>
                <a:moveTo>
                  <a:pt x="440" y="305"/>
                </a:moveTo>
                <a:lnTo>
                  <a:pt x="440" y="313"/>
                </a:lnTo>
                <a:lnTo>
                  <a:pt x="424" y="313"/>
                </a:lnTo>
                <a:lnTo>
                  <a:pt x="424" y="305"/>
                </a:lnTo>
                <a:lnTo>
                  <a:pt x="440" y="305"/>
                </a:lnTo>
                <a:lnTo>
                  <a:pt x="440" y="305"/>
                </a:lnTo>
                <a:close/>
                <a:moveTo>
                  <a:pt x="393" y="305"/>
                </a:moveTo>
                <a:lnTo>
                  <a:pt x="393" y="313"/>
                </a:lnTo>
                <a:lnTo>
                  <a:pt x="377" y="313"/>
                </a:lnTo>
                <a:lnTo>
                  <a:pt x="377" y="305"/>
                </a:lnTo>
                <a:lnTo>
                  <a:pt x="393" y="305"/>
                </a:lnTo>
                <a:lnTo>
                  <a:pt x="393" y="305"/>
                </a:lnTo>
                <a:close/>
                <a:moveTo>
                  <a:pt x="345" y="305"/>
                </a:moveTo>
                <a:lnTo>
                  <a:pt x="345" y="313"/>
                </a:lnTo>
                <a:lnTo>
                  <a:pt x="330" y="313"/>
                </a:lnTo>
                <a:lnTo>
                  <a:pt x="330" y="305"/>
                </a:lnTo>
                <a:lnTo>
                  <a:pt x="345" y="305"/>
                </a:lnTo>
                <a:lnTo>
                  <a:pt x="345" y="305"/>
                </a:lnTo>
                <a:close/>
                <a:moveTo>
                  <a:pt x="298" y="305"/>
                </a:moveTo>
                <a:lnTo>
                  <a:pt x="298" y="313"/>
                </a:lnTo>
                <a:lnTo>
                  <a:pt x="282" y="313"/>
                </a:lnTo>
                <a:lnTo>
                  <a:pt x="282" y="305"/>
                </a:lnTo>
                <a:lnTo>
                  <a:pt x="298" y="305"/>
                </a:lnTo>
                <a:lnTo>
                  <a:pt x="298" y="305"/>
                </a:lnTo>
                <a:close/>
                <a:moveTo>
                  <a:pt x="251" y="305"/>
                </a:moveTo>
                <a:lnTo>
                  <a:pt x="251" y="313"/>
                </a:lnTo>
                <a:lnTo>
                  <a:pt x="235" y="313"/>
                </a:lnTo>
                <a:lnTo>
                  <a:pt x="235" y="305"/>
                </a:lnTo>
                <a:lnTo>
                  <a:pt x="251" y="305"/>
                </a:lnTo>
                <a:lnTo>
                  <a:pt x="251" y="305"/>
                </a:lnTo>
                <a:close/>
                <a:moveTo>
                  <a:pt x="203" y="305"/>
                </a:moveTo>
                <a:lnTo>
                  <a:pt x="203" y="313"/>
                </a:lnTo>
                <a:lnTo>
                  <a:pt x="188" y="313"/>
                </a:lnTo>
                <a:lnTo>
                  <a:pt x="188" y="305"/>
                </a:lnTo>
                <a:lnTo>
                  <a:pt x="203" y="305"/>
                </a:lnTo>
                <a:lnTo>
                  <a:pt x="203" y="305"/>
                </a:lnTo>
                <a:close/>
                <a:moveTo>
                  <a:pt x="156" y="305"/>
                </a:moveTo>
                <a:lnTo>
                  <a:pt x="156" y="313"/>
                </a:lnTo>
                <a:lnTo>
                  <a:pt x="140" y="313"/>
                </a:lnTo>
                <a:lnTo>
                  <a:pt x="140" y="305"/>
                </a:lnTo>
                <a:lnTo>
                  <a:pt x="156" y="305"/>
                </a:lnTo>
                <a:lnTo>
                  <a:pt x="156" y="305"/>
                </a:lnTo>
                <a:close/>
                <a:moveTo>
                  <a:pt x="110" y="305"/>
                </a:moveTo>
                <a:lnTo>
                  <a:pt x="110" y="313"/>
                </a:lnTo>
                <a:lnTo>
                  <a:pt x="94" y="313"/>
                </a:lnTo>
                <a:lnTo>
                  <a:pt x="94" y="305"/>
                </a:lnTo>
                <a:lnTo>
                  <a:pt x="110" y="305"/>
                </a:lnTo>
                <a:lnTo>
                  <a:pt x="110" y="305"/>
                </a:lnTo>
                <a:close/>
                <a:moveTo>
                  <a:pt x="63" y="305"/>
                </a:moveTo>
                <a:lnTo>
                  <a:pt x="63" y="313"/>
                </a:lnTo>
                <a:lnTo>
                  <a:pt x="47" y="313"/>
                </a:lnTo>
                <a:lnTo>
                  <a:pt x="47" y="305"/>
                </a:lnTo>
                <a:lnTo>
                  <a:pt x="63" y="305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82">
            <a:extLst>
              <a:ext uri="{FF2B5EF4-FFF2-40B4-BE49-F238E27FC236}">
                <a16:creationId xmlns:a16="http://schemas.microsoft.com/office/drawing/2014/main" id="{2DDB98DB-48F0-7883-A8E1-26670AD4B8E8}"/>
              </a:ext>
            </a:extLst>
          </p:cNvPr>
          <p:cNvSpPr>
            <a:spLocks noEditPoints="1"/>
          </p:cNvSpPr>
          <p:nvPr/>
        </p:nvSpPr>
        <p:spPr bwMode="auto">
          <a:xfrm>
            <a:off x="7555358" y="5130800"/>
            <a:ext cx="738188" cy="522287"/>
          </a:xfrm>
          <a:custGeom>
            <a:avLst/>
            <a:gdLst>
              <a:gd name="T0" fmla="*/ 8 w 465"/>
              <a:gd name="T1" fmla="*/ 43 h 329"/>
              <a:gd name="T2" fmla="*/ 10 w 465"/>
              <a:gd name="T3" fmla="*/ 48 h 329"/>
              <a:gd name="T4" fmla="*/ 12 w 465"/>
              <a:gd name="T5" fmla="*/ 54 h 329"/>
              <a:gd name="T6" fmla="*/ 17 w 465"/>
              <a:gd name="T7" fmla="*/ 58 h 329"/>
              <a:gd name="T8" fmla="*/ 21 w 465"/>
              <a:gd name="T9" fmla="*/ 63 h 329"/>
              <a:gd name="T10" fmla="*/ 27 w 465"/>
              <a:gd name="T11" fmla="*/ 65 h 329"/>
              <a:gd name="T12" fmla="*/ 33 w 465"/>
              <a:gd name="T13" fmla="*/ 66 h 329"/>
              <a:gd name="T14" fmla="*/ 39 w 465"/>
              <a:gd name="T15" fmla="*/ 67 h 329"/>
              <a:gd name="T16" fmla="*/ 45 w 465"/>
              <a:gd name="T17" fmla="*/ 66 h 329"/>
              <a:gd name="T18" fmla="*/ 51 w 465"/>
              <a:gd name="T19" fmla="*/ 64 h 329"/>
              <a:gd name="T20" fmla="*/ 56 w 465"/>
              <a:gd name="T21" fmla="*/ 61 h 329"/>
              <a:gd name="T22" fmla="*/ 61 w 465"/>
              <a:gd name="T23" fmla="*/ 56 h 329"/>
              <a:gd name="T24" fmla="*/ 64 w 465"/>
              <a:gd name="T25" fmla="*/ 52 h 329"/>
              <a:gd name="T26" fmla="*/ 66 w 465"/>
              <a:gd name="T27" fmla="*/ 45 h 329"/>
              <a:gd name="T28" fmla="*/ 66 w 465"/>
              <a:gd name="T29" fmla="*/ 39 h 329"/>
              <a:gd name="T30" fmla="*/ 66 w 465"/>
              <a:gd name="T31" fmla="*/ 32 h 329"/>
              <a:gd name="T32" fmla="*/ 65 w 465"/>
              <a:gd name="T33" fmla="*/ 27 h 329"/>
              <a:gd name="T34" fmla="*/ 62 w 465"/>
              <a:gd name="T35" fmla="*/ 21 h 329"/>
              <a:gd name="T36" fmla="*/ 59 w 465"/>
              <a:gd name="T37" fmla="*/ 17 h 329"/>
              <a:gd name="T38" fmla="*/ 54 w 465"/>
              <a:gd name="T39" fmla="*/ 12 h 329"/>
              <a:gd name="T40" fmla="*/ 48 w 465"/>
              <a:gd name="T41" fmla="*/ 10 h 329"/>
              <a:gd name="T42" fmla="*/ 43 w 465"/>
              <a:gd name="T43" fmla="*/ 8 h 329"/>
              <a:gd name="T44" fmla="*/ 36 w 465"/>
              <a:gd name="T45" fmla="*/ 8 h 329"/>
              <a:gd name="T46" fmla="*/ 29 w 465"/>
              <a:gd name="T47" fmla="*/ 9 h 329"/>
              <a:gd name="T48" fmla="*/ 24 w 465"/>
              <a:gd name="T49" fmla="*/ 11 h 329"/>
              <a:gd name="T50" fmla="*/ 19 w 465"/>
              <a:gd name="T51" fmla="*/ 14 h 329"/>
              <a:gd name="T52" fmla="*/ 15 w 465"/>
              <a:gd name="T53" fmla="*/ 19 h 329"/>
              <a:gd name="T54" fmla="*/ 11 w 465"/>
              <a:gd name="T55" fmla="*/ 23 h 329"/>
              <a:gd name="T56" fmla="*/ 9 w 465"/>
              <a:gd name="T57" fmla="*/ 29 h 329"/>
              <a:gd name="T58" fmla="*/ 8 w 465"/>
              <a:gd name="T59" fmla="*/ 36 h 329"/>
              <a:gd name="T60" fmla="*/ 33 w 465"/>
              <a:gd name="T61" fmla="*/ 75 h 329"/>
              <a:gd name="T62" fmla="*/ 25 w 465"/>
              <a:gd name="T63" fmla="*/ 73 h 329"/>
              <a:gd name="T64" fmla="*/ 18 w 465"/>
              <a:gd name="T65" fmla="*/ 70 h 329"/>
              <a:gd name="T66" fmla="*/ 11 w 465"/>
              <a:gd name="T67" fmla="*/ 65 h 329"/>
              <a:gd name="T68" fmla="*/ 7 w 465"/>
              <a:gd name="T69" fmla="*/ 59 h 329"/>
              <a:gd name="T70" fmla="*/ 2 w 465"/>
              <a:gd name="T71" fmla="*/ 53 h 329"/>
              <a:gd name="T72" fmla="*/ 0 w 465"/>
              <a:gd name="T73" fmla="*/ 45 h 329"/>
              <a:gd name="T74" fmla="*/ 0 w 465"/>
              <a:gd name="T75" fmla="*/ 37 h 329"/>
              <a:gd name="T76" fmla="*/ 1 w 465"/>
              <a:gd name="T77" fmla="*/ 29 h 329"/>
              <a:gd name="T78" fmla="*/ 3 w 465"/>
              <a:gd name="T79" fmla="*/ 21 h 329"/>
              <a:gd name="T80" fmla="*/ 7 w 465"/>
              <a:gd name="T81" fmla="*/ 14 h 329"/>
              <a:gd name="T82" fmla="*/ 12 w 465"/>
              <a:gd name="T83" fmla="*/ 9 h 329"/>
              <a:gd name="T84" fmla="*/ 19 w 465"/>
              <a:gd name="T85" fmla="*/ 4 h 329"/>
              <a:gd name="T86" fmla="*/ 26 w 465"/>
              <a:gd name="T87" fmla="*/ 2 h 329"/>
              <a:gd name="T88" fmla="*/ 34 w 465"/>
              <a:gd name="T89" fmla="*/ 0 h 329"/>
              <a:gd name="T90" fmla="*/ 42 w 465"/>
              <a:gd name="T91" fmla="*/ 0 h 329"/>
              <a:gd name="T92" fmla="*/ 50 w 465"/>
              <a:gd name="T93" fmla="*/ 2 h 329"/>
              <a:gd name="T94" fmla="*/ 56 w 465"/>
              <a:gd name="T95" fmla="*/ 5 h 329"/>
              <a:gd name="T96" fmla="*/ 63 w 465"/>
              <a:gd name="T97" fmla="*/ 10 h 329"/>
              <a:gd name="T98" fmla="*/ 68 w 465"/>
              <a:gd name="T99" fmla="*/ 15 h 329"/>
              <a:gd name="T100" fmla="*/ 72 w 465"/>
              <a:gd name="T101" fmla="*/ 22 h 329"/>
              <a:gd name="T102" fmla="*/ 74 w 465"/>
              <a:gd name="T103" fmla="*/ 30 h 329"/>
              <a:gd name="T104" fmla="*/ 74 w 465"/>
              <a:gd name="T105" fmla="*/ 38 h 329"/>
              <a:gd name="T106" fmla="*/ 74 w 465"/>
              <a:gd name="T107" fmla="*/ 46 h 329"/>
              <a:gd name="T108" fmla="*/ 71 w 465"/>
              <a:gd name="T109" fmla="*/ 53 h 329"/>
              <a:gd name="T110" fmla="*/ 68 w 465"/>
              <a:gd name="T111" fmla="*/ 59 h 329"/>
              <a:gd name="T112" fmla="*/ 62 w 465"/>
              <a:gd name="T113" fmla="*/ 65 h 329"/>
              <a:gd name="T114" fmla="*/ 56 w 465"/>
              <a:gd name="T115" fmla="*/ 70 h 329"/>
              <a:gd name="T116" fmla="*/ 50 w 465"/>
              <a:gd name="T117" fmla="*/ 73 h 329"/>
              <a:gd name="T118" fmla="*/ 42 w 465"/>
              <a:gd name="T119" fmla="*/ 75 h 329"/>
              <a:gd name="T120" fmla="*/ 34 w 465"/>
              <a:gd name="T121" fmla="*/ 188 h 329"/>
              <a:gd name="T122" fmla="*/ 135 w 465"/>
              <a:gd name="T123" fmla="*/ 329 h 329"/>
              <a:gd name="T124" fmla="*/ 403 w 465"/>
              <a:gd name="T125" fmla="*/ 321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5" h="329">
                <a:moveTo>
                  <a:pt x="449" y="329"/>
                </a:moveTo>
                <a:lnTo>
                  <a:pt x="449" y="321"/>
                </a:lnTo>
                <a:lnTo>
                  <a:pt x="465" y="321"/>
                </a:lnTo>
                <a:lnTo>
                  <a:pt x="465" y="329"/>
                </a:lnTo>
                <a:lnTo>
                  <a:pt x="449" y="329"/>
                </a:lnTo>
                <a:lnTo>
                  <a:pt x="449" y="329"/>
                </a:lnTo>
                <a:close/>
                <a:moveTo>
                  <a:pt x="8" y="37"/>
                </a:move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8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1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6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7"/>
                </a:lnTo>
                <a:lnTo>
                  <a:pt x="9" y="48"/>
                </a:lnTo>
                <a:lnTo>
                  <a:pt x="9" y="48"/>
                </a:lnTo>
                <a:lnTo>
                  <a:pt x="9" y="48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49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0" y="50"/>
                </a:lnTo>
                <a:lnTo>
                  <a:pt x="11" y="50"/>
                </a:lnTo>
                <a:lnTo>
                  <a:pt x="11" y="50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2"/>
                </a:lnTo>
                <a:lnTo>
                  <a:pt x="11" y="53"/>
                </a:lnTo>
                <a:lnTo>
                  <a:pt x="11" y="53"/>
                </a:lnTo>
                <a:lnTo>
                  <a:pt x="11" y="53"/>
                </a:lnTo>
                <a:lnTo>
                  <a:pt x="11" y="53"/>
                </a:lnTo>
                <a:lnTo>
                  <a:pt x="12" y="53"/>
                </a:lnTo>
                <a:lnTo>
                  <a:pt x="12" y="53"/>
                </a:lnTo>
                <a:lnTo>
                  <a:pt x="12" y="53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2" y="54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4" y="56"/>
                </a:lnTo>
                <a:lnTo>
                  <a:pt x="14" y="56"/>
                </a:lnTo>
                <a:lnTo>
                  <a:pt x="14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6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5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6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9"/>
                </a:lnTo>
                <a:lnTo>
                  <a:pt x="17" y="59"/>
                </a:lnTo>
                <a:lnTo>
                  <a:pt x="17" y="59"/>
                </a:lnTo>
                <a:lnTo>
                  <a:pt x="17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8" y="61"/>
                </a:lnTo>
                <a:lnTo>
                  <a:pt x="18" y="61"/>
                </a:lnTo>
                <a:lnTo>
                  <a:pt x="18" y="61"/>
                </a:lnTo>
                <a:lnTo>
                  <a:pt x="18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1"/>
                </a:lnTo>
                <a:lnTo>
                  <a:pt x="19" y="62"/>
                </a:lnTo>
                <a:lnTo>
                  <a:pt x="19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0" y="62"/>
                </a:lnTo>
                <a:lnTo>
                  <a:pt x="21" y="62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1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3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4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6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6"/>
                </a:lnTo>
                <a:lnTo>
                  <a:pt x="28" y="66"/>
                </a:lnTo>
                <a:lnTo>
                  <a:pt x="28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29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0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7"/>
                </a:lnTo>
                <a:lnTo>
                  <a:pt x="33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4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5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6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7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8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39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2" y="67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6"/>
                </a:lnTo>
                <a:lnTo>
                  <a:pt x="46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7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50" y="65"/>
                </a:lnTo>
                <a:lnTo>
                  <a:pt x="50" y="65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2" y="64"/>
                </a:lnTo>
                <a:lnTo>
                  <a:pt x="52" y="64"/>
                </a:lnTo>
                <a:lnTo>
                  <a:pt x="52" y="64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61"/>
                </a:lnTo>
                <a:lnTo>
                  <a:pt x="56" y="59"/>
                </a:lnTo>
                <a:lnTo>
                  <a:pt x="56" y="59"/>
                </a:lnTo>
                <a:lnTo>
                  <a:pt x="56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9"/>
                </a:lnTo>
                <a:lnTo>
                  <a:pt x="57" y="58"/>
                </a:lnTo>
                <a:lnTo>
                  <a:pt x="57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7"/>
                </a:lnTo>
                <a:lnTo>
                  <a:pt x="59" y="57"/>
                </a:lnTo>
                <a:lnTo>
                  <a:pt x="59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6"/>
                </a:lnTo>
                <a:lnTo>
                  <a:pt x="60" y="56"/>
                </a:lnTo>
                <a:lnTo>
                  <a:pt x="60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1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2" y="53"/>
                </a:lnTo>
                <a:lnTo>
                  <a:pt x="62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3" y="52"/>
                </a:lnTo>
                <a:lnTo>
                  <a:pt x="64" y="52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4" y="49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8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7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5" y="46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5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4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3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1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40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9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8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7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6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5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4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1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30"/>
                </a:lnTo>
                <a:lnTo>
                  <a:pt x="66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9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8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7"/>
                </a:lnTo>
                <a:lnTo>
                  <a:pt x="65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6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4"/>
                </a:lnTo>
                <a:lnTo>
                  <a:pt x="64" y="23"/>
                </a:lnTo>
                <a:lnTo>
                  <a:pt x="64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3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3" y="22"/>
                </a:lnTo>
                <a:lnTo>
                  <a:pt x="62" y="22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1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1" y="19"/>
                </a:lnTo>
                <a:lnTo>
                  <a:pt x="60" y="19"/>
                </a:lnTo>
                <a:lnTo>
                  <a:pt x="60" y="19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60" y="18"/>
                </a:lnTo>
                <a:lnTo>
                  <a:pt x="59" y="18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9" y="17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7" y="15"/>
                </a:lnTo>
                <a:lnTo>
                  <a:pt x="56" y="15"/>
                </a:lnTo>
                <a:lnTo>
                  <a:pt x="56" y="15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6" y="14"/>
                </a:lnTo>
                <a:lnTo>
                  <a:pt x="55" y="14"/>
                </a:lnTo>
                <a:lnTo>
                  <a:pt x="55" y="14"/>
                </a:lnTo>
                <a:lnTo>
                  <a:pt x="55" y="14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3"/>
                </a:lnTo>
                <a:lnTo>
                  <a:pt x="54" y="12"/>
                </a:lnTo>
                <a:lnTo>
                  <a:pt x="54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3" y="12"/>
                </a:lnTo>
                <a:lnTo>
                  <a:pt x="52" y="12"/>
                </a:lnTo>
                <a:lnTo>
                  <a:pt x="52" y="12"/>
                </a:lnTo>
                <a:lnTo>
                  <a:pt x="52" y="12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1" y="11"/>
                </a:lnTo>
                <a:lnTo>
                  <a:pt x="50" y="11"/>
                </a:lnTo>
                <a:lnTo>
                  <a:pt x="50" y="11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8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10"/>
                </a:lnTo>
                <a:lnTo>
                  <a:pt x="47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5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4" y="9"/>
                </a:lnTo>
                <a:lnTo>
                  <a:pt x="43" y="9"/>
                </a:lnTo>
                <a:lnTo>
                  <a:pt x="43" y="9"/>
                </a:lnTo>
                <a:lnTo>
                  <a:pt x="43" y="9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8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2" y="8"/>
                </a:lnTo>
                <a:lnTo>
                  <a:pt x="32" y="8"/>
                </a:lnTo>
                <a:lnTo>
                  <a:pt x="32" y="9"/>
                </a:lnTo>
                <a:lnTo>
                  <a:pt x="32" y="9"/>
                </a:lnTo>
                <a:lnTo>
                  <a:pt x="32" y="9"/>
                </a:lnTo>
                <a:lnTo>
                  <a:pt x="32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9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5" y="10"/>
                </a:lnTo>
                <a:lnTo>
                  <a:pt x="25" y="10"/>
                </a:lnTo>
                <a:lnTo>
                  <a:pt x="25" y="10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3" y="11"/>
                </a:lnTo>
                <a:lnTo>
                  <a:pt x="23" y="11"/>
                </a:lnTo>
                <a:lnTo>
                  <a:pt x="23" y="11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1" y="12"/>
                </a:lnTo>
                <a:lnTo>
                  <a:pt x="20" y="12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20" y="13"/>
                </a:lnTo>
                <a:lnTo>
                  <a:pt x="19" y="13"/>
                </a:lnTo>
                <a:lnTo>
                  <a:pt x="19" y="13"/>
                </a:lnTo>
                <a:lnTo>
                  <a:pt x="19" y="13"/>
                </a:lnTo>
                <a:lnTo>
                  <a:pt x="19" y="13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4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5"/>
                </a:lnTo>
                <a:lnTo>
                  <a:pt x="17" y="17"/>
                </a:lnTo>
                <a:lnTo>
                  <a:pt x="17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8"/>
                </a:lnTo>
                <a:lnTo>
                  <a:pt x="16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8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4" y="19"/>
                </a:lnTo>
                <a:lnTo>
                  <a:pt x="14" y="19"/>
                </a:lnTo>
                <a:lnTo>
                  <a:pt x="14" y="19"/>
                </a:lnTo>
                <a:lnTo>
                  <a:pt x="14" y="19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2" y="20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1"/>
                </a:lnTo>
                <a:lnTo>
                  <a:pt x="12" y="22"/>
                </a:lnTo>
                <a:lnTo>
                  <a:pt x="12" y="22"/>
                </a:lnTo>
                <a:lnTo>
                  <a:pt x="12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2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3"/>
                </a:lnTo>
                <a:lnTo>
                  <a:pt x="11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4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7"/>
                </a:lnTo>
                <a:lnTo>
                  <a:pt x="10" y="27"/>
                </a:lnTo>
                <a:lnTo>
                  <a:pt x="9" y="27"/>
                </a:lnTo>
                <a:lnTo>
                  <a:pt x="9" y="27"/>
                </a:lnTo>
                <a:lnTo>
                  <a:pt x="9" y="27"/>
                </a:lnTo>
                <a:lnTo>
                  <a:pt x="9" y="27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8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1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4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5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6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lnTo>
                  <a:pt x="8" y="37"/>
                </a:lnTo>
                <a:close/>
                <a:moveTo>
                  <a:pt x="37" y="75"/>
                </a:moveTo>
                <a:lnTo>
                  <a:pt x="37" y="75"/>
                </a:lnTo>
                <a:lnTo>
                  <a:pt x="37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6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5" y="75"/>
                </a:lnTo>
                <a:lnTo>
                  <a:pt x="34" y="75"/>
                </a:lnTo>
                <a:lnTo>
                  <a:pt x="34" y="75"/>
                </a:lnTo>
                <a:lnTo>
                  <a:pt x="34" y="75"/>
                </a:lnTo>
                <a:lnTo>
                  <a:pt x="34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3" y="75"/>
                </a:lnTo>
                <a:lnTo>
                  <a:pt x="32" y="75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9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8" y="74"/>
                </a:lnTo>
                <a:lnTo>
                  <a:pt x="27" y="74"/>
                </a:lnTo>
                <a:lnTo>
                  <a:pt x="27" y="74"/>
                </a:lnTo>
                <a:lnTo>
                  <a:pt x="27" y="74"/>
                </a:lnTo>
                <a:lnTo>
                  <a:pt x="27" y="73"/>
                </a:lnTo>
                <a:lnTo>
                  <a:pt x="27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5" y="73"/>
                </a:lnTo>
                <a:lnTo>
                  <a:pt x="24" y="73"/>
                </a:lnTo>
                <a:lnTo>
                  <a:pt x="24" y="73"/>
                </a:lnTo>
                <a:lnTo>
                  <a:pt x="24" y="73"/>
                </a:lnTo>
                <a:lnTo>
                  <a:pt x="24" y="72"/>
                </a:lnTo>
                <a:lnTo>
                  <a:pt x="24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3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1" y="72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20" y="71"/>
                </a:lnTo>
                <a:lnTo>
                  <a:pt x="19" y="71"/>
                </a:lnTo>
                <a:lnTo>
                  <a:pt x="19" y="71"/>
                </a:lnTo>
                <a:lnTo>
                  <a:pt x="19" y="71"/>
                </a:lnTo>
                <a:lnTo>
                  <a:pt x="19" y="71"/>
                </a:lnTo>
                <a:lnTo>
                  <a:pt x="19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8" y="70"/>
                </a:lnTo>
                <a:lnTo>
                  <a:pt x="17" y="70"/>
                </a:lnTo>
                <a:lnTo>
                  <a:pt x="17" y="70"/>
                </a:lnTo>
                <a:lnTo>
                  <a:pt x="17" y="70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6" y="68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5" y="67"/>
                </a:lnTo>
                <a:lnTo>
                  <a:pt x="14" y="67"/>
                </a:lnTo>
                <a:lnTo>
                  <a:pt x="14" y="67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4" y="66"/>
                </a:lnTo>
                <a:lnTo>
                  <a:pt x="12" y="66"/>
                </a:lnTo>
                <a:lnTo>
                  <a:pt x="12" y="66"/>
                </a:lnTo>
                <a:lnTo>
                  <a:pt x="12" y="66"/>
                </a:lnTo>
                <a:lnTo>
                  <a:pt x="12" y="65"/>
                </a:lnTo>
                <a:lnTo>
                  <a:pt x="12" y="65"/>
                </a:lnTo>
                <a:lnTo>
                  <a:pt x="12" y="65"/>
                </a:lnTo>
                <a:lnTo>
                  <a:pt x="12" y="65"/>
                </a:lnTo>
                <a:lnTo>
                  <a:pt x="11" y="65"/>
                </a:lnTo>
                <a:lnTo>
                  <a:pt x="11" y="65"/>
                </a:lnTo>
                <a:lnTo>
                  <a:pt x="11" y="65"/>
                </a:lnTo>
                <a:lnTo>
                  <a:pt x="11" y="64"/>
                </a:lnTo>
                <a:lnTo>
                  <a:pt x="11" y="64"/>
                </a:lnTo>
                <a:lnTo>
                  <a:pt x="11" y="64"/>
                </a:lnTo>
                <a:lnTo>
                  <a:pt x="10" y="64"/>
                </a:lnTo>
                <a:lnTo>
                  <a:pt x="10" y="64"/>
                </a:lnTo>
                <a:lnTo>
                  <a:pt x="10" y="64"/>
                </a:lnTo>
                <a:lnTo>
                  <a:pt x="10" y="64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9" y="63"/>
                </a:lnTo>
                <a:lnTo>
                  <a:pt x="9" y="63"/>
                </a:lnTo>
                <a:lnTo>
                  <a:pt x="9" y="63"/>
                </a:lnTo>
                <a:lnTo>
                  <a:pt x="9" y="62"/>
                </a:lnTo>
                <a:lnTo>
                  <a:pt x="9" y="62"/>
                </a:lnTo>
                <a:lnTo>
                  <a:pt x="9" y="62"/>
                </a:lnTo>
                <a:lnTo>
                  <a:pt x="9" y="62"/>
                </a:lnTo>
                <a:lnTo>
                  <a:pt x="8" y="62"/>
                </a:lnTo>
                <a:lnTo>
                  <a:pt x="8" y="62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8" y="61"/>
                </a:lnTo>
                <a:lnTo>
                  <a:pt x="7" y="61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9"/>
                </a:lnTo>
                <a:lnTo>
                  <a:pt x="7" y="58"/>
                </a:lnTo>
                <a:lnTo>
                  <a:pt x="7" y="58"/>
                </a:lnTo>
                <a:lnTo>
                  <a:pt x="6" y="58"/>
                </a:lnTo>
                <a:lnTo>
                  <a:pt x="6" y="58"/>
                </a:lnTo>
                <a:lnTo>
                  <a:pt x="6" y="58"/>
                </a:lnTo>
                <a:lnTo>
                  <a:pt x="6" y="58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6" y="57"/>
                </a:lnTo>
                <a:lnTo>
                  <a:pt x="5" y="57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6"/>
                </a:lnTo>
                <a:lnTo>
                  <a:pt x="5" y="55"/>
                </a:lnTo>
                <a:lnTo>
                  <a:pt x="5" y="55"/>
                </a:lnTo>
                <a:lnTo>
                  <a:pt x="5" y="55"/>
                </a:lnTo>
                <a:lnTo>
                  <a:pt x="3" y="55"/>
                </a:lnTo>
                <a:lnTo>
                  <a:pt x="3" y="55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4"/>
                </a:lnTo>
                <a:lnTo>
                  <a:pt x="3" y="53"/>
                </a:lnTo>
                <a:lnTo>
                  <a:pt x="3" y="53"/>
                </a:lnTo>
                <a:lnTo>
                  <a:pt x="3" y="53"/>
                </a:lnTo>
                <a:lnTo>
                  <a:pt x="2" y="53"/>
                </a:lnTo>
                <a:lnTo>
                  <a:pt x="2" y="53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1" y="49"/>
                </a:lnTo>
                <a:lnTo>
                  <a:pt x="1" y="49"/>
                </a:lnTo>
                <a:lnTo>
                  <a:pt x="1" y="49"/>
                </a:lnTo>
                <a:lnTo>
                  <a:pt x="1" y="49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8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7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0" y="46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5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3"/>
                </a:lnTo>
                <a:lnTo>
                  <a:pt x="0" y="43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1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40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9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0" y="35"/>
                </a:lnTo>
                <a:lnTo>
                  <a:pt x="0" y="35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2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30"/>
                </a:lnTo>
                <a:lnTo>
                  <a:pt x="0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7"/>
                </a:lnTo>
                <a:lnTo>
                  <a:pt x="1" y="26"/>
                </a:lnTo>
                <a:lnTo>
                  <a:pt x="1" y="26"/>
                </a:lnTo>
                <a:lnTo>
                  <a:pt x="1" y="26"/>
                </a:lnTo>
                <a:lnTo>
                  <a:pt x="1" y="26"/>
                </a:lnTo>
                <a:lnTo>
                  <a:pt x="2" y="26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4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3"/>
                </a:lnTo>
                <a:lnTo>
                  <a:pt x="2" y="22"/>
                </a:lnTo>
                <a:lnTo>
                  <a:pt x="2" y="22"/>
                </a:lnTo>
                <a:lnTo>
                  <a:pt x="2" y="22"/>
                </a:lnTo>
                <a:lnTo>
                  <a:pt x="3" y="22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1"/>
                </a:lnTo>
                <a:lnTo>
                  <a:pt x="3" y="20"/>
                </a:lnTo>
                <a:lnTo>
                  <a:pt x="3" y="20"/>
                </a:lnTo>
                <a:lnTo>
                  <a:pt x="3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9"/>
                </a:lnTo>
                <a:lnTo>
                  <a:pt x="5" y="18"/>
                </a:lnTo>
                <a:lnTo>
                  <a:pt x="5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6" y="17"/>
                </a:lnTo>
                <a:lnTo>
                  <a:pt x="7" y="17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5"/>
                </a:lnTo>
                <a:lnTo>
                  <a:pt x="7" y="14"/>
                </a:lnTo>
                <a:lnTo>
                  <a:pt x="7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3"/>
                </a:lnTo>
                <a:lnTo>
                  <a:pt x="8" y="13"/>
                </a:lnTo>
                <a:lnTo>
                  <a:pt x="8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2"/>
                </a:lnTo>
                <a:lnTo>
                  <a:pt x="9" y="12"/>
                </a:lnTo>
                <a:lnTo>
                  <a:pt x="9" y="12"/>
                </a:lnTo>
                <a:lnTo>
                  <a:pt x="9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0" y="11"/>
                </a:lnTo>
                <a:lnTo>
                  <a:pt x="11" y="11"/>
                </a:lnTo>
                <a:lnTo>
                  <a:pt x="11" y="11"/>
                </a:lnTo>
                <a:lnTo>
                  <a:pt x="11" y="10"/>
                </a:lnTo>
                <a:lnTo>
                  <a:pt x="11" y="10"/>
                </a:lnTo>
                <a:lnTo>
                  <a:pt x="11" y="10"/>
                </a:lnTo>
                <a:lnTo>
                  <a:pt x="11" y="10"/>
                </a:lnTo>
                <a:lnTo>
                  <a:pt x="12" y="10"/>
                </a:lnTo>
                <a:lnTo>
                  <a:pt x="12" y="10"/>
                </a:lnTo>
                <a:lnTo>
                  <a:pt x="12" y="10"/>
                </a:lnTo>
                <a:lnTo>
                  <a:pt x="12" y="9"/>
                </a:lnTo>
                <a:lnTo>
                  <a:pt x="12" y="9"/>
                </a:lnTo>
                <a:lnTo>
                  <a:pt x="12" y="9"/>
                </a:lnTo>
                <a:lnTo>
                  <a:pt x="12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8"/>
                </a:lnTo>
                <a:lnTo>
                  <a:pt x="14" y="8"/>
                </a:lnTo>
                <a:lnTo>
                  <a:pt x="14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6" y="6"/>
                </a:lnTo>
                <a:lnTo>
                  <a:pt x="17" y="6"/>
                </a:lnTo>
                <a:lnTo>
                  <a:pt x="17" y="6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4"/>
                </a:lnTo>
                <a:lnTo>
                  <a:pt x="20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1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6" y="2"/>
                </a:lnTo>
                <a:lnTo>
                  <a:pt x="26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4" y="0"/>
                </a:lnTo>
                <a:lnTo>
                  <a:pt x="44" y="1"/>
                </a:lnTo>
                <a:lnTo>
                  <a:pt x="44" y="1"/>
                </a:lnTo>
                <a:lnTo>
                  <a:pt x="44" y="1"/>
                </a:lnTo>
                <a:lnTo>
                  <a:pt x="44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5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6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7" y="1"/>
                </a:lnTo>
                <a:lnTo>
                  <a:pt x="48" y="1"/>
                </a:lnTo>
                <a:lnTo>
                  <a:pt x="48" y="1"/>
                </a:lnTo>
                <a:lnTo>
                  <a:pt x="48" y="2"/>
                </a:lnTo>
                <a:lnTo>
                  <a:pt x="48" y="2"/>
                </a:lnTo>
                <a:lnTo>
                  <a:pt x="48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0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2" y="3"/>
                </a:lnTo>
                <a:lnTo>
                  <a:pt x="52" y="3"/>
                </a:lnTo>
                <a:lnTo>
                  <a:pt x="52" y="3"/>
                </a:lnTo>
                <a:lnTo>
                  <a:pt x="52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3" y="3"/>
                </a:lnTo>
                <a:lnTo>
                  <a:pt x="54" y="3"/>
                </a:lnTo>
                <a:lnTo>
                  <a:pt x="54" y="3"/>
                </a:lnTo>
                <a:lnTo>
                  <a:pt x="54" y="4"/>
                </a:lnTo>
                <a:lnTo>
                  <a:pt x="54" y="4"/>
                </a:lnTo>
                <a:lnTo>
                  <a:pt x="54" y="4"/>
                </a:lnTo>
                <a:lnTo>
                  <a:pt x="54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5" y="4"/>
                </a:lnTo>
                <a:lnTo>
                  <a:pt x="56" y="4"/>
                </a:lnTo>
                <a:lnTo>
                  <a:pt x="56" y="4"/>
                </a:lnTo>
                <a:lnTo>
                  <a:pt x="56" y="5"/>
                </a:lnTo>
                <a:lnTo>
                  <a:pt x="56" y="5"/>
                </a:lnTo>
                <a:lnTo>
                  <a:pt x="56" y="5"/>
                </a:lnTo>
                <a:lnTo>
                  <a:pt x="56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5"/>
                </a:lnTo>
                <a:lnTo>
                  <a:pt x="57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59" y="6"/>
                </a:lnTo>
                <a:lnTo>
                  <a:pt x="60" y="6"/>
                </a:lnTo>
                <a:lnTo>
                  <a:pt x="60" y="6"/>
                </a:lnTo>
                <a:lnTo>
                  <a:pt x="60" y="8"/>
                </a:lnTo>
                <a:lnTo>
                  <a:pt x="60" y="8"/>
                </a:lnTo>
                <a:lnTo>
                  <a:pt x="60" y="8"/>
                </a:lnTo>
                <a:lnTo>
                  <a:pt x="60" y="8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1" y="9"/>
                </a:lnTo>
                <a:lnTo>
                  <a:pt x="61" y="9"/>
                </a:lnTo>
                <a:lnTo>
                  <a:pt x="61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9"/>
                </a:lnTo>
                <a:lnTo>
                  <a:pt x="62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0"/>
                </a:lnTo>
                <a:lnTo>
                  <a:pt x="63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1"/>
                </a:lnTo>
                <a:lnTo>
                  <a:pt x="64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2"/>
                </a:lnTo>
                <a:lnTo>
                  <a:pt x="65" y="13"/>
                </a:lnTo>
                <a:lnTo>
                  <a:pt x="65" y="13"/>
                </a:lnTo>
                <a:lnTo>
                  <a:pt x="66" y="13"/>
                </a:lnTo>
                <a:lnTo>
                  <a:pt x="66" y="13"/>
                </a:lnTo>
                <a:lnTo>
                  <a:pt x="66" y="13"/>
                </a:lnTo>
                <a:lnTo>
                  <a:pt x="66" y="13"/>
                </a:lnTo>
                <a:lnTo>
                  <a:pt x="66" y="14"/>
                </a:lnTo>
                <a:lnTo>
                  <a:pt x="66" y="14"/>
                </a:lnTo>
                <a:lnTo>
                  <a:pt x="66" y="14"/>
                </a:lnTo>
                <a:lnTo>
                  <a:pt x="66" y="14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8" y="15"/>
                </a:lnTo>
                <a:lnTo>
                  <a:pt x="69" y="15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7"/>
                </a:lnTo>
                <a:lnTo>
                  <a:pt x="69" y="18"/>
                </a:lnTo>
                <a:lnTo>
                  <a:pt x="69" y="18"/>
                </a:lnTo>
                <a:lnTo>
                  <a:pt x="70" y="18"/>
                </a:lnTo>
                <a:lnTo>
                  <a:pt x="70" y="18"/>
                </a:lnTo>
                <a:lnTo>
                  <a:pt x="70" y="18"/>
                </a:lnTo>
                <a:lnTo>
                  <a:pt x="70" y="18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19"/>
                </a:lnTo>
                <a:lnTo>
                  <a:pt x="70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0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1"/>
                </a:lnTo>
                <a:lnTo>
                  <a:pt x="71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2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3"/>
                </a:lnTo>
                <a:lnTo>
                  <a:pt x="72" y="24"/>
                </a:lnTo>
                <a:lnTo>
                  <a:pt x="72" y="24"/>
                </a:lnTo>
                <a:lnTo>
                  <a:pt x="72" y="24"/>
                </a:lnTo>
                <a:lnTo>
                  <a:pt x="73" y="24"/>
                </a:lnTo>
                <a:lnTo>
                  <a:pt x="73" y="24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6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7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3" y="28"/>
                </a:lnTo>
                <a:lnTo>
                  <a:pt x="74" y="28"/>
                </a:lnTo>
                <a:lnTo>
                  <a:pt x="74" y="29"/>
                </a:lnTo>
                <a:lnTo>
                  <a:pt x="74" y="29"/>
                </a:lnTo>
                <a:lnTo>
                  <a:pt x="74" y="29"/>
                </a:lnTo>
                <a:lnTo>
                  <a:pt x="74" y="29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0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1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2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4"/>
                </a:lnTo>
                <a:lnTo>
                  <a:pt x="74" y="35"/>
                </a:lnTo>
                <a:lnTo>
                  <a:pt x="74" y="35"/>
                </a:lnTo>
                <a:lnTo>
                  <a:pt x="74" y="35"/>
                </a:lnTo>
                <a:lnTo>
                  <a:pt x="74" y="35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6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7"/>
                </a:lnTo>
                <a:lnTo>
                  <a:pt x="74" y="38"/>
                </a:lnTo>
                <a:lnTo>
                  <a:pt x="74" y="38"/>
                </a:lnTo>
                <a:lnTo>
                  <a:pt x="74" y="38"/>
                </a:lnTo>
                <a:lnTo>
                  <a:pt x="74" y="38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39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0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1"/>
                </a:lnTo>
                <a:lnTo>
                  <a:pt x="74" y="43"/>
                </a:lnTo>
                <a:lnTo>
                  <a:pt x="74" y="43"/>
                </a:lnTo>
                <a:lnTo>
                  <a:pt x="74" y="43"/>
                </a:lnTo>
                <a:lnTo>
                  <a:pt x="74" y="43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4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5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4" y="46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7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8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50"/>
                </a:lnTo>
                <a:lnTo>
                  <a:pt x="73" y="50"/>
                </a:lnTo>
                <a:lnTo>
                  <a:pt x="72" y="50"/>
                </a:lnTo>
                <a:lnTo>
                  <a:pt x="72" y="50"/>
                </a:lnTo>
                <a:lnTo>
                  <a:pt x="72" y="50"/>
                </a:lnTo>
                <a:lnTo>
                  <a:pt x="72" y="50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2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1" y="53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4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0" y="55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6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69" y="57"/>
                </a:lnTo>
                <a:lnTo>
                  <a:pt x="69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59"/>
                </a:lnTo>
                <a:lnTo>
                  <a:pt x="68" y="61"/>
                </a:lnTo>
                <a:lnTo>
                  <a:pt x="68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1"/>
                </a:lnTo>
                <a:lnTo>
                  <a:pt x="66" y="62"/>
                </a:lnTo>
                <a:lnTo>
                  <a:pt x="66" y="62"/>
                </a:lnTo>
                <a:lnTo>
                  <a:pt x="66" y="62"/>
                </a:lnTo>
                <a:lnTo>
                  <a:pt x="65" y="62"/>
                </a:lnTo>
                <a:lnTo>
                  <a:pt x="65" y="62"/>
                </a:lnTo>
                <a:lnTo>
                  <a:pt x="65" y="62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5" y="63"/>
                </a:lnTo>
                <a:lnTo>
                  <a:pt x="64" y="63"/>
                </a:lnTo>
                <a:lnTo>
                  <a:pt x="64" y="63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3" y="64"/>
                </a:lnTo>
                <a:lnTo>
                  <a:pt x="63" y="64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2" y="65"/>
                </a:lnTo>
                <a:lnTo>
                  <a:pt x="62" y="65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1" y="66"/>
                </a:lnTo>
                <a:lnTo>
                  <a:pt x="61" y="66"/>
                </a:lnTo>
                <a:lnTo>
                  <a:pt x="61" y="66"/>
                </a:lnTo>
                <a:lnTo>
                  <a:pt x="61" y="66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7" y="68"/>
                </a:lnTo>
                <a:lnTo>
                  <a:pt x="57" y="68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6" y="70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1" y="72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7" y="74"/>
                </a:lnTo>
                <a:lnTo>
                  <a:pt x="47" y="74"/>
                </a:lnTo>
                <a:lnTo>
                  <a:pt x="47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3" y="75"/>
                </a:lnTo>
                <a:lnTo>
                  <a:pt x="43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2" y="75"/>
                </a:lnTo>
                <a:lnTo>
                  <a:pt x="41" y="75"/>
                </a:lnTo>
                <a:lnTo>
                  <a:pt x="41" y="75"/>
                </a:lnTo>
                <a:lnTo>
                  <a:pt x="41" y="75"/>
                </a:lnTo>
                <a:lnTo>
                  <a:pt x="41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8" y="75"/>
                </a:lnTo>
                <a:lnTo>
                  <a:pt x="37" y="75"/>
                </a:lnTo>
                <a:lnTo>
                  <a:pt x="37" y="75"/>
                </a:lnTo>
                <a:lnTo>
                  <a:pt x="37" y="75"/>
                </a:lnTo>
                <a:close/>
                <a:moveTo>
                  <a:pt x="34" y="77"/>
                </a:moveTo>
                <a:lnTo>
                  <a:pt x="42" y="77"/>
                </a:lnTo>
                <a:lnTo>
                  <a:pt x="42" y="93"/>
                </a:lnTo>
                <a:lnTo>
                  <a:pt x="34" y="93"/>
                </a:lnTo>
                <a:lnTo>
                  <a:pt x="34" y="77"/>
                </a:lnTo>
                <a:lnTo>
                  <a:pt x="34" y="77"/>
                </a:lnTo>
                <a:close/>
                <a:moveTo>
                  <a:pt x="34" y="125"/>
                </a:moveTo>
                <a:lnTo>
                  <a:pt x="42" y="125"/>
                </a:lnTo>
                <a:lnTo>
                  <a:pt x="42" y="140"/>
                </a:lnTo>
                <a:lnTo>
                  <a:pt x="34" y="140"/>
                </a:lnTo>
                <a:lnTo>
                  <a:pt x="34" y="125"/>
                </a:lnTo>
                <a:lnTo>
                  <a:pt x="34" y="125"/>
                </a:lnTo>
                <a:close/>
                <a:moveTo>
                  <a:pt x="34" y="172"/>
                </a:moveTo>
                <a:lnTo>
                  <a:pt x="42" y="172"/>
                </a:lnTo>
                <a:lnTo>
                  <a:pt x="42" y="188"/>
                </a:lnTo>
                <a:lnTo>
                  <a:pt x="34" y="188"/>
                </a:lnTo>
                <a:lnTo>
                  <a:pt x="34" y="172"/>
                </a:lnTo>
                <a:lnTo>
                  <a:pt x="34" y="172"/>
                </a:lnTo>
                <a:close/>
                <a:moveTo>
                  <a:pt x="34" y="219"/>
                </a:moveTo>
                <a:lnTo>
                  <a:pt x="42" y="219"/>
                </a:lnTo>
                <a:lnTo>
                  <a:pt x="42" y="235"/>
                </a:lnTo>
                <a:lnTo>
                  <a:pt x="34" y="235"/>
                </a:lnTo>
                <a:lnTo>
                  <a:pt x="34" y="219"/>
                </a:lnTo>
                <a:lnTo>
                  <a:pt x="34" y="219"/>
                </a:lnTo>
                <a:close/>
                <a:moveTo>
                  <a:pt x="34" y="266"/>
                </a:moveTo>
                <a:lnTo>
                  <a:pt x="42" y="266"/>
                </a:lnTo>
                <a:lnTo>
                  <a:pt x="42" y="281"/>
                </a:lnTo>
                <a:lnTo>
                  <a:pt x="34" y="281"/>
                </a:lnTo>
                <a:lnTo>
                  <a:pt x="34" y="266"/>
                </a:lnTo>
                <a:lnTo>
                  <a:pt x="34" y="266"/>
                </a:lnTo>
                <a:close/>
                <a:moveTo>
                  <a:pt x="34" y="313"/>
                </a:moveTo>
                <a:lnTo>
                  <a:pt x="42" y="313"/>
                </a:lnTo>
                <a:lnTo>
                  <a:pt x="42" y="321"/>
                </a:lnTo>
                <a:lnTo>
                  <a:pt x="42" y="321"/>
                </a:lnTo>
                <a:lnTo>
                  <a:pt x="42" y="329"/>
                </a:lnTo>
                <a:lnTo>
                  <a:pt x="37" y="329"/>
                </a:lnTo>
                <a:lnTo>
                  <a:pt x="34" y="329"/>
                </a:lnTo>
                <a:lnTo>
                  <a:pt x="34" y="325"/>
                </a:lnTo>
                <a:lnTo>
                  <a:pt x="34" y="313"/>
                </a:lnTo>
                <a:lnTo>
                  <a:pt x="34" y="313"/>
                </a:lnTo>
                <a:close/>
                <a:moveTo>
                  <a:pt x="73" y="329"/>
                </a:moveTo>
                <a:lnTo>
                  <a:pt x="73" y="321"/>
                </a:lnTo>
                <a:lnTo>
                  <a:pt x="89" y="321"/>
                </a:lnTo>
                <a:lnTo>
                  <a:pt x="89" y="329"/>
                </a:lnTo>
                <a:lnTo>
                  <a:pt x="73" y="329"/>
                </a:lnTo>
                <a:lnTo>
                  <a:pt x="73" y="329"/>
                </a:lnTo>
                <a:close/>
                <a:moveTo>
                  <a:pt x="119" y="329"/>
                </a:moveTo>
                <a:lnTo>
                  <a:pt x="119" y="321"/>
                </a:lnTo>
                <a:lnTo>
                  <a:pt x="135" y="321"/>
                </a:lnTo>
                <a:lnTo>
                  <a:pt x="135" y="329"/>
                </a:lnTo>
                <a:lnTo>
                  <a:pt x="119" y="329"/>
                </a:lnTo>
                <a:lnTo>
                  <a:pt x="119" y="329"/>
                </a:lnTo>
                <a:close/>
                <a:moveTo>
                  <a:pt x="167" y="329"/>
                </a:moveTo>
                <a:lnTo>
                  <a:pt x="167" y="321"/>
                </a:lnTo>
                <a:lnTo>
                  <a:pt x="182" y="321"/>
                </a:lnTo>
                <a:lnTo>
                  <a:pt x="182" y="329"/>
                </a:lnTo>
                <a:lnTo>
                  <a:pt x="167" y="329"/>
                </a:lnTo>
                <a:lnTo>
                  <a:pt x="167" y="329"/>
                </a:lnTo>
                <a:close/>
                <a:moveTo>
                  <a:pt x="214" y="329"/>
                </a:moveTo>
                <a:lnTo>
                  <a:pt x="214" y="321"/>
                </a:lnTo>
                <a:lnTo>
                  <a:pt x="230" y="321"/>
                </a:lnTo>
                <a:lnTo>
                  <a:pt x="230" y="329"/>
                </a:lnTo>
                <a:lnTo>
                  <a:pt x="214" y="329"/>
                </a:lnTo>
                <a:lnTo>
                  <a:pt x="214" y="329"/>
                </a:lnTo>
                <a:close/>
                <a:moveTo>
                  <a:pt x="261" y="329"/>
                </a:moveTo>
                <a:lnTo>
                  <a:pt x="261" y="321"/>
                </a:lnTo>
                <a:lnTo>
                  <a:pt x="277" y="321"/>
                </a:lnTo>
                <a:lnTo>
                  <a:pt x="277" y="329"/>
                </a:lnTo>
                <a:lnTo>
                  <a:pt x="261" y="329"/>
                </a:lnTo>
                <a:lnTo>
                  <a:pt x="261" y="329"/>
                </a:lnTo>
                <a:close/>
                <a:moveTo>
                  <a:pt x="308" y="329"/>
                </a:moveTo>
                <a:lnTo>
                  <a:pt x="308" y="321"/>
                </a:lnTo>
                <a:lnTo>
                  <a:pt x="324" y="321"/>
                </a:lnTo>
                <a:lnTo>
                  <a:pt x="324" y="329"/>
                </a:lnTo>
                <a:lnTo>
                  <a:pt x="308" y="329"/>
                </a:lnTo>
                <a:lnTo>
                  <a:pt x="308" y="329"/>
                </a:lnTo>
                <a:close/>
                <a:moveTo>
                  <a:pt x="356" y="329"/>
                </a:moveTo>
                <a:lnTo>
                  <a:pt x="356" y="321"/>
                </a:lnTo>
                <a:lnTo>
                  <a:pt x="372" y="321"/>
                </a:lnTo>
                <a:lnTo>
                  <a:pt x="372" y="329"/>
                </a:lnTo>
                <a:lnTo>
                  <a:pt x="356" y="329"/>
                </a:lnTo>
                <a:lnTo>
                  <a:pt x="356" y="329"/>
                </a:lnTo>
                <a:close/>
                <a:moveTo>
                  <a:pt x="403" y="329"/>
                </a:moveTo>
                <a:lnTo>
                  <a:pt x="403" y="321"/>
                </a:lnTo>
                <a:lnTo>
                  <a:pt x="419" y="321"/>
                </a:lnTo>
                <a:lnTo>
                  <a:pt x="419" y="329"/>
                </a:lnTo>
                <a:lnTo>
                  <a:pt x="403" y="329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1">
                <a:lumMod val="9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83">
            <a:extLst>
              <a:ext uri="{FF2B5EF4-FFF2-40B4-BE49-F238E27FC236}">
                <a16:creationId xmlns:a16="http://schemas.microsoft.com/office/drawing/2014/main" id="{8EF6470A-CFA0-A98F-9015-FEA3118AABCA}"/>
              </a:ext>
            </a:extLst>
          </p:cNvPr>
          <p:cNvSpPr>
            <a:spLocks noEditPoints="1"/>
          </p:cNvSpPr>
          <p:nvPr/>
        </p:nvSpPr>
        <p:spPr bwMode="auto">
          <a:xfrm>
            <a:off x="7914133" y="3984625"/>
            <a:ext cx="822325" cy="117475"/>
          </a:xfrm>
          <a:custGeom>
            <a:avLst/>
            <a:gdLst>
              <a:gd name="T0" fmla="*/ 43 w 518"/>
              <a:gd name="T1" fmla="*/ 66 h 74"/>
              <a:gd name="T2" fmla="*/ 49 w 518"/>
              <a:gd name="T3" fmla="*/ 65 h 74"/>
              <a:gd name="T4" fmla="*/ 54 w 518"/>
              <a:gd name="T5" fmla="*/ 62 h 74"/>
              <a:gd name="T6" fmla="*/ 59 w 518"/>
              <a:gd name="T7" fmla="*/ 58 h 74"/>
              <a:gd name="T8" fmla="*/ 63 w 518"/>
              <a:gd name="T9" fmla="*/ 54 h 74"/>
              <a:gd name="T10" fmla="*/ 66 w 518"/>
              <a:gd name="T11" fmla="*/ 48 h 74"/>
              <a:gd name="T12" fmla="*/ 68 w 518"/>
              <a:gd name="T13" fmla="*/ 43 h 74"/>
              <a:gd name="T14" fmla="*/ 68 w 518"/>
              <a:gd name="T15" fmla="*/ 37 h 74"/>
              <a:gd name="T16" fmla="*/ 68 w 518"/>
              <a:gd name="T17" fmla="*/ 30 h 74"/>
              <a:gd name="T18" fmla="*/ 66 w 518"/>
              <a:gd name="T19" fmla="*/ 25 h 74"/>
              <a:gd name="T20" fmla="*/ 62 w 518"/>
              <a:gd name="T21" fmla="*/ 20 h 74"/>
              <a:gd name="T22" fmla="*/ 59 w 518"/>
              <a:gd name="T23" fmla="*/ 16 h 74"/>
              <a:gd name="T24" fmla="*/ 54 w 518"/>
              <a:gd name="T25" fmla="*/ 12 h 74"/>
              <a:gd name="T26" fmla="*/ 49 w 518"/>
              <a:gd name="T27" fmla="*/ 9 h 74"/>
              <a:gd name="T28" fmla="*/ 43 w 518"/>
              <a:gd name="T29" fmla="*/ 8 h 74"/>
              <a:gd name="T30" fmla="*/ 36 w 518"/>
              <a:gd name="T31" fmla="*/ 8 h 74"/>
              <a:gd name="T32" fmla="*/ 31 w 518"/>
              <a:gd name="T33" fmla="*/ 9 h 74"/>
              <a:gd name="T34" fmla="*/ 25 w 518"/>
              <a:gd name="T35" fmla="*/ 11 h 74"/>
              <a:gd name="T36" fmla="*/ 21 w 518"/>
              <a:gd name="T37" fmla="*/ 13 h 74"/>
              <a:gd name="T38" fmla="*/ 16 w 518"/>
              <a:gd name="T39" fmla="*/ 18 h 74"/>
              <a:gd name="T40" fmla="*/ 13 w 518"/>
              <a:gd name="T41" fmla="*/ 22 h 74"/>
              <a:gd name="T42" fmla="*/ 10 w 518"/>
              <a:gd name="T43" fmla="*/ 28 h 74"/>
              <a:gd name="T44" fmla="*/ 9 w 518"/>
              <a:gd name="T45" fmla="*/ 34 h 74"/>
              <a:gd name="T46" fmla="*/ 9 w 518"/>
              <a:gd name="T47" fmla="*/ 40 h 74"/>
              <a:gd name="T48" fmla="*/ 10 w 518"/>
              <a:gd name="T49" fmla="*/ 46 h 74"/>
              <a:gd name="T50" fmla="*/ 13 w 518"/>
              <a:gd name="T51" fmla="*/ 52 h 74"/>
              <a:gd name="T52" fmla="*/ 16 w 518"/>
              <a:gd name="T53" fmla="*/ 56 h 74"/>
              <a:gd name="T54" fmla="*/ 21 w 518"/>
              <a:gd name="T55" fmla="*/ 61 h 74"/>
              <a:gd name="T56" fmla="*/ 25 w 518"/>
              <a:gd name="T57" fmla="*/ 64 h 74"/>
              <a:gd name="T58" fmla="*/ 31 w 518"/>
              <a:gd name="T59" fmla="*/ 66 h 74"/>
              <a:gd name="T60" fmla="*/ 37 w 518"/>
              <a:gd name="T61" fmla="*/ 66 h 74"/>
              <a:gd name="T62" fmla="*/ 76 w 518"/>
              <a:gd name="T63" fmla="*/ 43 h 74"/>
              <a:gd name="T64" fmla="*/ 73 w 518"/>
              <a:gd name="T65" fmla="*/ 50 h 74"/>
              <a:gd name="T66" fmla="*/ 70 w 518"/>
              <a:gd name="T67" fmla="*/ 57 h 74"/>
              <a:gd name="T68" fmla="*/ 66 w 518"/>
              <a:gd name="T69" fmla="*/ 63 h 74"/>
              <a:gd name="T70" fmla="*/ 60 w 518"/>
              <a:gd name="T71" fmla="*/ 67 h 74"/>
              <a:gd name="T72" fmla="*/ 54 w 518"/>
              <a:gd name="T73" fmla="*/ 72 h 74"/>
              <a:gd name="T74" fmla="*/ 46 w 518"/>
              <a:gd name="T75" fmla="*/ 74 h 74"/>
              <a:gd name="T76" fmla="*/ 39 w 518"/>
              <a:gd name="T77" fmla="*/ 74 h 74"/>
              <a:gd name="T78" fmla="*/ 31 w 518"/>
              <a:gd name="T79" fmla="*/ 74 h 74"/>
              <a:gd name="T80" fmla="*/ 24 w 518"/>
              <a:gd name="T81" fmla="*/ 72 h 74"/>
              <a:gd name="T82" fmla="*/ 17 w 518"/>
              <a:gd name="T83" fmla="*/ 68 h 74"/>
              <a:gd name="T84" fmla="*/ 12 w 518"/>
              <a:gd name="T85" fmla="*/ 63 h 74"/>
              <a:gd name="T86" fmla="*/ 7 w 518"/>
              <a:gd name="T87" fmla="*/ 57 h 74"/>
              <a:gd name="T88" fmla="*/ 4 w 518"/>
              <a:gd name="T89" fmla="*/ 50 h 74"/>
              <a:gd name="T90" fmla="*/ 1 w 518"/>
              <a:gd name="T91" fmla="*/ 44 h 74"/>
              <a:gd name="T92" fmla="*/ 0 w 518"/>
              <a:gd name="T93" fmla="*/ 36 h 74"/>
              <a:gd name="T94" fmla="*/ 1 w 518"/>
              <a:gd name="T95" fmla="*/ 28 h 74"/>
              <a:gd name="T96" fmla="*/ 5 w 518"/>
              <a:gd name="T97" fmla="*/ 21 h 74"/>
              <a:gd name="T98" fmla="*/ 8 w 518"/>
              <a:gd name="T99" fmla="*/ 14 h 74"/>
              <a:gd name="T100" fmla="*/ 14 w 518"/>
              <a:gd name="T101" fmla="*/ 9 h 74"/>
              <a:gd name="T102" fmla="*/ 19 w 518"/>
              <a:gd name="T103" fmla="*/ 4 h 74"/>
              <a:gd name="T104" fmla="*/ 26 w 518"/>
              <a:gd name="T105" fmla="*/ 1 h 74"/>
              <a:gd name="T106" fmla="*/ 34 w 518"/>
              <a:gd name="T107" fmla="*/ 0 h 74"/>
              <a:gd name="T108" fmla="*/ 42 w 518"/>
              <a:gd name="T109" fmla="*/ 0 h 74"/>
              <a:gd name="T110" fmla="*/ 50 w 518"/>
              <a:gd name="T111" fmla="*/ 1 h 74"/>
              <a:gd name="T112" fmla="*/ 57 w 518"/>
              <a:gd name="T113" fmla="*/ 4 h 74"/>
              <a:gd name="T114" fmla="*/ 62 w 518"/>
              <a:gd name="T115" fmla="*/ 8 h 74"/>
              <a:gd name="T116" fmla="*/ 68 w 518"/>
              <a:gd name="T117" fmla="*/ 13 h 74"/>
              <a:gd name="T118" fmla="*/ 72 w 518"/>
              <a:gd name="T119" fmla="*/ 20 h 74"/>
              <a:gd name="T120" fmla="*/ 75 w 518"/>
              <a:gd name="T121" fmla="*/ 27 h 74"/>
              <a:gd name="T122" fmla="*/ 76 w 518"/>
              <a:gd name="T123" fmla="*/ 35 h 74"/>
              <a:gd name="T124" fmla="*/ 236 w 518"/>
              <a:gd name="T125" fmla="*/ 34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18" h="74">
                <a:moveTo>
                  <a:pt x="502" y="41"/>
                </a:moveTo>
                <a:lnTo>
                  <a:pt x="502" y="34"/>
                </a:lnTo>
                <a:lnTo>
                  <a:pt x="518" y="34"/>
                </a:lnTo>
                <a:lnTo>
                  <a:pt x="518" y="41"/>
                </a:lnTo>
                <a:lnTo>
                  <a:pt x="502" y="41"/>
                </a:lnTo>
                <a:lnTo>
                  <a:pt x="502" y="41"/>
                </a:lnTo>
                <a:close/>
                <a:moveTo>
                  <a:pt x="39" y="66"/>
                </a:move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0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1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2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3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4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5" y="66"/>
                </a:lnTo>
                <a:lnTo>
                  <a:pt x="46" y="66"/>
                </a:lnTo>
                <a:lnTo>
                  <a:pt x="46" y="66"/>
                </a:lnTo>
                <a:lnTo>
                  <a:pt x="46" y="65"/>
                </a:lnTo>
                <a:lnTo>
                  <a:pt x="46" y="65"/>
                </a:lnTo>
                <a:lnTo>
                  <a:pt x="46" y="65"/>
                </a:lnTo>
                <a:lnTo>
                  <a:pt x="46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8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49" y="65"/>
                </a:lnTo>
                <a:lnTo>
                  <a:pt x="50" y="65"/>
                </a:lnTo>
                <a:lnTo>
                  <a:pt x="50" y="65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0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1" y="64"/>
                </a:lnTo>
                <a:lnTo>
                  <a:pt x="52" y="64"/>
                </a:lnTo>
                <a:lnTo>
                  <a:pt x="52" y="64"/>
                </a:lnTo>
                <a:lnTo>
                  <a:pt x="52" y="64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2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4" y="63"/>
                </a:lnTo>
                <a:lnTo>
                  <a:pt x="54" y="63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4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2"/>
                </a:lnTo>
                <a:lnTo>
                  <a:pt x="55" y="61"/>
                </a:lnTo>
                <a:lnTo>
                  <a:pt x="55" y="61"/>
                </a:lnTo>
                <a:lnTo>
                  <a:pt x="55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61"/>
                </a:lnTo>
                <a:lnTo>
                  <a:pt x="57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8" y="59"/>
                </a:lnTo>
                <a:lnTo>
                  <a:pt x="59" y="59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59" y="58"/>
                </a:lnTo>
                <a:lnTo>
                  <a:pt x="60" y="58"/>
                </a:lnTo>
                <a:lnTo>
                  <a:pt x="60" y="58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0" y="57"/>
                </a:lnTo>
                <a:lnTo>
                  <a:pt x="61" y="57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1" y="56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5"/>
                </a:lnTo>
                <a:lnTo>
                  <a:pt x="62" y="54"/>
                </a:lnTo>
                <a:lnTo>
                  <a:pt x="62" y="54"/>
                </a:lnTo>
                <a:lnTo>
                  <a:pt x="62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4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3" y="53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2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4" y="50"/>
                </a:lnTo>
                <a:lnTo>
                  <a:pt x="66" y="50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9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6" y="48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7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6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5"/>
                </a:lnTo>
                <a:lnTo>
                  <a:pt x="67" y="44"/>
                </a:lnTo>
                <a:lnTo>
                  <a:pt x="67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4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3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1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40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9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8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7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6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5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4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2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7" y="30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9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8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7" y="27"/>
                </a:lnTo>
                <a:lnTo>
                  <a:pt x="66" y="27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6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6" y="25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3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4" y="22"/>
                </a:lnTo>
                <a:lnTo>
                  <a:pt x="63" y="22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1"/>
                </a:lnTo>
                <a:lnTo>
                  <a:pt x="63" y="20"/>
                </a:lnTo>
                <a:lnTo>
                  <a:pt x="63" y="20"/>
                </a:lnTo>
                <a:lnTo>
                  <a:pt x="63" y="20"/>
                </a:lnTo>
                <a:lnTo>
                  <a:pt x="63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1" y="18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7"/>
                </a:lnTo>
                <a:lnTo>
                  <a:pt x="60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9" y="16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8" y="14"/>
                </a:lnTo>
                <a:lnTo>
                  <a:pt x="57" y="14"/>
                </a:lnTo>
                <a:lnTo>
                  <a:pt x="57" y="14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7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3"/>
                </a:lnTo>
                <a:lnTo>
                  <a:pt x="55" y="12"/>
                </a:lnTo>
                <a:lnTo>
                  <a:pt x="55" y="12"/>
                </a:lnTo>
                <a:lnTo>
                  <a:pt x="55" y="12"/>
                </a:lnTo>
                <a:lnTo>
                  <a:pt x="55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4" y="12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3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1"/>
                </a:lnTo>
                <a:lnTo>
                  <a:pt x="52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1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50" y="10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9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8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6" y="9"/>
                </a:lnTo>
                <a:lnTo>
                  <a:pt x="45" y="9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5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4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3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2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1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40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9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7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6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5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4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3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2" y="8"/>
                </a:lnTo>
                <a:lnTo>
                  <a:pt x="31" y="8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1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30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8" y="9"/>
                </a:lnTo>
                <a:lnTo>
                  <a:pt x="27" y="9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7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6" y="10"/>
                </a:lnTo>
                <a:lnTo>
                  <a:pt x="25" y="10"/>
                </a:lnTo>
                <a:lnTo>
                  <a:pt x="25" y="10"/>
                </a:lnTo>
                <a:lnTo>
                  <a:pt x="25" y="10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5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4" y="11"/>
                </a:lnTo>
                <a:lnTo>
                  <a:pt x="23" y="11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3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2"/>
                </a:lnTo>
                <a:lnTo>
                  <a:pt x="22" y="13"/>
                </a:lnTo>
                <a:lnTo>
                  <a:pt x="22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21" y="13"/>
                </a:lnTo>
                <a:lnTo>
                  <a:pt x="19" y="13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9" y="14"/>
                </a:lnTo>
                <a:lnTo>
                  <a:pt x="18" y="14"/>
                </a:lnTo>
                <a:lnTo>
                  <a:pt x="18" y="14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8" y="16"/>
                </a:lnTo>
                <a:lnTo>
                  <a:pt x="17" y="16"/>
                </a:lnTo>
                <a:lnTo>
                  <a:pt x="17" y="16"/>
                </a:lnTo>
                <a:lnTo>
                  <a:pt x="17" y="16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7" y="17"/>
                </a:lnTo>
                <a:lnTo>
                  <a:pt x="16" y="17"/>
                </a:lnTo>
                <a:lnTo>
                  <a:pt x="16" y="17"/>
                </a:lnTo>
                <a:lnTo>
                  <a:pt x="16" y="17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6" y="18"/>
                </a:lnTo>
                <a:lnTo>
                  <a:pt x="15" y="18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19"/>
                </a:lnTo>
                <a:lnTo>
                  <a:pt x="15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0"/>
                </a:lnTo>
                <a:lnTo>
                  <a:pt x="14" y="21"/>
                </a:lnTo>
                <a:lnTo>
                  <a:pt x="14" y="21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3" y="21"/>
                </a:lnTo>
                <a:lnTo>
                  <a:pt x="13" y="21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2"/>
                </a:lnTo>
                <a:lnTo>
                  <a:pt x="13" y="23"/>
                </a:lnTo>
                <a:lnTo>
                  <a:pt x="13" y="23"/>
                </a:lnTo>
                <a:lnTo>
                  <a:pt x="13" y="23"/>
                </a:lnTo>
                <a:lnTo>
                  <a:pt x="12" y="23"/>
                </a:lnTo>
                <a:lnTo>
                  <a:pt x="12" y="23"/>
                </a:lnTo>
                <a:lnTo>
                  <a:pt x="12" y="23"/>
                </a:lnTo>
                <a:lnTo>
                  <a:pt x="12" y="23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5"/>
                </a:lnTo>
                <a:lnTo>
                  <a:pt x="12" y="26"/>
                </a:lnTo>
                <a:lnTo>
                  <a:pt x="12" y="26"/>
                </a:lnTo>
                <a:lnTo>
                  <a:pt x="12" y="26"/>
                </a:lnTo>
                <a:lnTo>
                  <a:pt x="12" y="26"/>
                </a:lnTo>
                <a:lnTo>
                  <a:pt x="10" y="26"/>
                </a:lnTo>
                <a:lnTo>
                  <a:pt x="10" y="26"/>
                </a:lnTo>
                <a:lnTo>
                  <a:pt x="10" y="26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7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8"/>
                </a:lnTo>
                <a:lnTo>
                  <a:pt x="10" y="29"/>
                </a:lnTo>
                <a:lnTo>
                  <a:pt x="10" y="29"/>
                </a:lnTo>
                <a:lnTo>
                  <a:pt x="10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29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0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1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2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4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5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6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7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8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39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0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1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3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4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9" y="45"/>
                </a:lnTo>
                <a:lnTo>
                  <a:pt x="10" y="45"/>
                </a:lnTo>
                <a:lnTo>
                  <a:pt x="10" y="45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6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2" y="48"/>
                </a:lnTo>
                <a:lnTo>
                  <a:pt x="12" y="48"/>
                </a:lnTo>
                <a:lnTo>
                  <a:pt x="12" y="48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49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2" y="50"/>
                </a:lnTo>
                <a:lnTo>
                  <a:pt x="13" y="50"/>
                </a:lnTo>
                <a:lnTo>
                  <a:pt x="13" y="50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2"/>
                </a:lnTo>
                <a:lnTo>
                  <a:pt x="13" y="53"/>
                </a:lnTo>
                <a:lnTo>
                  <a:pt x="13" y="53"/>
                </a:lnTo>
                <a:lnTo>
                  <a:pt x="13" y="53"/>
                </a:lnTo>
                <a:lnTo>
                  <a:pt x="13" y="53"/>
                </a:lnTo>
                <a:lnTo>
                  <a:pt x="14" y="53"/>
                </a:lnTo>
                <a:lnTo>
                  <a:pt x="14" y="53"/>
                </a:lnTo>
                <a:lnTo>
                  <a:pt x="14" y="53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4" y="54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5"/>
                </a:lnTo>
                <a:lnTo>
                  <a:pt x="15" y="56"/>
                </a:lnTo>
                <a:lnTo>
                  <a:pt x="15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6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6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7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7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8"/>
                </a:lnTo>
                <a:lnTo>
                  <a:pt x="18" y="59"/>
                </a:lnTo>
                <a:lnTo>
                  <a:pt x="18" y="59"/>
                </a:lnTo>
                <a:lnTo>
                  <a:pt x="18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59"/>
                </a:lnTo>
                <a:lnTo>
                  <a:pt x="19" y="61"/>
                </a:lnTo>
                <a:lnTo>
                  <a:pt x="19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1" y="61"/>
                </a:lnTo>
                <a:lnTo>
                  <a:pt x="22" y="61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2" y="62"/>
                </a:lnTo>
                <a:lnTo>
                  <a:pt x="23" y="62"/>
                </a:lnTo>
                <a:lnTo>
                  <a:pt x="23" y="62"/>
                </a:lnTo>
                <a:lnTo>
                  <a:pt x="23" y="62"/>
                </a:lnTo>
                <a:lnTo>
                  <a:pt x="23" y="62"/>
                </a:lnTo>
                <a:lnTo>
                  <a:pt x="23" y="63"/>
                </a:lnTo>
                <a:lnTo>
                  <a:pt x="23" y="63"/>
                </a:lnTo>
                <a:lnTo>
                  <a:pt x="23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4" y="63"/>
                </a:lnTo>
                <a:lnTo>
                  <a:pt x="25" y="63"/>
                </a:lnTo>
                <a:lnTo>
                  <a:pt x="25" y="63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5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6" y="64"/>
                </a:lnTo>
                <a:lnTo>
                  <a:pt x="27" y="64"/>
                </a:lnTo>
                <a:lnTo>
                  <a:pt x="27" y="64"/>
                </a:lnTo>
                <a:lnTo>
                  <a:pt x="27" y="64"/>
                </a:lnTo>
                <a:lnTo>
                  <a:pt x="27" y="65"/>
                </a:lnTo>
                <a:lnTo>
                  <a:pt x="27" y="65"/>
                </a:lnTo>
                <a:lnTo>
                  <a:pt x="27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28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0" y="65"/>
                </a:lnTo>
                <a:lnTo>
                  <a:pt x="31" y="65"/>
                </a:lnTo>
                <a:lnTo>
                  <a:pt x="31" y="65"/>
                </a:lnTo>
                <a:lnTo>
                  <a:pt x="31" y="65"/>
                </a:lnTo>
                <a:lnTo>
                  <a:pt x="31" y="66"/>
                </a:lnTo>
                <a:lnTo>
                  <a:pt x="31" y="66"/>
                </a:lnTo>
                <a:lnTo>
                  <a:pt x="31" y="66"/>
                </a:lnTo>
                <a:lnTo>
                  <a:pt x="31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2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3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4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5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6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7" y="66"/>
                </a:ln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lnTo>
                  <a:pt x="39" y="66"/>
                </a:lnTo>
                <a:close/>
                <a:moveTo>
                  <a:pt x="76" y="37"/>
                </a:move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6" y="38"/>
                </a:lnTo>
                <a:lnTo>
                  <a:pt x="76" y="38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39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0"/>
                </a:lnTo>
                <a:lnTo>
                  <a:pt x="76" y="41"/>
                </a:lnTo>
                <a:lnTo>
                  <a:pt x="76" y="41"/>
                </a:lnTo>
                <a:lnTo>
                  <a:pt x="76" y="41"/>
                </a:lnTo>
                <a:lnTo>
                  <a:pt x="76" y="41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3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4"/>
                </a:lnTo>
                <a:lnTo>
                  <a:pt x="76" y="45"/>
                </a:lnTo>
                <a:lnTo>
                  <a:pt x="76" y="45"/>
                </a:lnTo>
                <a:lnTo>
                  <a:pt x="76" y="45"/>
                </a:lnTo>
                <a:lnTo>
                  <a:pt x="75" y="45"/>
                </a:lnTo>
                <a:lnTo>
                  <a:pt x="75" y="45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6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7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8"/>
                </a:lnTo>
                <a:lnTo>
                  <a:pt x="75" y="49"/>
                </a:lnTo>
                <a:lnTo>
                  <a:pt x="75" y="49"/>
                </a:lnTo>
                <a:lnTo>
                  <a:pt x="73" y="49"/>
                </a:lnTo>
                <a:lnTo>
                  <a:pt x="73" y="49"/>
                </a:lnTo>
                <a:lnTo>
                  <a:pt x="73" y="49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0"/>
                </a:lnTo>
                <a:lnTo>
                  <a:pt x="73" y="52"/>
                </a:lnTo>
                <a:lnTo>
                  <a:pt x="73" y="52"/>
                </a:lnTo>
                <a:lnTo>
                  <a:pt x="73" y="52"/>
                </a:lnTo>
                <a:lnTo>
                  <a:pt x="73" y="52"/>
                </a:lnTo>
                <a:lnTo>
                  <a:pt x="72" y="52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3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2" y="54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5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1" y="56"/>
                </a:lnTo>
                <a:lnTo>
                  <a:pt x="70" y="56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7"/>
                </a:lnTo>
                <a:lnTo>
                  <a:pt x="70" y="58"/>
                </a:lnTo>
                <a:lnTo>
                  <a:pt x="70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9" y="59"/>
                </a:lnTo>
                <a:lnTo>
                  <a:pt x="68" y="59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8" y="61"/>
                </a:lnTo>
                <a:lnTo>
                  <a:pt x="67" y="61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2"/>
                </a:lnTo>
                <a:lnTo>
                  <a:pt x="67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3"/>
                </a:lnTo>
                <a:lnTo>
                  <a:pt x="66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4"/>
                </a:lnTo>
                <a:lnTo>
                  <a:pt x="64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3" y="65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2" y="66"/>
                </a:lnTo>
                <a:lnTo>
                  <a:pt x="61" y="66"/>
                </a:lnTo>
                <a:lnTo>
                  <a:pt x="61" y="66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1" y="67"/>
                </a:lnTo>
                <a:lnTo>
                  <a:pt x="60" y="67"/>
                </a:lnTo>
                <a:lnTo>
                  <a:pt x="60" y="67"/>
                </a:lnTo>
                <a:lnTo>
                  <a:pt x="60" y="67"/>
                </a:lnTo>
                <a:lnTo>
                  <a:pt x="60" y="68"/>
                </a:lnTo>
                <a:lnTo>
                  <a:pt x="60" y="68"/>
                </a:lnTo>
                <a:lnTo>
                  <a:pt x="60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9" y="68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8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0"/>
                </a:lnTo>
                <a:lnTo>
                  <a:pt x="57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5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1"/>
                </a:lnTo>
                <a:lnTo>
                  <a:pt x="54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3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2" y="72"/>
                </a:lnTo>
                <a:lnTo>
                  <a:pt x="51" y="72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1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50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9" y="73"/>
                </a:lnTo>
                <a:lnTo>
                  <a:pt x="48" y="73"/>
                </a:lnTo>
                <a:lnTo>
                  <a:pt x="48" y="73"/>
                </a:lnTo>
                <a:lnTo>
                  <a:pt x="48" y="73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6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5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4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3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2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1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40" y="74"/>
                </a:lnTo>
                <a:lnTo>
                  <a:pt x="39" y="74"/>
                </a:lnTo>
                <a:lnTo>
                  <a:pt x="39" y="74"/>
                </a:lnTo>
                <a:lnTo>
                  <a:pt x="39" y="74"/>
                </a:lnTo>
                <a:lnTo>
                  <a:pt x="39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7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6" y="74"/>
                </a:lnTo>
                <a:lnTo>
                  <a:pt x="35" y="74"/>
                </a:lnTo>
                <a:lnTo>
                  <a:pt x="35" y="74"/>
                </a:lnTo>
                <a:lnTo>
                  <a:pt x="35" y="74"/>
                </a:lnTo>
                <a:lnTo>
                  <a:pt x="35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4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3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2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1" y="74"/>
                </a:lnTo>
                <a:lnTo>
                  <a:pt x="30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8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7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6" y="73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23" y="72"/>
                </a:lnTo>
                <a:lnTo>
                  <a:pt x="23" y="72"/>
                </a:lnTo>
                <a:lnTo>
                  <a:pt x="23" y="71"/>
                </a:lnTo>
                <a:lnTo>
                  <a:pt x="23" y="71"/>
                </a:lnTo>
                <a:lnTo>
                  <a:pt x="23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2" y="71"/>
                </a:lnTo>
                <a:lnTo>
                  <a:pt x="21" y="71"/>
                </a:lnTo>
                <a:lnTo>
                  <a:pt x="21" y="71"/>
                </a:lnTo>
                <a:lnTo>
                  <a:pt x="21" y="70"/>
                </a:lnTo>
                <a:lnTo>
                  <a:pt x="21" y="70"/>
                </a:lnTo>
                <a:lnTo>
                  <a:pt x="21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9" y="70"/>
                </a:lnTo>
                <a:lnTo>
                  <a:pt x="18" y="70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8" y="68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7" y="68"/>
                </a:lnTo>
                <a:lnTo>
                  <a:pt x="17" y="67"/>
                </a:lnTo>
                <a:lnTo>
                  <a:pt x="17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6" y="67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5" y="66"/>
                </a:lnTo>
                <a:lnTo>
                  <a:pt x="14" y="66"/>
                </a:lnTo>
                <a:lnTo>
                  <a:pt x="14" y="66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4" y="65"/>
                </a:lnTo>
                <a:lnTo>
                  <a:pt x="13" y="65"/>
                </a:lnTo>
                <a:lnTo>
                  <a:pt x="13" y="65"/>
                </a:lnTo>
                <a:lnTo>
                  <a:pt x="13" y="65"/>
                </a:lnTo>
                <a:lnTo>
                  <a:pt x="13" y="64"/>
                </a:lnTo>
                <a:lnTo>
                  <a:pt x="13" y="64"/>
                </a:lnTo>
                <a:lnTo>
                  <a:pt x="13" y="64"/>
                </a:lnTo>
                <a:lnTo>
                  <a:pt x="13" y="64"/>
                </a:lnTo>
                <a:lnTo>
                  <a:pt x="12" y="64"/>
                </a:lnTo>
                <a:lnTo>
                  <a:pt x="12" y="64"/>
                </a:lnTo>
                <a:lnTo>
                  <a:pt x="12" y="64"/>
                </a:lnTo>
                <a:lnTo>
                  <a:pt x="12" y="63"/>
                </a:lnTo>
                <a:lnTo>
                  <a:pt x="12" y="63"/>
                </a:lnTo>
                <a:lnTo>
                  <a:pt x="12" y="63"/>
                </a:lnTo>
                <a:lnTo>
                  <a:pt x="12" y="63"/>
                </a:lnTo>
                <a:lnTo>
                  <a:pt x="10" y="63"/>
                </a:lnTo>
                <a:lnTo>
                  <a:pt x="10" y="63"/>
                </a:lnTo>
                <a:lnTo>
                  <a:pt x="10" y="63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10" y="62"/>
                </a:lnTo>
                <a:lnTo>
                  <a:pt x="9" y="62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9" y="61"/>
                </a:lnTo>
                <a:lnTo>
                  <a:pt x="8" y="61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9"/>
                </a:lnTo>
                <a:lnTo>
                  <a:pt x="8" y="58"/>
                </a:lnTo>
                <a:lnTo>
                  <a:pt x="8" y="58"/>
                </a:lnTo>
                <a:lnTo>
                  <a:pt x="7" y="58"/>
                </a:lnTo>
                <a:lnTo>
                  <a:pt x="7" y="58"/>
                </a:lnTo>
                <a:lnTo>
                  <a:pt x="7" y="58"/>
                </a:lnTo>
                <a:lnTo>
                  <a:pt x="7" y="58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7" y="57"/>
                </a:lnTo>
                <a:lnTo>
                  <a:pt x="6" y="57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6"/>
                </a:lnTo>
                <a:lnTo>
                  <a:pt x="6" y="55"/>
                </a:lnTo>
                <a:lnTo>
                  <a:pt x="6" y="55"/>
                </a:lnTo>
                <a:lnTo>
                  <a:pt x="6" y="55"/>
                </a:lnTo>
                <a:lnTo>
                  <a:pt x="5" y="55"/>
                </a:lnTo>
                <a:lnTo>
                  <a:pt x="5" y="55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4"/>
                </a:ln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4" y="53"/>
                </a:lnTo>
                <a:lnTo>
                  <a:pt x="4" y="53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2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4" y="50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9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6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5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4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3"/>
                </a:lnTo>
                <a:lnTo>
                  <a:pt x="1" y="41"/>
                </a:lnTo>
                <a:lnTo>
                  <a:pt x="1" y="41"/>
                </a:lnTo>
                <a:lnTo>
                  <a:pt x="1" y="41"/>
                </a:lnTo>
                <a:lnTo>
                  <a:pt x="1" y="41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40"/>
                </a:lnTo>
                <a:lnTo>
                  <a:pt x="1" y="39"/>
                </a:lnTo>
                <a:lnTo>
                  <a:pt x="1" y="39"/>
                </a:lnTo>
                <a:lnTo>
                  <a:pt x="1" y="39"/>
                </a:lnTo>
                <a:lnTo>
                  <a:pt x="1" y="39"/>
                </a:lnTo>
                <a:lnTo>
                  <a:pt x="0" y="39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0" y="36"/>
                </a:lnTo>
                <a:lnTo>
                  <a:pt x="1" y="35"/>
                </a:lnTo>
                <a:lnTo>
                  <a:pt x="1" y="35"/>
                </a:lnTo>
                <a:lnTo>
                  <a:pt x="1" y="35"/>
                </a:lnTo>
                <a:lnTo>
                  <a:pt x="1" y="35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4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1" y="28"/>
                </a:lnTo>
                <a:lnTo>
                  <a:pt x="1" y="28"/>
                </a:lnTo>
                <a:lnTo>
                  <a:pt x="1" y="28"/>
                </a:lnTo>
                <a:lnTo>
                  <a:pt x="3" y="28"/>
                </a:lnTo>
                <a:lnTo>
                  <a:pt x="3" y="28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7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4" y="25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2"/>
                </a:lnTo>
                <a:lnTo>
                  <a:pt x="4" y="21"/>
                </a:lnTo>
                <a:lnTo>
                  <a:pt x="5" y="21"/>
                </a:lnTo>
                <a:lnTo>
                  <a:pt x="5" y="21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20"/>
                </a:lnTo>
                <a:lnTo>
                  <a:pt x="5" y="19"/>
                </a:lnTo>
                <a:lnTo>
                  <a:pt x="6" y="19"/>
                </a:lnTo>
                <a:lnTo>
                  <a:pt x="6" y="19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6" y="18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7"/>
                </a:lnTo>
                <a:lnTo>
                  <a:pt x="7" y="16"/>
                </a:lnTo>
                <a:lnTo>
                  <a:pt x="7" y="16"/>
                </a:lnTo>
                <a:lnTo>
                  <a:pt x="7" y="16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8" y="14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9" y="13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2"/>
                </a:lnTo>
                <a:lnTo>
                  <a:pt x="10" y="11"/>
                </a:lnTo>
                <a:lnTo>
                  <a:pt x="10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1"/>
                </a:lnTo>
                <a:lnTo>
                  <a:pt x="12" y="10"/>
                </a:lnTo>
                <a:lnTo>
                  <a:pt x="12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10"/>
                </a:lnTo>
                <a:lnTo>
                  <a:pt x="13" y="9"/>
                </a:lnTo>
                <a:lnTo>
                  <a:pt x="13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9"/>
                </a:lnTo>
                <a:lnTo>
                  <a:pt x="14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5" y="8"/>
                </a:lnTo>
                <a:lnTo>
                  <a:pt x="16" y="8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6" y="7"/>
                </a:lnTo>
                <a:lnTo>
                  <a:pt x="17" y="7"/>
                </a:lnTo>
                <a:lnTo>
                  <a:pt x="17" y="7"/>
                </a:lnTo>
                <a:lnTo>
                  <a:pt x="17" y="7"/>
                </a:lnTo>
                <a:lnTo>
                  <a:pt x="17" y="5"/>
                </a:lnTo>
                <a:lnTo>
                  <a:pt x="17" y="5"/>
                </a:lnTo>
                <a:lnTo>
                  <a:pt x="17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8" y="5"/>
                </a:lnTo>
                <a:lnTo>
                  <a:pt x="19" y="5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19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1" y="4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2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3" y="3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4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5" y="2"/>
                </a:lnTo>
                <a:lnTo>
                  <a:pt x="26" y="2"/>
                </a:lnTo>
                <a:lnTo>
                  <a:pt x="26" y="2"/>
                </a:lnTo>
                <a:lnTo>
                  <a:pt x="26" y="1"/>
                </a:lnTo>
                <a:lnTo>
                  <a:pt x="26" y="1"/>
                </a:lnTo>
                <a:lnTo>
                  <a:pt x="26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7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28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0" y="1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1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2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3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4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7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39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0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1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2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3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4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5" y="0"/>
                </a:lnTo>
                <a:lnTo>
                  <a:pt x="46" y="0"/>
                </a:lnTo>
                <a:lnTo>
                  <a:pt x="46" y="0"/>
                </a:lnTo>
                <a:lnTo>
                  <a:pt x="46" y="0"/>
                </a:lnTo>
                <a:lnTo>
                  <a:pt x="46" y="0"/>
                </a:lnTo>
                <a:lnTo>
                  <a:pt x="46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8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49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0" y="1"/>
                </a:lnTo>
                <a:lnTo>
                  <a:pt x="51" y="1"/>
                </a:lnTo>
                <a:lnTo>
                  <a:pt x="51" y="1"/>
                </a:lnTo>
                <a:lnTo>
                  <a:pt x="51" y="2"/>
                </a:lnTo>
                <a:lnTo>
                  <a:pt x="51" y="2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2" y="2"/>
                </a:lnTo>
                <a:lnTo>
                  <a:pt x="53" y="2"/>
                </a:lnTo>
                <a:lnTo>
                  <a:pt x="53" y="2"/>
                </a:lnTo>
                <a:lnTo>
                  <a:pt x="53" y="2"/>
                </a:lnTo>
                <a:lnTo>
                  <a:pt x="53" y="2"/>
                </a:lnTo>
                <a:lnTo>
                  <a:pt x="53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4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3"/>
                </a:lnTo>
                <a:lnTo>
                  <a:pt x="55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7" y="4"/>
                </a:lnTo>
                <a:lnTo>
                  <a:pt x="58" y="4"/>
                </a:lnTo>
                <a:lnTo>
                  <a:pt x="58" y="4"/>
                </a:lnTo>
                <a:lnTo>
                  <a:pt x="58" y="4"/>
                </a:lnTo>
                <a:lnTo>
                  <a:pt x="58" y="5"/>
                </a:lnTo>
                <a:lnTo>
                  <a:pt x="58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59" y="5"/>
                </a:lnTo>
                <a:lnTo>
                  <a:pt x="60" y="5"/>
                </a:lnTo>
                <a:lnTo>
                  <a:pt x="60" y="5"/>
                </a:lnTo>
                <a:lnTo>
                  <a:pt x="60" y="7"/>
                </a:lnTo>
                <a:lnTo>
                  <a:pt x="60" y="7"/>
                </a:lnTo>
                <a:lnTo>
                  <a:pt x="60" y="7"/>
                </a:lnTo>
                <a:lnTo>
                  <a:pt x="60" y="7"/>
                </a:lnTo>
                <a:lnTo>
                  <a:pt x="61" y="7"/>
                </a:lnTo>
                <a:lnTo>
                  <a:pt x="61" y="7"/>
                </a:lnTo>
                <a:lnTo>
                  <a:pt x="61" y="7"/>
                </a:lnTo>
                <a:lnTo>
                  <a:pt x="61" y="7"/>
                </a:lnTo>
                <a:lnTo>
                  <a:pt x="61" y="8"/>
                </a:lnTo>
                <a:lnTo>
                  <a:pt x="61" y="8"/>
                </a:lnTo>
                <a:lnTo>
                  <a:pt x="61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8"/>
                </a:lnTo>
                <a:lnTo>
                  <a:pt x="62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3" y="9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4" y="10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6" y="11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3"/>
                </a:lnTo>
                <a:lnTo>
                  <a:pt x="67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lnTo>
                  <a:pt x="69" y="14"/>
                </a:lnTo>
                <a:lnTo>
                  <a:pt x="69" y="14"/>
                </a:lnTo>
                <a:lnTo>
                  <a:pt x="69" y="14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69" y="16"/>
                </a:lnTo>
                <a:lnTo>
                  <a:pt x="70" y="16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7"/>
                </a:lnTo>
                <a:lnTo>
                  <a:pt x="70" y="18"/>
                </a:lnTo>
                <a:lnTo>
                  <a:pt x="70" y="18"/>
                </a:lnTo>
                <a:lnTo>
                  <a:pt x="71" y="18"/>
                </a:lnTo>
                <a:lnTo>
                  <a:pt x="71" y="18"/>
                </a:lnTo>
                <a:lnTo>
                  <a:pt x="71" y="18"/>
                </a:lnTo>
                <a:lnTo>
                  <a:pt x="71" y="18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19"/>
                </a:lnTo>
                <a:lnTo>
                  <a:pt x="71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0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1"/>
                </a:lnTo>
                <a:lnTo>
                  <a:pt x="72" y="22"/>
                </a:lnTo>
                <a:lnTo>
                  <a:pt x="72" y="22"/>
                </a:lnTo>
                <a:lnTo>
                  <a:pt x="73" y="22"/>
                </a:lnTo>
                <a:lnTo>
                  <a:pt x="73" y="22"/>
                </a:lnTo>
                <a:lnTo>
                  <a:pt x="73" y="22"/>
                </a:lnTo>
                <a:lnTo>
                  <a:pt x="73" y="22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3"/>
                </a:lnTo>
                <a:lnTo>
                  <a:pt x="73" y="25"/>
                </a:lnTo>
                <a:lnTo>
                  <a:pt x="73" y="25"/>
                </a:lnTo>
                <a:lnTo>
                  <a:pt x="73" y="25"/>
                </a:lnTo>
                <a:lnTo>
                  <a:pt x="73" y="25"/>
                </a:lnTo>
                <a:lnTo>
                  <a:pt x="75" y="25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6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7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8"/>
                </a:lnTo>
                <a:lnTo>
                  <a:pt x="75" y="29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9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0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1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2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4"/>
                </a:lnTo>
                <a:lnTo>
                  <a:pt x="76" y="35"/>
                </a:lnTo>
                <a:lnTo>
                  <a:pt x="76" y="35"/>
                </a:lnTo>
                <a:lnTo>
                  <a:pt x="76" y="35"/>
                </a:lnTo>
                <a:lnTo>
                  <a:pt x="76" y="35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close/>
                <a:moveTo>
                  <a:pt x="78" y="41"/>
                </a:moveTo>
                <a:lnTo>
                  <a:pt x="78" y="34"/>
                </a:lnTo>
                <a:lnTo>
                  <a:pt x="94" y="34"/>
                </a:lnTo>
                <a:lnTo>
                  <a:pt x="94" y="41"/>
                </a:lnTo>
                <a:lnTo>
                  <a:pt x="78" y="41"/>
                </a:lnTo>
                <a:lnTo>
                  <a:pt x="78" y="41"/>
                </a:lnTo>
                <a:close/>
                <a:moveTo>
                  <a:pt x="125" y="41"/>
                </a:moveTo>
                <a:lnTo>
                  <a:pt x="125" y="34"/>
                </a:lnTo>
                <a:lnTo>
                  <a:pt x="141" y="34"/>
                </a:lnTo>
                <a:lnTo>
                  <a:pt x="141" y="41"/>
                </a:lnTo>
                <a:lnTo>
                  <a:pt x="125" y="41"/>
                </a:lnTo>
                <a:lnTo>
                  <a:pt x="125" y="41"/>
                </a:lnTo>
                <a:close/>
                <a:moveTo>
                  <a:pt x="173" y="41"/>
                </a:moveTo>
                <a:lnTo>
                  <a:pt x="173" y="34"/>
                </a:lnTo>
                <a:lnTo>
                  <a:pt x="188" y="34"/>
                </a:lnTo>
                <a:lnTo>
                  <a:pt x="188" y="41"/>
                </a:lnTo>
                <a:lnTo>
                  <a:pt x="173" y="41"/>
                </a:lnTo>
                <a:lnTo>
                  <a:pt x="173" y="41"/>
                </a:lnTo>
                <a:close/>
                <a:moveTo>
                  <a:pt x="220" y="41"/>
                </a:moveTo>
                <a:lnTo>
                  <a:pt x="220" y="34"/>
                </a:lnTo>
                <a:lnTo>
                  <a:pt x="236" y="34"/>
                </a:lnTo>
                <a:lnTo>
                  <a:pt x="236" y="41"/>
                </a:lnTo>
                <a:lnTo>
                  <a:pt x="220" y="41"/>
                </a:lnTo>
                <a:lnTo>
                  <a:pt x="220" y="41"/>
                </a:lnTo>
                <a:close/>
                <a:moveTo>
                  <a:pt x="267" y="41"/>
                </a:moveTo>
                <a:lnTo>
                  <a:pt x="267" y="34"/>
                </a:lnTo>
                <a:lnTo>
                  <a:pt x="283" y="34"/>
                </a:lnTo>
                <a:lnTo>
                  <a:pt x="283" y="41"/>
                </a:lnTo>
                <a:lnTo>
                  <a:pt x="267" y="41"/>
                </a:lnTo>
                <a:lnTo>
                  <a:pt x="267" y="41"/>
                </a:lnTo>
                <a:close/>
                <a:moveTo>
                  <a:pt x="314" y="41"/>
                </a:moveTo>
                <a:lnTo>
                  <a:pt x="314" y="34"/>
                </a:lnTo>
                <a:lnTo>
                  <a:pt x="330" y="34"/>
                </a:lnTo>
                <a:lnTo>
                  <a:pt x="330" y="41"/>
                </a:lnTo>
                <a:lnTo>
                  <a:pt x="314" y="41"/>
                </a:lnTo>
                <a:lnTo>
                  <a:pt x="314" y="41"/>
                </a:lnTo>
                <a:close/>
                <a:moveTo>
                  <a:pt x="362" y="41"/>
                </a:moveTo>
                <a:lnTo>
                  <a:pt x="362" y="34"/>
                </a:lnTo>
                <a:lnTo>
                  <a:pt x="376" y="34"/>
                </a:lnTo>
                <a:lnTo>
                  <a:pt x="376" y="41"/>
                </a:lnTo>
                <a:lnTo>
                  <a:pt x="362" y="41"/>
                </a:lnTo>
                <a:lnTo>
                  <a:pt x="362" y="41"/>
                </a:lnTo>
                <a:close/>
                <a:moveTo>
                  <a:pt x="408" y="41"/>
                </a:moveTo>
                <a:lnTo>
                  <a:pt x="408" y="34"/>
                </a:lnTo>
                <a:lnTo>
                  <a:pt x="424" y="34"/>
                </a:lnTo>
                <a:lnTo>
                  <a:pt x="424" y="41"/>
                </a:lnTo>
                <a:lnTo>
                  <a:pt x="408" y="41"/>
                </a:lnTo>
                <a:lnTo>
                  <a:pt x="408" y="41"/>
                </a:lnTo>
                <a:close/>
                <a:moveTo>
                  <a:pt x="455" y="41"/>
                </a:moveTo>
                <a:lnTo>
                  <a:pt x="455" y="34"/>
                </a:lnTo>
                <a:lnTo>
                  <a:pt x="471" y="34"/>
                </a:lnTo>
                <a:lnTo>
                  <a:pt x="471" y="41"/>
                </a:lnTo>
                <a:lnTo>
                  <a:pt x="455" y="41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84">
            <a:extLst>
              <a:ext uri="{FF2B5EF4-FFF2-40B4-BE49-F238E27FC236}">
                <a16:creationId xmlns:a16="http://schemas.microsoft.com/office/drawing/2014/main" id="{E81C244F-14D7-F9E2-1FFB-C15ABC2AAB3E}"/>
              </a:ext>
            </a:extLst>
          </p:cNvPr>
          <p:cNvSpPr>
            <a:spLocks noEditPoints="1"/>
          </p:cNvSpPr>
          <p:nvPr/>
        </p:nvSpPr>
        <p:spPr bwMode="auto">
          <a:xfrm>
            <a:off x="7914133" y="2957513"/>
            <a:ext cx="847725" cy="334962"/>
          </a:xfrm>
          <a:custGeom>
            <a:avLst/>
            <a:gdLst>
              <a:gd name="T0" fmla="*/ 43 w 534"/>
              <a:gd name="T1" fmla="*/ 203 h 211"/>
              <a:gd name="T2" fmla="*/ 50 w 534"/>
              <a:gd name="T3" fmla="*/ 201 h 211"/>
              <a:gd name="T4" fmla="*/ 54 w 534"/>
              <a:gd name="T5" fmla="*/ 197 h 211"/>
              <a:gd name="T6" fmla="*/ 60 w 534"/>
              <a:gd name="T7" fmla="*/ 194 h 211"/>
              <a:gd name="T8" fmla="*/ 63 w 534"/>
              <a:gd name="T9" fmla="*/ 190 h 211"/>
              <a:gd name="T10" fmla="*/ 66 w 534"/>
              <a:gd name="T11" fmla="*/ 184 h 211"/>
              <a:gd name="T12" fmla="*/ 68 w 534"/>
              <a:gd name="T13" fmla="*/ 178 h 211"/>
              <a:gd name="T14" fmla="*/ 68 w 534"/>
              <a:gd name="T15" fmla="*/ 171 h 211"/>
              <a:gd name="T16" fmla="*/ 67 w 534"/>
              <a:gd name="T17" fmla="*/ 165 h 211"/>
              <a:gd name="T18" fmla="*/ 64 w 534"/>
              <a:gd name="T19" fmla="*/ 159 h 211"/>
              <a:gd name="T20" fmla="*/ 61 w 534"/>
              <a:gd name="T21" fmla="*/ 155 h 211"/>
              <a:gd name="T22" fmla="*/ 57 w 534"/>
              <a:gd name="T23" fmla="*/ 150 h 211"/>
              <a:gd name="T24" fmla="*/ 52 w 534"/>
              <a:gd name="T25" fmla="*/ 147 h 211"/>
              <a:gd name="T26" fmla="*/ 46 w 534"/>
              <a:gd name="T27" fmla="*/ 144 h 211"/>
              <a:gd name="T28" fmla="*/ 40 w 534"/>
              <a:gd name="T29" fmla="*/ 143 h 211"/>
              <a:gd name="T30" fmla="*/ 34 w 534"/>
              <a:gd name="T31" fmla="*/ 144 h 211"/>
              <a:gd name="T32" fmla="*/ 27 w 534"/>
              <a:gd name="T33" fmla="*/ 146 h 211"/>
              <a:gd name="T34" fmla="*/ 23 w 534"/>
              <a:gd name="T35" fmla="*/ 148 h 211"/>
              <a:gd name="T36" fmla="*/ 17 w 534"/>
              <a:gd name="T37" fmla="*/ 152 h 211"/>
              <a:gd name="T38" fmla="*/ 14 w 534"/>
              <a:gd name="T39" fmla="*/ 157 h 211"/>
              <a:gd name="T40" fmla="*/ 10 w 534"/>
              <a:gd name="T41" fmla="*/ 162 h 211"/>
              <a:gd name="T42" fmla="*/ 9 w 534"/>
              <a:gd name="T43" fmla="*/ 168 h 211"/>
              <a:gd name="T44" fmla="*/ 9 w 534"/>
              <a:gd name="T45" fmla="*/ 175 h 211"/>
              <a:gd name="T46" fmla="*/ 9 w 534"/>
              <a:gd name="T47" fmla="*/ 181 h 211"/>
              <a:gd name="T48" fmla="*/ 12 w 534"/>
              <a:gd name="T49" fmla="*/ 186 h 211"/>
              <a:gd name="T50" fmla="*/ 15 w 534"/>
              <a:gd name="T51" fmla="*/ 192 h 211"/>
              <a:gd name="T52" fmla="*/ 19 w 534"/>
              <a:gd name="T53" fmla="*/ 196 h 211"/>
              <a:gd name="T54" fmla="*/ 24 w 534"/>
              <a:gd name="T55" fmla="*/ 200 h 211"/>
              <a:gd name="T56" fmla="*/ 31 w 534"/>
              <a:gd name="T57" fmla="*/ 202 h 211"/>
              <a:gd name="T58" fmla="*/ 36 w 534"/>
              <a:gd name="T59" fmla="*/ 203 h 211"/>
              <a:gd name="T60" fmla="*/ 76 w 534"/>
              <a:gd name="T61" fmla="*/ 178 h 211"/>
              <a:gd name="T62" fmla="*/ 73 w 534"/>
              <a:gd name="T63" fmla="*/ 186 h 211"/>
              <a:gd name="T64" fmla="*/ 70 w 534"/>
              <a:gd name="T65" fmla="*/ 193 h 211"/>
              <a:gd name="T66" fmla="*/ 66 w 534"/>
              <a:gd name="T67" fmla="*/ 199 h 211"/>
              <a:gd name="T68" fmla="*/ 60 w 534"/>
              <a:gd name="T69" fmla="*/ 204 h 211"/>
              <a:gd name="T70" fmla="*/ 53 w 534"/>
              <a:gd name="T71" fmla="*/ 208 h 211"/>
              <a:gd name="T72" fmla="*/ 45 w 534"/>
              <a:gd name="T73" fmla="*/ 210 h 211"/>
              <a:gd name="T74" fmla="*/ 37 w 534"/>
              <a:gd name="T75" fmla="*/ 211 h 211"/>
              <a:gd name="T76" fmla="*/ 30 w 534"/>
              <a:gd name="T77" fmla="*/ 210 h 211"/>
              <a:gd name="T78" fmla="*/ 23 w 534"/>
              <a:gd name="T79" fmla="*/ 208 h 211"/>
              <a:gd name="T80" fmla="*/ 16 w 534"/>
              <a:gd name="T81" fmla="*/ 203 h 211"/>
              <a:gd name="T82" fmla="*/ 10 w 534"/>
              <a:gd name="T83" fmla="*/ 199 h 211"/>
              <a:gd name="T84" fmla="*/ 6 w 534"/>
              <a:gd name="T85" fmla="*/ 192 h 211"/>
              <a:gd name="T86" fmla="*/ 3 w 534"/>
              <a:gd name="T87" fmla="*/ 185 h 211"/>
              <a:gd name="T88" fmla="*/ 1 w 534"/>
              <a:gd name="T89" fmla="*/ 177 h 211"/>
              <a:gd name="T90" fmla="*/ 1 w 534"/>
              <a:gd name="T91" fmla="*/ 168 h 211"/>
              <a:gd name="T92" fmla="*/ 3 w 534"/>
              <a:gd name="T93" fmla="*/ 161 h 211"/>
              <a:gd name="T94" fmla="*/ 6 w 534"/>
              <a:gd name="T95" fmla="*/ 153 h 211"/>
              <a:gd name="T96" fmla="*/ 10 w 534"/>
              <a:gd name="T97" fmla="*/ 148 h 211"/>
              <a:gd name="T98" fmla="*/ 16 w 534"/>
              <a:gd name="T99" fmla="*/ 142 h 211"/>
              <a:gd name="T100" fmla="*/ 23 w 534"/>
              <a:gd name="T101" fmla="*/ 139 h 211"/>
              <a:gd name="T102" fmla="*/ 31 w 534"/>
              <a:gd name="T103" fmla="*/ 137 h 211"/>
              <a:gd name="T104" fmla="*/ 39 w 534"/>
              <a:gd name="T105" fmla="*/ 135 h 211"/>
              <a:gd name="T106" fmla="*/ 46 w 534"/>
              <a:gd name="T107" fmla="*/ 137 h 211"/>
              <a:gd name="T108" fmla="*/ 54 w 534"/>
              <a:gd name="T109" fmla="*/ 139 h 211"/>
              <a:gd name="T110" fmla="*/ 61 w 534"/>
              <a:gd name="T111" fmla="*/ 143 h 211"/>
              <a:gd name="T112" fmla="*/ 67 w 534"/>
              <a:gd name="T113" fmla="*/ 148 h 211"/>
              <a:gd name="T114" fmla="*/ 71 w 534"/>
              <a:gd name="T115" fmla="*/ 155 h 211"/>
              <a:gd name="T116" fmla="*/ 75 w 534"/>
              <a:gd name="T117" fmla="*/ 161 h 211"/>
              <a:gd name="T118" fmla="*/ 76 w 534"/>
              <a:gd name="T119" fmla="*/ 169 h 211"/>
              <a:gd name="T120" fmla="*/ 188 w 534"/>
              <a:gd name="T121" fmla="*/ 177 h 211"/>
              <a:gd name="T122" fmla="*/ 456 w 534"/>
              <a:gd name="T123" fmla="*/ 16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34" h="211">
                <a:moveTo>
                  <a:pt x="534" y="16"/>
                </a:moveTo>
                <a:lnTo>
                  <a:pt x="526" y="16"/>
                </a:lnTo>
                <a:lnTo>
                  <a:pt x="526" y="0"/>
                </a:lnTo>
                <a:lnTo>
                  <a:pt x="534" y="0"/>
                </a:lnTo>
                <a:lnTo>
                  <a:pt x="534" y="16"/>
                </a:lnTo>
                <a:lnTo>
                  <a:pt x="534" y="16"/>
                </a:lnTo>
                <a:close/>
                <a:moveTo>
                  <a:pt x="39" y="203"/>
                </a:move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0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1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2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3" y="203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4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5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6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2"/>
                </a:lnTo>
                <a:lnTo>
                  <a:pt x="48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49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0" y="201"/>
                </a:lnTo>
                <a:lnTo>
                  <a:pt x="51" y="201"/>
                </a:lnTo>
                <a:lnTo>
                  <a:pt x="51" y="201"/>
                </a:lnTo>
                <a:lnTo>
                  <a:pt x="51" y="201"/>
                </a:lnTo>
                <a:lnTo>
                  <a:pt x="51" y="200"/>
                </a:lnTo>
                <a:lnTo>
                  <a:pt x="51" y="200"/>
                </a:lnTo>
                <a:lnTo>
                  <a:pt x="51" y="200"/>
                </a:lnTo>
                <a:lnTo>
                  <a:pt x="51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2" y="200"/>
                </a:lnTo>
                <a:lnTo>
                  <a:pt x="53" y="200"/>
                </a:lnTo>
                <a:lnTo>
                  <a:pt x="53" y="200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3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9"/>
                </a:lnTo>
                <a:lnTo>
                  <a:pt x="54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5" y="197"/>
                </a:lnTo>
                <a:lnTo>
                  <a:pt x="57" y="197"/>
                </a:lnTo>
                <a:lnTo>
                  <a:pt x="57" y="197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7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6"/>
                </a:lnTo>
                <a:lnTo>
                  <a:pt x="58" y="195"/>
                </a:lnTo>
                <a:lnTo>
                  <a:pt x="58" y="195"/>
                </a:lnTo>
                <a:lnTo>
                  <a:pt x="58" y="195"/>
                </a:lnTo>
                <a:lnTo>
                  <a:pt x="58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5"/>
                </a:lnTo>
                <a:lnTo>
                  <a:pt x="59" y="194"/>
                </a:lnTo>
                <a:lnTo>
                  <a:pt x="59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4"/>
                </a:lnTo>
                <a:lnTo>
                  <a:pt x="60" y="193"/>
                </a:lnTo>
                <a:lnTo>
                  <a:pt x="60" y="193"/>
                </a:lnTo>
                <a:lnTo>
                  <a:pt x="60" y="193"/>
                </a:lnTo>
                <a:lnTo>
                  <a:pt x="60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3"/>
                </a:lnTo>
                <a:lnTo>
                  <a:pt x="61" y="192"/>
                </a:lnTo>
                <a:lnTo>
                  <a:pt x="61" y="192"/>
                </a:lnTo>
                <a:lnTo>
                  <a:pt x="61" y="192"/>
                </a:lnTo>
                <a:lnTo>
                  <a:pt x="61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2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2" y="191"/>
                </a:lnTo>
                <a:lnTo>
                  <a:pt x="63" y="191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90"/>
                </a:lnTo>
                <a:lnTo>
                  <a:pt x="63" y="188"/>
                </a:lnTo>
                <a:lnTo>
                  <a:pt x="63" y="188"/>
                </a:lnTo>
                <a:lnTo>
                  <a:pt x="63" y="188"/>
                </a:lnTo>
                <a:lnTo>
                  <a:pt x="63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8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7"/>
                </a:lnTo>
                <a:lnTo>
                  <a:pt x="64" y="186"/>
                </a:lnTo>
                <a:lnTo>
                  <a:pt x="64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6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5"/>
                </a:lnTo>
                <a:lnTo>
                  <a:pt x="66" y="184"/>
                </a:lnTo>
                <a:lnTo>
                  <a:pt x="66" y="184"/>
                </a:lnTo>
                <a:lnTo>
                  <a:pt x="66" y="184"/>
                </a:lnTo>
                <a:lnTo>
                  <a:pt x="66" y="184"/>
                </a:lnTo>
                <a:lnTo>
                  <a:pt x="67" y="184"/>
                </a:lnTo>
                <a:lnTo>
                  <a:pt x="67" y="184"/>
                </a:lnTo>
                <a:lnTo>
                  <a:pt x="67" y="184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3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2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7" y="181"/>
                </a:lnTo>
                <a:lnTo>
                  <a:pt x="68" y="181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9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8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7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6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5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4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3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1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70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9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8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7"/>
                </a:lnTo>
                <a:lnTo>
                  <a:pt x="68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6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5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4"/>
                </a:lnTo>
                <a:lnTo>
                  <a:pt x="67" y="162"/>
                </a:lnTo>
                <a:lnTo>
                  <a:pt x="67" y="162"/>
                </a:lnTo>
                <a:lnTo>
                  <a:pt x="67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2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1"/>
                </a:lnTo>
                <a:lnTo>
                  <a:pt x="66" y="160"/>
                </a:lnTo>
                <a:lnTo>
                  <a:pt x="66" y="160"/>
                </a:lnTo>
                <a:lnTo>
                  <a:pt x="66" y="160"/>
                </a:lnTo>
                <a:lnTo>
                  <a:pt x="66" y="160"/>
                </a:lnTo>
                <a:lnTo>
                  <a:pt x="64" y="160"/>
                </a:lnTo>
                <a:lnTo>
                  <a:pt x="64" y="160"/>
                </a:lnTo>
                <a:lnTo>
                  <a:pt x="64" y="160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9"/>
                </a:lnTo>
                <a:lnTo>
                  <a:pt x="64" y="158"/>
                </a:lnTo>
                <a:lnTo>
                  <a:pt x="64" y="158"/>
                </a:lnTo>
                <a:lnTo>
                  <a:pt x="64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8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3" y="157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6"/>
                </a:lnTo>
                <a:lnTo>
                  <a:pt x="62" y="155"/>
                </a:lnTo>
                <a:lnTo>
                  <a:pt x="62" y="155"/>
                </a:lnTo>
                <a:lnTo>
                  <a:pt x="62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5"/>
                </a:lnTo>
                <a:lnTo>
                  <a:pt x="61" y="153"/>
                </a:lnTo>
                <a:lnTo>
                  <a:pt x="61" y="153"/>
                </a:lnTo>
                <a:lnTo>
                  <a:pt x="61" y="153"/>
                </a:lnTo>
                <a:lnTo>
                  <a:pt x="61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3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60" y="152"/>
                </a:lnTo>
                <a:lnTo>
                  <a:pt x="59" y="152"/>
                </a:lnTo>
                <a:lnTo>
                  <a:pt x="59" y="152"/>
                </a:lnTo>
                <a:lnTo>
                  <a:pt x="59" y="152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9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1"/>
                </a:lnTo>
                <a:lnTo>
                  <a:pt x="58" y="150"/>
                </a:lnTo>
                <a:lnTo>
                  <a:pt x="58" y="150"/>
                </a:lnTo>
                <a:lnTo>
                  <a:pt x="58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50"/>
                </a:lnTo>
                <a:lnTo>
                  <a:pt x="57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5" y="149"/>
                </a:lnTo>
                <a:lnTo>
                  <a:pt x="54" y="149"/>
                </a:lnTo>
                <a:lnTo>
                  <a:pt x="54" y="149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4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8"/>
                </a:lnTo>
                <a:lnTo>
                  <a:pt x="53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2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7"/>
                </a:lnTo>
                <a:lnTo>
                  <a:pt x="51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50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9" y="146"/>
                </a:lnTo>
                <a:lnTo>
                  <a:pt x="48" y="146"/>
                </a:lnTo>
                <a:lnTo>
                  <a:pt x="48" y="146"/>
                </a:lnTo>
                <a:lnTo>
                  <a:pt x="48" y="146"/>
                </a:lnTo>
                <a:lnTo>
                  <a:pt x="48" y="144"/>
                </a:lnTo>
                <a:lnTo>
                  <a:pt x="48" y="144"/>
                </a:lnTo>
                <a:lnTo>
                  <a:pt x="48" y="144"/>
                </a:lnTo>
                <a:lnTo>
                  <a:pt x="48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6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5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4" y="144"/>
                </a:lnTo>
                <a:lnTo>
                  <a:pt x="43" y="144"/>
                </a:lnTo>
                <a:lnTo>
                  <a:pt x="43" y="144"/>
                </a:lnTo>
                <a:lnTo>
                  <a:pt x="43" y="144"/>
                </a:lnTo>
                <a:lnTo>
                  <a:pt x="43" y="143"/>
                </a:lnTo>
                <a:lnTo>
                  <a:pt x="43" y="143"/>
                </a:lnTo>
                <a:lnTo>
                  <a:pt x="43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2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1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40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9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7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6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5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3"/>
                </a:lnTo>
                <a:lnTo>
                  <a:pt x="34" y="144"/>
                </a:lnTo>
                <a:lnTo>
                  <a:pt x="34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3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2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1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4"/>
                </a:lnTo>
                <a:lnTo>
                  <a:pt x="30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8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7" y="146"/>
                </a:lnTo>
                <a:lnTo>
                  <a:pt x="26" y="146"/>
                </a:lnTo>
                <a:lnTo>
                  <a:pt x="26" y="146"/>
                </a:lnTo>
                <a:lnTo>
                  <a:pt x="26" y="146"/>
                </a:lnTo>
                <a:lnTo>
                  <a:pt x="26" y="147"/>
                </a:lnTo>
                <a:lnTo>
                  <a:pt x="26" y="147"/>
                </a:lnTo>
                <a:lnTo>
                  <a:pt x="26" y="147"/>
                </a:lnTo>
                <a:lnTo>
                  <a:pt x="26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5" y="147"/>
                </a:lnTo>
                <a:lnTo>
                  <a:pt x="24" y="147"/>
                </a:lnTo>
                <a:lnTo>
                  <a:pt x="24" y="147"/>
                </a:lnTo>
                <a:lnTo>
                  <a:pt x="24" y="147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4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3" y="148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2" y="149"/>
                </a:lnTo>
                <a:lnTo>
                  <a:pt x="21" y="149"/>
                </a:lnTo>
                <a:lnTo>
                  <a:pt x="21" y="149"/>
                </a:lnTo>
                <a:lnTo>
                  <a:pt x="21" y="149"/>
                </a:lnTo>
                <a:lnTo>
                  <a:pt x="21" y="150"/>
                </a:lnTo>
                <a:lnTo>
                  <a:pt x="21" y="150"/>
                </a:lnTo>
                <a:lnTo>
                  <a:pt x="21" y="150"/>
                </a:lnTo>
                <a:lnTo>
                  <a:pt x="21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0"/>
                </a:lnTo>
                <a:lnTo>
                  <a:pt x="19" y="151"/>
                </a:lnTo>
                <a:lnTo>
                  <a:pt x="19" y="151"/>
                </a:lnTo>
                <a:lnTo>
                  <a:pt x="19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1"/>
                </a:lnTo>
                <a:lnTo>
                  <a:pt x="18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2"/>
                </a:lnTo>
                <a:lnTo>
                  <a:pt x="17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3"/>
                </a:lnTo>
                <a:lnTo>
                  <a:pt x="16" y="155"/>
                </a:lnTo>
                <a:lnTo>
                  <a:pt x="16" y="155"/>
                </a:lnTo>
                <a:lnTo>
                  <a:pt x="16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5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5" y="156"/>
                </a:lnTo>
                <a:lnTo>
                  <a:pt x="14" y="156"/>
                </a:lnTo>
                <a:lnTo>
                  <a:pt x="14" y="156"/>
                </a:lnTo>
                <a:lnTo>
                  <a:pt x="14" y="156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4" y="157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8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3" y="159"/>
                </a:lnTo>
                <a:lnTo>
                  <a:pt x="12" y="159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0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2" y="161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2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4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10" y="165"/>
                </a:lnTo>
                <a:lnTo>
                  <a:pt x="9" y="165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6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7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8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69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0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1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3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4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5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6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7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8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79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1"/>
                </a:lnTo>
                <a:lnTo>
                  <a:pt x="9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2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3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0" y="184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5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6"/>
                </a:lnTo>
                <a:lnTo>
                  <a:pt x="12" y="187"/>
                </a:lnTo>
                <a:lnTo>
                  <a:pt x="12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7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3" y="188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0"/>
                </a:lnTo>
                <a:lnTo>
                  <a:pt x="14" y="191"/>
                </a:lnTo>
                <a:lnTo>
                  <a:pt x="14" y="191"/>
                </a:lnTo>
                <a:lnTo>
                  <a:pt x="14" y="191"/>
                </a:lnTo>
                <a:lnTo>
                  <a:pt x="14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1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5" y="192"/>
                </a:lnTo>
                <a:lnTo>
                  <a:pt x="16" y="192"/>
                </a:lnTo>
                <a:lnTo>
                  <a:pt x="16" y="192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6" y="193"/>
                </a:lnTo>
                <a:lnTo>
                  <a:pt x="17" y="193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7" y="194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8" y="195"/>
                </a:lnTo>
                <a:lnTo>
                  <a:pt x="19" y="195"/>
                </a:lnTo>
                <a:lnTo>
                  <a:pt x="19" y="195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19" y="196"/>
                </a:lnTo>
                <a:lnTo>
                  <a:pt x="21" y="196"/>
                </a:lnTo>
                <a:lnTo>
                  <a:pt x="21" y="196"/>
                </a:lnTo>
                <a:lnTo>
                  <a:pt x="21" y="196"/>
                </a:lnTo>
                <a:lnTo>
                  <a:pt x="21" y="197"/>
                </a:lnTo>
                <a:lnTo>
                  <a:pt x="21" y="197"/>
                </a:lnTo>
                <a:lnTo>
                  <a:pt x="21" y="197"/>
                </a:lnTo>
                <a:lnTo>
                  <a:pt x="21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7"/>
                </a:lnTo>
                <a:lnTo>
                  <a:pt x="22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3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200"/>
                </a:lnTo>
                <a:lnTo>
                  <a:pt x="24" y="200"/>
                </a:lnTo>
                <a:lnTo>
                  <a:pt x="24" y="200"/>
                </a:lnTo>
                <a:lnTo>
                  <a:pt x="24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5" y="200"/>
                </a:lnTo>
                <a:lnTo>
                  <a:pt x="26" y="200"/>
                </a:lnTo>
                <a:lnTo>
                  <a:pt x="26" y="200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6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7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1"/>
                </a:lnTo>
                <a:lnTo>
                  <a:pt x="28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0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1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2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2"/>
                </a:lnTo>
                <a:lnTo>
                  <a:pt x="33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4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5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6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7" y="203"/>
                </a:ln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lnTo>
                  <a:pt x="39" y="203"/>
                </a:lnTo>
                <a:close/>
                <a:moveTo>
                  <a:pt x="76" y="174"/>
                </a:moveTo>
                <a:lnTo>
                  <a:pt x="76" y="174"/>
                </a:lnTo>
                <a:lnTo>
                  <a:pt x="76" y="174"/>
                </a:lnTo>
                <a:lnTo>
                  <a:pt x="76" y="174"/>
                </a:lnTo>
                <a:lnTo>
                  <a:pt x="76" y="174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5"/>
                </a:lnTo>
                <a:lnTo>
                  <a:pt x="76" y="176"/>
                </a:lnTo>
                <a:lnTo>
                  <a:pt x="76" y="176"/>
                </a:lnTo>
                <a:lnTo>
                  <a:pt x="76" y="176"/>
                </a:lnTo>
                <a:lnTo>
                  <a:pt x="76" y="176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7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8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79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6" y="181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2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4"/>
                </a:lnTo>
                <a:lnTo>
                  <a:pt x="75" y="185"/>
                </a:lnTo>
                <a:lnTo>
                  <a:pt x="75" y="185"/>
                </a:lnTo>
                <a:lnTo>
                  <a:pt x="75" y="185"/>
                </a:lnTo>
                <a:lnTo>
                  <a:pt x="75" y="185"/>
                </a:lnTo>
                <a:lnTo>
                  <a:pt x="73" y="185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6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3" y="188"/>
                </a:lnTo>
                <a:lnTo>
                  <a:pt x="73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0"/>
                </a:lnTo>
                <a:lnTo>
                  <a:pt x="72" y="191"/>
                </a:lnTo>
                <a:lnTo>
                  <a:pt x="72" y="191"/>
                </a:lnTo>
                <a:lnTo>
                  <a:pt x="72" y="191"/>
                </a:lnTo>
                <a:lnTo>
                  <a:pt x="71" y="191"/>
                </a:lnTo>
                <a:lnTo>
                  <a:pt x="71" y="191"/>
                </a:lnTo>
                <a:lnTo>
                  <a:pt x="71" y="191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2"/>
                </a:lnTo>
                <a:lnTo>
                  <a:pt x="71" y="193"/>
                </a:lnTo>
                <a:lnTo>
                  <a:pt x="71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3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70" y="194"/>
                </a:lnTo>
                <a:lnTo>
                  <a:pt x="69" y="194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5"/>
                </a:lnTo>
                <a:lnTo>
                  <a:pt x="69" y="196"/>
                </a:lnTo>
                <a:lnTo>
                  <a:pt x="69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6"/>
                </a:lnTo>
                <a:lnTo>
                  <a:pt x="68" y="197"/>
                </a:lnTo>
                <a:lnTo>
                  <a:pt x="68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7"/>
                </a:lnTo>
                <a:lnTo>
                  <a:pt x="67" y="199"/>
                </a:lnTo>
                <a:lnTo>
                  <a:pt x="67" y="199"/>
                </a:lnTo>
                <a:lnTo>
                  <a:pt x="67" y="199"/>
                </a:lnTo>
                <a:lnTo>
                  <a:pt x="67" y="199"/>
                </a:lnTo>
                <a:lnTo>
                  <a:pt x="66" y="199"/>
                </a:lnTo>
                <a:lnTo>
                  <a:pt x="66" y="199"/>
                </a:lnTo>
                <a:lnTo>
                  <a:pt x="66" y="199"/>
                </a:lnTo>
                <a:lnTo>
                  <a:pt x="66" y="200"/>
                </a:lnTo>
                <a:lnTo>
                  <a:pt x="66" y="200"/>
                </a:lnTo>
                <a:lnTo>
                  <a:pt x="66" y="200"/>
                </a:lnTo>
                <a:lnTo>
                  <a:pt x="66" y="200"/>
                </a:lnTo>
                <a:lnTo>
                  <a:pt x="64" y="200"/>
                </a:lnTo>
                <a:lnTo>
                  <a:pt x="64" y="200"/>
                </a:lnTo>
                <a:lnTo>
                  <a:pt x="64" y="200"/>
                </a:lnTo>
                <a:lnTo>
                  <a:pt x="64" y="201"/>
                </a:lnTo>
                <a:lnTo>
                  <a:pt x="64" y="201"/>
                </a:lnTo>
                <a:lnTo>
                  <a:pt x="64" y="201"/>
                </a:lnTo>
                <a:lnTo>
                  <a:pt x="64" y="201"/>
                </a:lnTo>
                <a:lnTo>
                  <a:pt x="63" y="201"/>
                </a:lnTo>
                <a:lnTo>
                  <a:pt x="63" y="201"/>
                </a:lnTo>
                <a:lnTo>
                  <a:pt x="63" y="201"/>
                </a:lnTo>
                <a:lnTo>
                  <a:pt x="63" y="202"/>
                </a:lnTo>
                <a:lnTo>
                  <a:pt x="63" y="202"/>
                </a:lnTo>
                <a:lnTo>
                  <a:pt x="63" y="202"/>
                </a:lnTo>
                <a:lnTo>
                  <a:pt x="63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2"/>
                </a:lnTo>
                <a:lnTo>
                  <a:pt x="62" y="203"/>
                </a:lnTo>
                <a:lnTo>
                  <a:pt x="62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3"/>
                </a:lnTo>
                <a:lnTo>
                  <a:pt x="61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60" y="204"/>
                </a:lnTo>
                <a:lnTo>
                  <a:pt x="59" y="204"/>
                </a:lnTo>
                <a:lnTo>
                  <a:pt x="59" y="204"/>
                </a:lnTo>
                <a:lnTo>
                  <a:pt x="59" y="205"/>
                </a:lnTo>
                <a:lnTo>
                  <a:pt x="59" y="205"/>
                </a:lnTo>
                <a:lnTo>
                  <a:pt x="59" y="205"/>
                </a:lnTo>
                <a:lnTo>
                  <a:pt x="59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8" y="205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7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6"/>
                </a:lnTo>
                <a:lnTo>
                  <a:pt x="55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4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3" y="208"/>
                </a:lnTo>
                <a:lnTo>
                  <a:pt x="52" y="208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2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1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50" y="209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9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8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6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5" y="210"/>
                </a:lnTo>
                <a:lnTo>
                  <a:pt x="44" y="210"/>
                </a:lnTo>
                <a:lnTo>
                  <a:pt x="44" y="211"/>
                </a:lnTo>
                <a:lnTo>
                  <a:pt x="44" y="211"/>
                </a:lnTo>
                <a:lnTo>
                  <a:pt x="44" y="211"/>
                </a:lnTo>
                <a:lnTo>
                  <a:pt x="44" y="211"/>
                </a:lnTo>
                <a:lnTo>
                  <a:pt x="43" y="211"/>
                </a:lnTo>
                <a:lnTo>
                  <a:pt x="43" y="211"/>
                </a:lnTo>
                <a:lnTo>
                  <a:pt x="43" y="211"/>
                </a:lnTo>
                <a:lnTo>
                  <a:pt x="43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2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1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40" y="211"/>
                </a:lnTo>
                <a:lnTo>
                  <a:pt x="39" y="211"/>
                </a:lnTo>
                <a:lnTo>
                  <a:pt x="39" y="211"/>
                </a:lnTo>
                <a:lnTo>
                  <a:pt x="39" y="211"/>
                </a:lnTo>
                <a:lnTo>
                  <a:pt x="39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7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6" y="211"/>
                </a:lnTo>
                <a:lnTo>
                  <a:pt x="35" y="211"/>
                </a:lnTo>
                <a:lnTo>
                  <a:pt x="35" y="211"/>
                </a:lnTo>
                <a:lnTo>
                  <a:pt x="35" y="211"/>
                </a:lnTo>
                <a:lnTo>
                  <a:pt x="35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4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3" y="211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2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1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30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8" y="210"/>
                </a:lnTo>
                <a:lnTo>
                  <a:pt x="27" y="210"/>
                </a:lnTo>
                <a:lnTo>
                  <a:pt x="27" y="209"/>
                </a:lnTo>
                <a:lnTo>
                  <a:pt x="27" y="209"/>
                </a:lnTo>
                <a:lnTo>
                  <a:pt x="27" y="209"/>
                </a:lnTo>
                <a:lnTo>
                  <a:pt x="27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6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5" y="209"/>
                </a:lnTo>
                <a:lnTo>
                  <a:pt x="24" y="209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4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3" y="208"/>
                </a:lnTo>
                <a:lnTo>
                  <a:pt x="22" y="208"/>
                </a:lnTo>
                <a:lnTo>
                  <a:pt x="22" y="208"/>
                </a:lnTo>
                <a:lnTo>
                  <a:pt x="22" y="206"/>
                </a:lnTo>
                <a:lnTo>
                  <a:pt x="22" y="206"/>
                </a:lnTo>
                <a:lnTo>
                  <a:pt x="22" y="206"/>
                </a:lnTo>
                <a:lnTo>
                  <a:pt x="22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21" y="206"/>
                </a:lnTo>
                <a:lnTo>
                  <a:pt x="19" y="206"/>
                </a:lnTo>
                <a:lnTo>
                  <a:pt x="19" y="206"/>
                </a:lnTo>
                <a:lnTo>
                  <a:pt x="19" y="205"/>
                </a:lnTo>
                <a:lnTo>
                  <a:pt x="19" y="205"/>
                </a:lnTo>
                <a:lnTo>
                  <a:pt x="19" y="205"/>
                </a:lnTo>
                <a:lnTo>
                  <a:pt x="19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5"/>
                </a:lnTo>
                <a:lnTo>
                  <a:pt x="18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7" y="204"/>
                </a:lnTo>
                <a:lnTo>
                  <a:pt x="16" y="204"/>
                </a:lnTo>
                <a:lnTo>
                  <a:pt x="16" y="204"/>
                </a:lnTo>
                <a:lnTo>
                  <a:pt x="16" y="203"/>
                </a:lnTo>
                <a:lnTo>
                  <a:pt x="16" y="203"/>
                </a:lnTo>
                <a:lnTo>
                  <a:pt x="16" y="203"/>
                </a:lnTo>
                <a:lnTo>
                  <a:pt x="16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3"/>
                </a:lnTo>
                <a:lnTo>
                  <a:pt x="15" y="202"/>
                </a:lnTo>
                <a:lnTo>
                  <a:pt x="15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2"/>
                </a:lnTo>
                <a:lnTo>
                  <a:pt x="14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1"/>
                </a:lnTo>
                <a:lnTo>
                  <a:pt x="13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200"/>
                </a:lnTo>
                <a:lnTo>
                  <a:pt x="12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9"/>
                </a:lnTo>
                <a:lnTo>
                  <a:pt x="10" y="197"/>
                </a:lnTo>
                <a:lnTo>
                  <a:pt x="10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7"/>
                </a:lnTo>
                <a:lnTo>
                  <a:pt x="9" y="196"/>
                </a:lnTo>
                <a:lnTo>
                  <a:pt x="9" y="196"/>
                </a:lnTo>
                <a:lnTo>
                  <a:pt x="9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6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8" y="195"/>
                </a:lnTo>
                <a:lnTo>
                  <a:pt x="7" y="195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4"/>
                </a:lnTo>
                <a:lnTo>
                  <a:pt x="7" y="193"/>
                </a:lnTo>
                <a:lnTo>
                  <a:pt x="7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3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2"/>
                </a:lnTo>
                <a:lnTo>
                  <a:pt x="6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1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90"/>
                </a:lnTo>
                <a:lnTo>
                  <a:pt x="5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8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7"/>
                </a:lnTo>
                <a:lnTo>
                  <a:pt x="4" y="186"/>
                </a:lnTo>
                <a:lnTo>
                  <a:pt x="4" y="186"/>
                </a:lnTo>
                <a:lnTo>
                  <a:pt x="4" y="186"/>
                </a:lnTo>
                <a:lnTo>
                  <a:pt x="3" y="186"/>
                </a:lnTo>
                <a:lnTo>
                  <a:pt x="3" y="186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5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4"/>
                </a:lnTo>
                <a:lnTo>
                  <a:pt x="3" y="183"/>
                </a:lnTo>
                <a:lnTo>
                  <a:pt x="3" y="183"/>
                </a:lnTo>
                <a:lnTo>
                  <a:pt x="3" y="183"/>
                </a:lnTo>
                <a:lnTo>
                  <a:pt x="3" y="183"/>
                </a:lnTo>
                <a:lnTo>
                  <a:pt x="1" y="183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2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81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9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8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7"/>
                </a:lnTo>
                <a:lnTo>
                  <a:pt x="1" y="176"/>
                </a:lnTo>
                <a:lnTo>
                  <a:pt x="1" y="176"/>
                </a:lnTo>
                <a:lnTo>
                  <a:pt x="1" y="176"/>
                </a:lnTo>
                <a:lnTo>
                  <a:pt x="1" y="176"/>
                </a:lnTo>
                <a:lnTo>
                  <a:pt x="1" y="175"/>
                </a:lnTo>
                <a:lnTo>
                  <a:pt x="1" y="175"/>
                </a:lnTo>
                <a:lnTo>
                  <a:pt x="0" y="175"/>
                </a:lnTo>
                <a:lnTo>
                  <a:pt x="0" y="175"/>
                </a:lnTo>
                <a:lnTo>
                  <a:pt x="0" y="175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4"/>
                </a:lnTo>
                <a:lnTo>
                  <a:pt x="0" y="173"/>
                </a:lnTo>
                <a:lnTo>
                  <a:pt x="0" y="173"/>
                </a:lnTo>
                <a:lnTo>
                  <a:pt x="0" y="173"/>
                </a:lnTo>
                <a:lnTo>
                  <a:pt x="0" y="173"/>
                </a:lnTo>
                <a:lnTo>
                  <a:pt x="0" y="171"/>
                </a:lnTo>
                <a:lnTo>
                  <a:pt x="0" y="171"/>
                </a:lnTo>
                <a:lnTo>
                  <a:pt x="0" y="171"/>
                </a:lnTo>
                <a:lnTo>
                  <a:pt x="1" y="171"/>
                </a:lnTo>
                <a:lnTo>
                  <a:pt x="1" y="171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70"/>
                </a:lnTo>
                <a:lnTo>
                  <a:pt x="1" y="169"/>
                </a:lnTo>
                <a:lnTo>
                  <a:pt x="1" y="169"/>
                </a:lnTo>
                <a:lnTo>
                  <a:pt x="1" y="169"/>
                </a:lnTo>
                <a:lnTo>
                  <a:pt x="1" y="169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8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7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6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5"/>
                </a:lnTo>
                <a:lnTo>
                  <a:pt x="1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4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2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1"/>
                </a:lnTo>
                <a:lnTo>
                  <a:pt x="3" y="160"/>
                </a:lnTo>
                <a:lnTo>
                  <a:pt x="3" y="160"/>
                </a:lnTo>
                <a:lnTo>
                  <a:pt x="4" y="160"/>
                </a:lnTo>
                <a:lnTo>
                  <a:pt x="4" y="160"/>
                </a:lnTo>
                <a:lnTo>
                  <a:pt x="4" y="160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9"/>
                </a:lnTo>
                <a:lnTo>
                  <a:pt x="4" y="158"/>
                </a:lnTo>
                <a:lnTo>
                  <a:pt x="4" y="158"/>
                </a:lnTo>
                <a:lnTo>
                  <a:pt x="4" y="158"/>
                </a:lnTo>
                <a:lnTo>
                  <a:pt x="4" y="158"/>
                </a:lnTo>
                <a:lnTo>
                  <a:pt x="5" y="158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7"/>
                </a:lnTo>
                <a:lnTo>
                  <a:pt x="5" y="156"/>
                </a:lnTo>
                <a:lnTo>
                  <a:pt x="5" y="156"/>
                </a:lnTo>
                <a:lnTo>
                  <a:pt x="5" y="156"/>
                </a:lnTo>
                <a:lnTo>
                  <a:pt x="5" y="156"/>
                </a:lnTo>
                <a:lnTo>
                  <a:pt x="6" y="156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5"/>
                </a:lnTo>
                <a:lnTo>
                  <a:pt x="6" y="153"/>
                </a:lnTo>
                <a:lnTo>
                  <a:pt x="6" y="153"/>
                </a:lnTo>
                <a:lnTo>
                  <a:pt x="6" y="153"/>
                </a:lnTo>
                <a:lnTo>
                  <a:pt x="7" y="153"/>
                </a:lnTo>
                <a:lnTo>
                  <a:pt x="7" y="153"/>
                </a:lnTo>
                <a:lnTo>
                  <a:pt x="7" y="153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7" y="152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1"/>
                </a:lnTo>
                <a:lnTo>
                  <a:pt x="8" y="150"/>
                </a:lnTo>
                <a:lnTo>
                  <a:pt x="8" y="150"/>
                </a:lnTo>
                <a:lnTo>
                  <a:pt x="8" y="150"/>
                </a:lnTo>
                <a:lnTo>
                  <a:pt x="9" y="150"/>
                </a:lnTo>
                <a:lnTo>
                  <a:pt x="9" y="150"/>
                </a:lnTo>
                <a:lnTo>
                  <a:pt x="9" y="150"/>
                </a:lnTo>
                <a:lnTo>
                  <a:pt x="9" y="149"/>
                </a:lnTo>
                <a:lnTo>
                  <a:pt x="9" y="149"/>
                </a:lnTo>
                <a:lnTo>
                  <a:pt x="9" y="149"/>
                </a:lnTo>
                <a:lnTo>
                  <a:pt x="9" y="149"/>
                </a:lnTo>
                <a:lnTo>
                  <a:pt x="10" y="149"/>
                </a:lnTo>
                <a:lnTo>
                  <a:pt x="10" y="149"/>
                </a:lnTo>
                <a:lnTo>
                  <a:pt x="10" y="149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0" y="148"/>
                </a:lnTo>
                <a:lnTo>
                  <a:pt x="12" y="148"/>
                </a:lnTo>
                <a:lnTo>
                  <a:pt x="12" y="148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2" y="147"/>
                </a:lnTo>
                <a:lnTo>
                  <a:pt x="13" y="147"/>
                </a:lnTo>
                <a:lnTo>
                  <a:pt x="13" y="147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3" y="146"/>
                </a:lnTo>
                <a:lnTo>
                  <a:pt x="14" y="146"/>
                </a:lnTo>
                <a:lnTo>
                  <a:pt x="14" y="146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4" y="144"/>
                </a:lnTo>
                <a:lnTo>
                  <a:pt x="15" y="144"/>
                </a:lnTo>
                <a:lnTo>
                  <a:pt x="15" y="144"/>
                </a:lnTo>
                <a:lnTo>
                  <a:pt x="15" y="144"/>
                </a:lnTo>
                <a:lnTo>
                  <a:pt x="15" y="143"/>
                </a:lnTo>
                <a:lnTo>
                  <a:pt x="15" y="143"/>
                </a:lnTo>
                <a:lnTo>
                  <a:pt x="15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3"/>
                </a:lnTo>
                <a:lnTo>
                  <a:pt x="16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7" y="142"/>
                </a:lnTo>
                <a:lnTo>
                  <a:pt x="18" y="142"/>
                </a:lnTo>
                <a:lnTo>
                  <a:pt x="18" y="142"/>
                </a:lnTo>
                <a:lnTo>
                  <a:pt x="18" y="141"/>
                </a:lnTo>
                <a:lnTo>
                  <a:pt x="18" y="141"/>
                </a:lnTo>
                <a:lnTo>
                  <a:pt x="18" y="141"/>
                </a:lnTo>
                <a:lnTo>
                  <a:pt x="18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1"/>
                </a:lnTo>
                <a:lnTo>
                  <a:pt x="19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1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40"/>
                </a:lnTo>
                <a:lnTo>
                  <a:pt x="22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3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4" y="139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5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6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7" y="138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28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1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2" y="137"/>
                </a:lnTo>
                <a:lnTo>
                  <a:pt x="33" y="137"/>
                </a:lnTo>
                <a:lnTo>
                  <a:pt x="33" y="137"/>
                </a:lnTo>
                <a:lnTo>
                  <a:pt x="33" y="135"/>
                </a:lnTo>
                <a:lnTo>
                  <a:pt x="33" y="135"/>
                </a:lnTo>
                <a:lnTo>
                  <a:pt x="33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4" y="135"/>
                </a:lnTo>
                <a:lnTo>
                  <a:pt x="35" y="135"/>
                </a:lnTo>
                <a:lnTo>
                  <a:pt x="35" y="135"/>
                </a:lnTo>
                <a:lnTo>
                  <a:pt x="35" y="135"/>
                </a:lnTo>
                <a:lnTo>
                  <a:pt x="35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6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7" y="135"/>
                </a:lnTo>
                <a:lnTo>
                  <a:pt x="39" y="135"/>
                </a:lnTo>
                <a:lnTo>
                  <a:pt x="39" y="135"/>
                </a:lnTo>
                <a:lnTo>
                  <a:pt x="39" y="135"/>
                </a:lnTo>
                <a:lnTo>
                  <a:pt x="39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0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1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2" y="135"/>
                </a:lnTo>
                <a:lnTo>
                  <a:pt x="43" y="135"/>
                </a:lnTo>
                <a:lnTo>
                  <a:pt x="43" y="135"/>
                </a:lnTo>
                <a:lnTo>
                  <a:pt x="43" y="135"/>
                </a:lnTo>
                <a:lnTo>
                  <a:pt x="43" y="135"/>
                </a:lnTo>
                <a:lnTo>
                  <a:pt x="44" y="135"/>
                </a:lnTo>
                <a:lnTo>
                  <a:pt x="44" y="135"/>
                </a:lnTo>
                <a:lnTo>
                  <a:pt x="44" y="137"/>
                </a:lnTo>
                <a:lnTo>
                  <a:pt x="44" y="137"/>
                </a:lnTo>
                <a:lnTo>
                  <a:pt x="44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5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6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8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7"/>
                </a:lnTo>
                <a:lnTo>
                  <a:pt x="49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0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1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8"/>
                </a:lnTo>
                <a:lnTo>
                  <a:pt x="52" y="139"/>
                </a:lnTo>
                <a:lnTo>
                  <a:pt x="52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3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4" y="139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5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0"/>
                </a:lnTo>
                <a:lnTo>
                  <a:pt x="57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8" y="141"/>
                </a:lnTo>
                <a:lnTo>
                  <a:pt x="59" y="141"/>
                </a:lnTo>
                <a:lnTo>
                  <a:pt x="59" y="141"/>
                </a:lnTo>
                <a:lnTo>
                  <a:pt x="59" y="141"/>
                </a:lnTo>
                <a:lnTo>
                  <a:pt x="59" y="142"/>
                </a:lnTo>
                <a:lnTo>
                  <a:pt x="59" y="142"/>
                </a:lnTo>
                <a:lnTo>
                  <a:pt x="59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0" y="142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1" y="143"/>
                </a:lnTo>
                <a:lnTo>
                  <a:pt x="62" y="143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2" y="144"/>
                </a:lnTo>
                <a:lnTo>
                  <a:pt x="63" y="144"/>
                </a:lnTo>
                <a:lnTo>
                  <a:pt x="63" y="144"/>
                </a:lnTo>
                <a:lnTo>
                  <a:pt x="63" y="144"/>
                </a:lnTo>
                <a:lnTo>
                  <a:pt x="63" y="146"/>
                </a:lnTo>
                <a:lnTo>
                  <a:pt x="63" y="146"/>
                </a:lnTo>
                <a:lnTo>
                  <a:pt x="63" y="146"/>
                </a:lnTo>
                <a:lnTo>
                  <a:pt x="63" y="146"/>
                </a:lnTo>
                <a:lnTo>
                  <a:pt x="64" y="146"/>
                </a:lnTo>
                <a:lnTo>
                  <a:pt x="64" y="146"/>
                </a:lnTo>
                <a:lnTo>
                  <a:pt x="64" y="146"/>
                </a:lnTo>
                <a:lnTo>
                  <a:pt x="64" y="147"/>
                </a:lnTo>
                <a:lnTo>
                  <a:pt x="64" y="147"/>
                </a:lnTo>
                <a:lnTo>
                  <a:pt x="64" y="147"/>
                </a:lnTo>
                <a:lnTo>
                  <a:pt x="64" y="147"/>
                </a:lnTo>
                <a:lnTo>
                  <a:pt x="66" y="147"/>
                </a:lnTo>
                <a:lnTo>
                  <a:pt x="66" y="147"/>
                </a:lnTo>
                <a:lnTo>
                  <a:pt x="66" y="147"/>
                </a:lnTo>
                <a:lnTo>
                  <a:pt x="66" y="148"/>
                </a:lnTo>
                <a:lnTo>
                  <a:pt x="66" y="148"/>
                </a:lnTo>
                <a:lnTo>
                  <a:pt x="66" y="148"/>
                </a:lnTo>
                <a:lnTo>
                  <a:pt x="66" y="148"/>
                </a:lnTo>
                <a:lnTo>
                  <a:pt x="67" y="148"/>
                </a:lnTo>
                <a:lnTo>
                  <a:pt x="67" y="148"/>
                </a:lnTo>
                <a:lnTo>
                  <a:pt x="67" y="148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7" y="149"/>
                </a:lnTo>
                <a:lnTo>
                  <a:pt x="68" y="149"/>
                </a:lnTo>
                <a:lnTo>
                  <a:pt x="68" y="149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8" y="150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1"/>
                </a:lnTo>
                <a:lnTo>
                  <a:pt x="69" y="152"/>
                </a:lnTo>
                <a:lnTo>
                  <a:pt x="69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2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0" y="153"/>
                </a:lnTo>
                <a:lnTo>
                  <a:pt x="71" y="153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5"/>
                </a:lnTo>
                <a:lnTo>
                  <a:pt x="71" y="156"/>
                </a:lnTo>
                <a:lnTo>
                  <a:pt x="71" y="156"/>
                </a:lnTo>
                <a:lnTo>
                  <a:pt x="71" y="156"/>
                </a:lnTo>
                <a:lnTo>
                  <a:pt x="72" y="156"/>
                </a:lnTo>
                <a:lnTo>
                  <a:pt x="72" y="156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7"/>
                </a:lnTo>
                <a:lnTo>
                  <a:pt x="72" y="158"/>
                </a:lnTo>
                <a:lnTo>
                  <a:pt x="72" y="158"/>
                </a:lnTo>
                <a:lnTo>
                  <a:pt x="72" y="158"/>
                </a:lnTo>
                <a:lnTo>
                  <a:pt x="72" y="158"/>
                </a:lnTo>
                <a:lnTo>
                  <a:pt x="73" y="158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59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0"/>
                </a:lnTo>
                <a:lnTo>
                  <a:pt x="73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1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2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4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5" y="165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6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7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6" y="169"/>
                </a:lnTo>
                <a:lnTo>
                  <a:pt x="76" y="169"/>
                </a:lnTo>
                <a:lnTo>
                  <a:pt x="76" y="169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0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1"/>
                </a:lnTo>
                <a:lnTo>
                  <a:pt x="76" y="173"/>
                </a:lnTo>
                <a:lnTo>
                  <a:pt x="76" y="173"/>
                </a:lnTo>
                <a:lnTo>
                  <a:pt x="76" y="173"/>
                </a:lnTo>
                <a:lnTo>
                  <a:pt x="76" y="173"/>
                </a:lnTo>
                <a:lnTo>
                  <a:pt x="76" y="174"/>
                </a:lnTo>
                <a:lnTo>
                  <a:pt x="76" y="174"/>
                </a:lnTo>
                <a:close/>
                <a:moveTo>
                  <a:pt x="79" y="177"/>
                </a:moveTo>
                <a:lnTo>
                  <a:pt x="79" y="169"/>
                </a:lnTo>
                <a:lnTo>
                  <a:pt x="95" y="169"/>
                </a:lnTo>
                <a:lnTo>
                  <a:pt x="95" y="177"/>
                </a:lnTo>
                <a:lnTo>
                  <a:pt x="79" y="177"/>
                </a:lnTo>
                <a:lnTo>
                  <a:pt x="79" y="177"/>
                </a:lnTo>
                <a:close/>
                <a:moveTo>
                  <a:pt x="126" y="177"/>
                </a:moveTo>
                <a:lnTo>
                  <a:pt x="126" y="169"/>
                </a:lnTo>
                <a:lnTo>
                  <a:pt x="142" y="169"/>
                </a:lnTo>
                <a:lnTo>
                  <a:pt x="142" y="177"/>
                </a:lnTo>
                <a:lnTo>
                  <a:pt x="126" y="177"/>
                </a:lnTo>
                <a:lnTo>
                  <a:pt x="126" y="177"/>
                </a:lnTo>
                <a:close/>
                <a:moveTo>
                  <a:pt x="173" y="177"/>
                </a:moveTo>
                <a:lnTo>
                  <a:pt x="173" y="169"/>
                </a:lnTo>
                <a:lnTo>
                  <a:pt x="188" y="169"/>
                </a:lnTo>
                <a:lnTo>
                  <a:pt x="188" y="177"/>
                </a:lnTo>
                <a:lnTo>
                  <a:pt x="173" y="177"/>
                </a:lnTo>
                <a:lnTo>
                  <a:pt x="173" y="177"/>
                </a:lnTo>
                <a:close/>
                <a:moveTo>
                  <a:pt x="220" y="177"/>
                </a:moveTo>
                <a:lnTo>
                  <a:pt x="220" y="169"/>
                </a:lnTo>
                <a:lnTo>
                  <a:pt x="236" y="169"/>
                </a:lnTo>
                <a:lnTo>
                  <a:pt x="236" y="177"/>
                </a:lnTo>
                <a:lnTo>
                  <a:pt x="220" y="177"/>
                </a:lnTo>
                <a:lnTo>
                  <a:pt x="220" y="177"/>
                </a:lnTo>
                <a:close/>
                <a:moveTo>
                  <a:pt x="267" y="177"/>
                </a:moveTo>
                <a:lnTo>
                  <a:pt x="267" y="169"/>
                </a:lnTo>
                <a:lnTo>
                  <a:pt x="283" y="169"/>
                </a:lnTo>
                <a:lnTo>
                  <a:pt x="283" y="177"/>
                </a:lnTo>
                <a:lnTo>
                  <a:pt x="267" y="177"/>
                </a:lnTo>
                <a:lnTo>
                  <a:pt x="267" y="177"/>
                </a:lnTo>
                <a:close/>
                <a:moveTo>
                  <a:pt x="314" y="177"/>
                </a:moveTo>
                <a:lnTo>
                  <a:pt x="314" y="169"/>
                </a:lnTo>
                <a:lnTo>
                  <a:pt x="330" y="169"/>
                </a:lnTo>
                <a:lnTo>
                  <a:pt x="330" y="177"/>
                </a:lnTo>
                <a:lnTo>
                  <a:pt x="314" y="177"/>
                </a:lnTo>
                <a:lnTo>
                  <a:pt x="314" y="177"/>
                </a:lnTo>
                <a:close/>
                <a:moveTo>
                  <a:pt x="362" y="177"/>
                </a:moveTo>
                <a:lnTo>
                  <a:pt x="362" y="169"/>
                </a:lnTo>
                <a:lnTo>
                  <a:pt x="377" y="169"/>
                </a:lnTo>
                <a:lnTo>
                  <a:pt x="377" y="177"/>
                </a:lnTo>
                <a:lnTo>
                  <a:pt x="362" y="177"/>
                </a:lnTo>
                <a:lnTo>
                  <a:pt x="362" y="177"/>
                </a:lnTo>
                <a:close/>
                <a:moveTo>
                  <a:pt x="409" y="177"/>
                </a:moveTo>
                <a:lnTo>
                  <a:pt x="409" y="169"/>
                </a:lnTo>
                <a:lnTo>
                  <a:pt x="425" y="169"/>
                </a:lnTo>
                <a:lnTo>
                  <a:pt x="425" y="177"/>
                </a:lnTo>
                <a:lnTo>
                  <a:pt x="409" y="177"/>
                </a:lnTo>
                <a:lnTo>
                  <a:pt x="409" y="177"/>
                </a:lnTo>
                <a:close/>
                <a:moveTo>
                  <a:pt x="456" y="177"/>
                </a:moveTo>
                <a:lnTo>
                  <a:pt x="456" y="169"/>
                </a:lnTo>
                <a:lnTo>
                  <a:pt x="472" y="169"/>
                </a:lnTo>
                <a:lnTo>
                  <a:pt x="472" y="177"/>
                </a:lnTo>
                <a:lnTo>
                  <a:pt x="456" y="177"/>
                </a:lnTo>
                <a:lnTo>
                  <a:pt x="456" y="177"/>
                </a:lnTo>
                <a:close/>
                <a:moveTo>
                  <a:pt x="502" y="177"/>
                </a:moveTo>
                <a:lnTo>
                  <a:pt x="502" y="169"/>
                </a:lnTo>
                <a:lnTo>
                  <a:pt x="510" y="169"/>
                </a:lnTo>
                <a:lnTo>
                  <a:pt x="510" y="169"/>
                </a:lnTo>
                <a:lnTo>
                  <a:pt x="511" y="169"/>
                </a:lnTo>
                <a:lnTo>
                  <a:pt x="519" y="171"/>
                </a:lnTo>
                <a:lnTo>
                  <a:pt x="518" y="178"/>
                </a:lnTo>
                <a:lnTo>
                  <a:pt x="510" y="177"/>
                </a:lnTo>
                <a:lnTo>
                  <a:pt x="502" y="177"/>
                </a:lnTo>
                <a:lnTo>
                  <a:pt x="502" y="177"/>
                </a:lnTo>
                <a:close/>
                <a:moveTo>
                  <a:pt x="534" y="158"/>
                </a:moveTo>
                <a:lnTo>
                  <a:pt x="526" y="158"/>
                </a:lnTo>
                <a:lnTo>
                  <a:pt x="526" y="142"/>
                </a:lnTo>
                <a:lnTo>
                  <a:pt x="534" y="142"/>
                </a:lnTo>
                <a:lnTo>
                  <a:pt x="534" y="158"/>
                </a:lnTo>
                <a:lnTo>
                  <a:pt x="534" y="158"/>
                </a:lnTo>
                <a:close/>
                <a:moveTo>
                  <a:pt x="534" y="111"/>
                </a:moveTo>
                <a:lnTo>
                  <a:pt x="526" y="111"/>
                </a:lnTo>
                <a:lnTo>
                  <a:pt x="526" y="95"/>
                </a:lnTo>
                <a:lnTo>
                  <a:pt x="534" y="95"/>
                </a:lnTo>
                <a:lnTo>
                  <a:pt x="534" y="111"/>
                </a:lnTo>
                <a:lnTo>
                  <a:pt x="534" y="111"/>
                </a:lnTo>
                <a:close/>
                <a:moveTo>
                  <a:pt x="534" y="63"/>
                </a:moveTo>
                <a:lnTo>
                  <a:pt x="526" y="63"/>
                </a:lnTo>
                <a:lnTo>
                  <a:pt x="526" y="48"/>
                </a:lnTo>
                <a:lnTo>
                  <a:pt x="534" y="48"/>
                </a:lnTo>
                <a:lnTo>
                  <a:pt x="534" y="63"/>
                </a:lnTo>
                <a:close/>
              </a:path>
            </a:pathLst>
          </a:custGeom>
          <a:solidFill>
            <a:srgbClr val="8497B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C4E4E4-114B-FF3D-D9A4-030EA07157F4}"/>
              </a:ext>
            </a:extLst>
          </p:cNvPr>
          <p:cNvSpPr txBox="1"/>
          <p:nvPr/>
        </p:nvSpPr>
        <p:spPr>
          <a:xfrm>
            <a:off x="5282405" y="201078"/>
            <a:ext cx="1627190" cy="24622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az-Cyrl-AZ" sz="1600" dirty="0"/>
              <a:t>контроль ресурсів</a:t>
            </a:r>
            <a:endParaRPr lang="en-US" sz="1600" dirty="0"/>
          </a:p>
        </p:txBody>
      </p:sp>
      <p:grpSp>
        <p:nvGrpSpPr>
          <p:cNvPr id="58" name="Group 4">
            <a:extLst>
              <a:ext uri="{FF2B5EF4-FFF2-40B4-BE49-F238E27FC236}">
                <a16:creationId xmlns:a16="http://schemas.microsoft.com/office/drawing/2014/main" id="{FCB8CBA0-272E-2DF2-579A-3A6A09D9C540}"/>
              </a:ext>
            </a:extLst>
          </p:cNvPr>
          <p:cNvGrpSpPr/>
          <p:nvPr/>
        </p:nvGrpSpPr>
        <p:grpSpPr>
          <a:xfrm>
            <a:off x="743822" y="1075531"/>
            <a:ext cx="3299316" cy="4744289"/>
            <a:chOff x="721911" y="1246981"/>
            <a:chExt cx="3299316" cy="474428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07BAFC6-C93E-134B-FC9D-2A01D04830B4}"/>
                </a:ext>
              </a:extLst>
            </p:cNvPr>
            <p:cNvSpPr txBox="1"/>
            <p:nvPr/>
          </p:nvSpPr>
          <p:spPr>
            <a:xfrm>
              <a:off x="1326323" y="5498827"/>
              <a:ext cx="1385441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контроль документації</a:t>
              </a:r>
              <a:endParaRPr lang="en-US" sz="16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4BF1A54-3B52-6CC9-77C3-64C2E2537E0C}"/>
                </a:ext>
              </a:extLst>
            </p:cNvPr>
            <p:cNvSpPr txBox="1"/>
            <p:nvPr/>
          </p:nvSpPr>
          <p:spPr>
            <a:xfrm>
              <a:off x="721911" y="3946327"/>
              <a:ext cx="1646665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тестування обладнання</a:t>
              </a:r>
              <a:endParaRPr lang="en-US" sz="1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BF8F2E7-3A7C-2018-D778-9DE7E5BB0ADF}"/>
                </a:ext>
              </a:extLst>
            </p:cNvPr>
            <p:cNvSpPr txBox="1"/>
            <p:nvPr/>
          </p:nvSpPr>
          <p:spPr>
            <a:xfrm>
              <a:off x="1359215" y="2376328"/>
              <a:ext cx="1212056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моніторинг навчання</a:t>
              </a:r>
              <a:endParaRPr lang="en-US" sz="16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021E2A0-8C06-02A5-63AA-5BB901FC374D}"/>
                </a:ext>
              </a:extLst>
            </p:cNvPr>
            <p:cNvSpPr txBox="1"/>
            <p:nvPr/>
          </p:nvSpPr>
          <p:spPr>
            <a:xfrm>
              <a:off x="2409240" y="1246981"/>
              <a:ext cx="1611987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az-Cyrl-AZ" sz="1600" dirty="0"/>
                <a:t>оцінювання слухачів</a:t>
              </a:r>
              <a:endParaRPr lang="en-US" sz="1600" dirty="0"/>
            </a:p>
          </p:txBody>
        </p:sp>
      </p:grpSp>
      <p:grpSp>
        <p:nvGrpSpPr>
          <p:cNvPr id="63" name="Group 142">
            <a:extLst>
              <a:ext uri="{FF2B5EF4-FFF2-40B4-BE49-F238E27FC236}">
                <a16:creationId xmlns:a16="http://schemas.microsoft.com/office/drawing/2014/main" id="{EC8C5297-5EA5-B6C8-1B97-3279CBD90F2A}"/>
              </a:ext>
            </a:extLst>
          </p:cNvPr>
          <p:cNvGrpSpPr/>
          <p:nvPr/>
        </p:nvGrpSpPr>
        <p:grpSpPr>
          <a:xfrm flipH="1">
            <a:off x="8393558" y="1197531"/>
            <a:ext cx="3254644" cy="4646215"/>
            <a:chOff x="521887" y="1368981"/>
            <a:chExt cx="3254644" cy="4646215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33A3DC9-98C0-3082-30D2-E7BB23707D7F}"/>
                </a:ext>
              </a:extLst>
            </p:cNvPr>
            <p:cNvSpPr txBox="1"/>
            <p:nvPr/>
          </p:nvSpPr>
          <p:spPr>
            <a:xfrm>
              <a:off x="1228149" y="5522753"/>
              <a:ext cx="1637157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фінальна оцінка якості</a:t>
              </a:r>
              <a:endParaRPr lang="en-US" sz="16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965AF53-447F-21FA-AFA2-8EB073A7D10D}"/>
                </a:ext>
              </a:extLst>
            </p:cNvPr>
            <p:cNvSpPr txBox="1"/>
            <p:nvPr/>
          </p:nvSpPr>
          <p:spPr>
            <a:xfrm>
              <a:off x="521887" y="4088529"/>
              <a:ext cx="189460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коригувальні дії</a:t>
              </a:r>
              <a:endParaRPr lang="en-US" sz="16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C449BAC-C353-217C-DC81-B42221AEB11B}"/>
                </a:ext>
              </a:extLst>
            </p:cNvPr>
            <p:cNvSpPr txBox="1"/>
            <p:nvPr/>
          </p:nvSpPr>
          <p:spPr>
            <a:xfrm>
              <a:off x="1007266" y="2516901"/>
              <a:ext cx="162785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зворотний зв’язок</a:t>
              </a:r>
              <a:endParaRPr lang="en-US" sz="16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22EA49-5101-AE60-3919-DEC71FB6D939}"/>
                </a:ext>
              </a:extLst>
            </p:cNvPr>
            <p:cNvSpPr txBox="1"/>
            <p:nvPr/>
          </p:nvSpPr>
          <p:spPr>
            <a:xfrm>
              <a:off x="2111689" y="1368981"/>
              <a:ext cx="1664842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az-Cyrl-AZ" sz="1600" dirty="0"/>
                <a:t>контроль бюджету</a:t>
              </a:r>
              <a:endParaRPr lang="en-US" sz="1600" dirty="0"/>
            </a:p>
          </p:txBody>
        </p:sp>
      </p:grpSp>
      <p:sp>
        <p:nvSpPr>
          <p:cNvPr id="68" name="Freeform 71">
            <a:extLst>
              <a:ext uri="{FF2B5EF4-FFF2-40B4-BE49-F238E27FC236}">
                <a16:creationId xmlns:a16="http://schemas.microsoft.com/office/drawing/2014/main" id="{20E11DD6-22EC-8DE2-4AF4-2B9ACF9CC599}"/>
              </a:ext>
            </a:extLst>
          </p:cNvPr>
          <p:cNvSpPr>
            <a:spLocks/>
          </p:cNvSpPr>
          <p:nvPr/>
        </p:nvSpPr>
        <p:spPr bwMode="auto">
          <a:xfrm>
            <a:off x="3005287" y="5203826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71">
            <a:extLst>
              <a:ext uri="{FF2B5EF4-FFF2-40B4-BE49-F238E27FC236}">
                <a16:creationId xmlns:a16="http://schemas.microsoft.com/office/drawing/2014/main" id="{24895690-4DEA-4737-C35A-490012F7E414}"/>
              </a:ext>
            </a:extLst>
          </p:cNvPr>
          <p:cNvSpPr>
            <a:spLocks/>
          </p:cNvSpPr>
          <p:nvPr/>
        </p:nvSpPr>
        <p:spPr bwMode="auto">
          <a:xfrm>
            <a:off x="2589658" y="3648869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71">
            <a:extLst>
              <a:ext uri="{FF2B5EF4-FFF2-40B4-BE49-F238E27FC236}">
                <a16:creationId xmlns:a16="http://schemas.microsoft.com/office/drawing/2014/main" id="{B2D8DFB6-B202-B16B-AC28-9DD8AC62E292}"/>
              </a:ext>
            </a:extLst>
          </p:cNvPr>
          <p:cNvSpPr>
            <a:spLocks/>
          </p:cNvSpPr>
          <p:nvPr/>
        </p:nvSpPr>
        <p:spPr bwMode="auto">
          <a:xfrm>
            <a:off x="3005287" y="209391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71">
            <a:extLst>
              <a:ext uri="{FF2B5EF4-FFF2-40B4-BE49-F238E27FC236}">
                <a16:creationId xmlns:a16="http://schemas.microsoft.com/office/drawing/2014/main" id="{3E55E68D-2120-914E-9DE1-6DA6ADD9A93F}"/>
              </a:ext>
            </a:extLst>
          </p:cNvPr>
          <p:cNvSpPr>
            <a:spLocks/>
          </p:cNvSpPr>
          <p:nvPr/>
        </p:nvSpPr>
        <p:spPr bwMode="auto">
          <a:xfrm>
            <a:off x="4157315" y="954881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3A0C0CC3-D8EF-AD37-3012-01E0A88B992C}"/>
              </a:ext>
            </a:extLst>
          </p:cNvPr>
          <p:cNvSpPr>
            <a:spLocks/>
          </p:cNvSpPr>
          <p:nvPr/>
        </p:nvSpPr>
        <p:spPr bwMode="auto">
          <a:xfrm>
            <a:off x="5699570" y="53816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71">
            <a:extLst>
              <a:ext uri="{FF2B5EF4-FFF2-40B4-BE49-F238E27FC236}">
                <a16:creationId xmlns:a16="http://schemas.microsoft.com/office/drawing/2014/main" id="{344B8E80-94E1-B6FF-8671-0A7D5038AE70}"/>
              </a:ext>
            </a:extLst>
          </p:cNvPr>
          <p:cNvSpPr>
            <a:spLocks/>
          </p:cNvSpPr>
          <p:nvPr/>
        </p:nvSpPr>
        <p:spPr bwMode="auto">
          <a:xfrm>
            <a:off x="7254527" y="954881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Freeform 71">
            <a:extLst>
              <a:ext uri="{FF2B5EF4-FFF2-40B4-BE49-F238E27FC236}">
                <a16:creationId xmlns:a16="http://schemas.microsoft.com/office/drawing/2014/main" id="{0D0B1F44-62E7-A783-3A01-17A8C359A7CE}"/>
              </a:ext>
            </a:extLst>
          </p:cNvPr>
          <p:cNvSpPr>
            <a:spLocks/>
          </p:cNvSpPr>
          <p:nvPr/>
        </p:nvSpPr>
        <p:spPr bwMode="auto">
          <a:xfrm>
            <a:off x="8393558" y="2093912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1">
            <a:extLst>
              <a:ext uri="{FF2B5EF4-FFF2-40B4-BE49-F238E27FC236}">
                <a16:creationId xmlns:a16="http://schemas.microsoft.com/office/drawing/2014/main" id="{C2FCD627-4C02-A168-CC4C-41672D8362EA}"/>
              </a:ext>
            </a:extLst>
          </p:cNvPr>
          <p:cNvSpPr>
            <a:spLocks/>
          </p:cNvSpPr>
          <p:nvPr/>
        </p:nvSpPr>
        <p:spPr bwMode="auto">
          <a:xfrm>
            <a:off x="8814943" y="3648869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71">
            <a:extLst>
              <a:ext uri="{FF2B5EF4-FFF2-40B4-BE49-F238E27FC236}">
                <a16:creationId xmlns:a16="http://schemas.microsoft.com/office/drawing/2014/main" id="{0BF321AE-4E9B-B6D1-3967-46698EAC68F1}"/>
              </a:ext>
            </a:extLst>
          </p:cNvPr>
          <p:cNvSpPr>
            <a:spLocks/>
          </p:cNvSpPr>
          <p:nvPr/>
        </p:nvSpPr>
        <p:spPr bwMode="auto">
          <a:xfrm>
            <a:off x="8393558" y="5203825"/>
            <a:ext cx="787400" cy="787400"/>
          </a:xfrm>
          <a:custGeom>
            <a:avLst/>
            <a:gdLst>
              <a:gd name="T0" fmla="*/ 62 w 510"/>
              <a:gd name="T1" fmla="*/ 367 h 510"/>
              <a:gd name="T2" fmla="*/ 144 w 510"/>
              <a:gd name="T3" fmla="*/ 62 h 510"/>
              <a:gd name="T4" fmla="*/ 449 w 510"/>
              <a:gd name="T5" fmla="*/ 144 h 510"/>
              <a:gd name="T6" fmla="*/ 367 w 510"/>
              <a:gd name="T7" fmla="*/ 449 h 510"/>
              <a:gd name="T8" fmla="*/ 62 w 510"/>
              <a:gd name="T9" fmla="*/ 367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0" h="510">
                <a:moveTo>
                  <a:pt x="62" y="367"/>
                </a:moveTo>
                <a:cubicBezTo>
                  <a:pt x="0" y="260"/>
                  <a:pt x="37" y="124"/>
                  <a:pt x="144" y="62"/>
                </a:cubicBezTo>
                <a:cubicBezTo>
                  <a:pt x="250" y="0"/>
                  <a:pt x="387" y="37"/>
                  <a:pt x="449" y="144"/>
                </a:cubicBezTo>
                <a:cubicBezTo>
                  <a:pt x="510" y="251"/>
                  <a:pt x="474" y="387"/>
                  <a:pt x="367" y="449"/>
                </a:cubicBezTo>
                <a:cubicBezTo>
                  <a:pt x="260" y="510"/>
                  <a:pt x="124" y="474"/>
                  <a:pt x="62" y="36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 descr="Токарный станок – Бесплатные иконки: технологии">
            <a:extLst>
              <a:ext uri="{FF2B5EF4-FFF2-40B4-BE49-F238E27FC236}">
                <a16:creationId xmlns:a16="http://schemas.microsoft.com/office/drawing/2014/main" id="{C2ED4E05-422C-46C0-539B-2EC2F8AB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862" y="3828257"/>
            <a:ext cx="450850" cy="45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llustration Of Quality Management System (QMS) Concept With Icons. Royalty  Free SVG, Cliparts, Vectors, and Stock Illustration. Image 129012887.">
            <a:extLst>
              <a:ext uri="{FF2B5EF4-FFF2-40B4-BE49-F238E27FC236}">
                <a16:creationId xmlns:a16="http://schemas.microsoft.com/office/drawing/2014/main" id="{5BD3BFB4-905A-E9DC-55B8-5B2EDD8FD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89" t="22370" r="6625" b="22214"/>
          <a:stretch>
            <a:fillRect/>
          </a:stretch>
        </p:blipFill>
        <p:spPr bwMode="auto">
          <a:xfrm>
            <a:off x="4393704" y="2724999"/>
            <a:ext cx="3422946" cy="216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Графіка 77" descr="Документ">
            <a:extLst>
              <a:ext uri="{FF2B5EF4-FFF2-40B4-BE49-F238E27FC236}">
                <a16:creationId xmlns:a16="http://schemas.microsoft.com/office/drawing/2014/main" id="{1E4CAF9F-2B71-DFE7-810B-568430AB6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2048" y="5346901"/>
            <a:ext cx="497645" cy="497645"/>
          </a:xfrm>
          <a:prstGeom prst="rect">
            <a:avLst/>
          </a:prstGeom>
        </p:spPr>
      </p:pic>
      <p:pic>
        <p:nvPicPr>
          <p:cNvPr id="81" name="Графіка 80" descr="Згорнутий диплом">
            <a:extLst>
              <a:ext uri="{FF2B5EF4-FFF2-40B4-BE49-F238E27FC236}">
                <a16:creationId xmlns:a16="http://schemas.microsoft.com/office/drawing/2014/main" id="{EC84D97A-0496-A962-81D8-F889A410A8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9552" y="1108076"/>
            <a:ext cx="542925" cy="542925"/>
          </a:xfrm>
          <a:prstGeom prst="rect">
            <a:avLst/>
          </a:prstGeom>
        </p:spPr>
      </p:pic>
      <p:pic>
        <p:nvPicPr>
          <p:cNvPr id="83" name="Графіка 82" descr="Контрольний список (справа наліво)">
            <a:extLst>
              <a:ext uri="{FF2B5EF4-FFF2-40B4-BE49-F238E27FC236}">
                <a16:creationId xmlns:a16="http://schemas.microsoft.com/office/drawing/2014/main" id="{C04AFFF9-3975-7EE8-54B9-B04F5C4B30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15489" y="2226782"/>
            <a:ext cx="523137" cy="523137"/>
          </a:xfrm>
          <a:prstGeom prst="rect">
            <a:avLst/>
          </a:prstGeom>
        </p:spPr>
      </p:pic>
      <p:pic>
        <p:nvPicPr>
          <p:cNvPr id="87" name="Графіка 86" descr="Інформаційно-довідкова служба">
            <a:extLst>
              <a:ext uri="{FF2B5EF4-FFF2-40B4-BE49-F238E27FC236}">
                <a16:creationId xmlns:a16="http://schemas.microsoft.com/office/drawing/2014/main" id="{6DEBD90F-C826-135D-39D8-84EED395D2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2996" y="2208358"/>
            <a:ext cx="516641" cy="516641"/>
          </a:xfrm>
          <a:prstGeom prst="rect">
            <a:avLst/>
          </a:prstGeom>
        </p:spPr>
      </p:pic>
      <p:pic>
        <p:nvPicPr>
          <p:cNvPr id="89" name="Графіка 88" descr="Гістограма з висхідною тенденцією">
            <a:extLst>
              <a:ext uri="{FF2B5EF4-FFF2-40B4-BE49-F238E27FC236}">
                <a16:creationId xmlns:a16="http://schemas.microsoft.com/office/drawing/2014/main" id="{73E42493-5519-EF24-547A-8D66409C9C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64910" y="3828257"/>
            <a:ext cx="470195" cy="470195"/>
          </a:xfrm>
          <a:prstGeom prst="rect">
            <a:avLst/>
          </a:prstGeom>
        </p:spPr>
      </p:pic>
      <p:pic>
        <p:nvPicPr>
          <p:cNvPr id="3076" name="Picture 4" descr="Контроль – Бесплатные иконки: бизнес и финансы">
            <a:extLst>
              <a:ext uri="{FF2B5EF4-FFF2-40B4-BE49-F238E27FC236}">
                <a16:creationId xmlns:a16="http://schemas.microsoft.com/office/drawing/2014/main" id="{D1F6DEF0-7A40-6BF0-D6BA-3E94E5EBA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235" y="678588"/>
            <a:ext cx="443416" cy="44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Більше 69 400 стокових ілюстрацій, векторної графіки та картинок роялті-фрі  на тему контроль якості - iStock">
            <a:extLst>
              <a:ext uri="{FF2B5EF4-FFF2-40B4-BE49-F238E27FC236}">
                <a16:creationId xmlns:a16="http://schemas.microsoft.com/office/drawing/2014/main" id="{B49DE737-1E5A-3EAE-8CD7-83A39735D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>
                        <a14:foregroundMark x1="47414" y1="40826" x2="47414" y2="40826"/>
                        <a14:foregroundMark x1="50431" y1="53211" x2="50431" y2="53211"/>
                        <a14:foregroundMark x1="66810" y1="66972" x2="66810" y2="66972"/>
                        <a14:foregroundMark x1="19828" y1="58716" x2="19828" y2="58716"/>
                        <a14:foregroundMark x1="27155" y1="65596" x2="27155" y2="65596"/>
                        <a14:foregroundMark x1="34914" y1="68807" x2="34914" y2="68807"/>
                        <a14:foregroundMark x1="33190" y1="34862" x2="33190" y2="34862"/>
                        <a14:foregroundMark x1="30603" y1="24771" x2="30603" y2="24771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23" t="11880" r="14531" b="11132"/>
          <a:stretch>
            <a:fillRect/>
          </a:stretch>
        </p:blipFill>
        <p:spPr bwMode="auto">
          <a:xfrm>
            <a:off x="8562046" y="5336677"/>
            <a:ext cx="495878" cy="49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Більше 153 500 стокових ілюстрацій, векторної графіки та картинок  роялті-фрі на тему бюджет - iStock">
            <a:extLst>
              <a:ext uri="{FF2B5EF4-FFF2-40B4-BE49-F238E27FC236}">
                <a16:creationId xmlns:a16="http://schemas.microsoft.com/office/drawing/2014/main" id="{D129F4AB-F318-4E50-6511-842AC0C0B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29991" b="72540" l="27982" r="70824">
                        <a14:foregroundMark x1="61928" y1="41340" x2="61928" y2="41340"/>
                        <a14:foregroundMark x1="55392" y1="49837" x2="55392" y2="49837"/>
                        <a14:foregroundMark x1="60131" y1="49837" x2="60131" y2="49837"/>
                        <a14:foregroundMark x1="64869" y1="50163" x2="64869" y2="50163"/>
                        <a14:foregroundMark x1="64869" y1="54248" x2="64869" y2="54248"/>
                        <a14:foregroundMark x1="65033" y1="58824" x2="65033" y2="58824"/>
                        <a14:foregroundMark x1="60131" y1="54248" x2="60131" y2="54248"/>
                        <a14:foregroundMark x1="60621" y1="58660" x2="60621" y2="58660"/>
                        <a14:foregroundMark x1="56373" y1="54739" x2="56373" y2="54739"/>
                        <a14:foregroundMark x1="56046" y1="58660" x2="56046" y2="58660"/>
                        <a14:foregroundMark x1="58660" y1="68464" x2="58660" y2="68464"/>
                        <a14:foregroundMark x1="41830" y1="41830" x2="41830" y2="41830"/>
                        <a14:foregroundMark x1="46405" y1="59314" x2="46405" y2="59314"/>
                        <a14:foregroundMark x1="40850" y1="60621" x2="40850" y2="60621"/>
                        <a14:foregroundMark x1="37582" y1="63072" x2="37582" y2="63072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27" t="24673" r="23821" b="22141"/>
          <a:stretch>
            <a:fillRect/>
          </a:stretch>
        </p:blipFill>
        <p:spPr bwMode="auto">
          <a:xfrm>
            <a:off x="7400086" y="1075531"/>
            <a:ext cx="532749" cy="52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52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8F373-2330-2CBA-0002-81127521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C495C500-B19D-E6BB-30CF-5E6D7203B205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>
                <a:latin typeface="+mj-lt"/>
              </a:rPr>
              <a:t>KPI </a:t>
            </a:r>
            <a:r>
              <a:rPr lang="uk-UA" sz="4400" dirty="0">
                <a:latin typeface="+mj-lt"/>
              </a:rPr>
              <a:t>ТА СИСТЕМА МОНІТОРИНГУ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D1AF9AC3-D8B6-2B07-2C94-98A98ADB5064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B8C25-D650-9CF5-5237-288CB4647D13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41CF29-73D4-ACB9-D4AD-85DD9E37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A115F-98A6-46D5-241E-4EA65C74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90FE35-A8D6-20CF-2FE6-99D48C7C7D62}"/>
              </a:ext>
            </a:extLst>
          </p:cNvPr>
          <p:cNvSpPr txBox="1"/>
          <p:nvPr/>
        </p:nvSpPr>
        <p:spPr>
          <a:xfrm>
            <a:off x="8026557" y="2671618"/>
            <a:ext cx="2589015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1">
                    <a:lumMod val="50000"/>
                  </a:schemeClr>
                </a:solidFill>
              </a:rPr>
              <a:t>ПРАЦЕВЛАШТОВАНИХ ВИПУСКНИКІВ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" name="Chart 56">
            <a:extLst>
              <a:ext uri="{FF2B5EF4-FFF2-40B4-BE49-F238E27FC236}">
                <a16:creationId xmlns:a16="http://schemas.microsoft.com/office/drawing/2014/main" id="{C2A657BD-0A31-346A-7024-66F4642112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43524"/>
              </p:ext>
            </p:extLst>
          </p:nvPr>
        </p:nvGraphicFramePr>
        <p:xfrm>
          <a:off x="6472791" y="2296330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Oval 60">
            <a:extLst>
              <a:ext uri="{FF2B5EF4-FFF2-40B4-BE49-F238E27FC236}">
                <a16:creationId xmlns:a16="http://schemas.microsoft.com/office/drawing/2014/main" id="{695E4DF4-A646-9304-D9EA-725C81EA0B60}"/>
              </a:ext>
            </a:extLst>
          </p:cNvPr>
          <p:cNvSpPr/>
          <p:nvPr/>
        </p:nvSpPr>
        <p:spPr>
          <a:xfrm>
            <a:off x="6874361" y="2559573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FE7E5-6979-897E-A363-C630B13AA18D}"/>
              </a:ext>
            </a:extLst>
          </p:cNvPr>
          <p:cNvSpPr txBox="1"/>
          <p:nvPr/>
        </p:nvSpPr>
        <p:spPr>
          <a:xfrm>
            <a:off x="6961759" y="2836492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60%+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D5446-BDBC-7741-99B9-05F4E8F4FF57}"/>
              </a:ext>
            </a:extLst>
          </p:cNvPr>
          <p:cNvSpPr txBox="1"/>
          <p:nvPr/>
        </p:nvSpPr>
        <p:spPr>
          <a:xfrm>
            <a:off x="7983733" y="4112751"/>
            <a:ext cx="2369940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ВІДПОВІДНІСТЬ ГРАФІКУ РЕАЛІЗАЦІЇ</a:t>
            </a:r>
            <a:endParaRPr lang="en-US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1" name="Chart 78">
            <a:extLst>
              <a:ext uri="{FF2B5EF4-FFF2-40B4-BE49-F238E27FC236}">
                <a16:creationId xmlns:a16="http://schemas.microsoft.com/office/drawing/2014/main" id="{4F7322C8-B09E-D173-B24F-54C6B05601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856092"/>
              </p:ext>
            </p:extLst>
          </p:nvPr>
        </p:nvGraphicFramePr>
        <p:xfrm>
          <a:off x="6472791" y="3706972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Oval 79">
            <a:extLst>
              <a:ext uri="{FF2B5EF4-FFF2-40B4-BE49-F238E27FC236}">
                <a16:creationId xmlns:a16="http://schemas.microsoft.com/office/drawing/2014/main" id="{64FB05B2-EECE-0E7C-C9A2-475582FCB2AD}"/>
              </a:ext>
            </a:extLst>
          </p:cNvPr>
          <p:cNvSpPr/>
          <p:nvPr/>
        </p:nvSpPr>
        <p:spPr>
          <a:xfrm>
            <a:off x="6874361" y="3970215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C183D-E4C8-A42F-BC84-E9A644ED5E38}"/>
              </a:ext>
            </a:extLst>
          </p:cNvPr>
          <p:cNvSpPr txBox="1"/>
          <p:nvPr/>
        </p:nvSpPr>
        <p:spPr>
          <a:xfrm>
            <a:off x="6961759" y="4247134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EF95A0"/>
                </a:solidFill>
              </a:rPr>
              <a:t>100%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EA90D-00E3-A8A0-EB51-BE71E5C17A8F}"/>
              </a:ext>
            </a:extLst>
          </p:cNvPr>
          <p:cNvSpPr txBox="1"/>
          <p:nvPr/>
        </p:nvSpPr>
        <p:spPr>
          <a:xfrm>
            <a:off x="7983733" y="5534662"/>
            <a:ext cx="3251753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КРИТИЧНИХ ВІДХИЛЕНЬ БЮДЖЕТУ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Chart 86">
            <a:extLst>
              <a:ext uri="{FF2B5EF4-FFF2-40B4-BE49-F238E27FC236}">
                <a16:creationId xmlns:a16="http://schemas.microsoft.com/office/drawing/2014/main" id="{426D0805-2C2E-29F6-CC0D-799AAEF255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0741573"/>
              </p:ext>
            </p:extLst>
          </p:nvPr>
        </p:nvGraphicFramePr>
        <p:xfrm>
          <a:off x="6472791" y="5117611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Oval 87">
            <a:extLst>
              <a:ext uri="{FF2B5EF4-FFF2-40B4-BE49-F238E27FC236}">
                <a16:creationId xmlns:a16="http://schemas.microsoft.com/office/drawing/2014/main" id="{1B5024C4-0804-00DF-835F-4844BD228387}"/>
              </a:ext>
            </a:extLst>
          </p:cNvPr>
          <p:cNvSpPr/>
          <p:nvPr/>
        </p:nvSpPr>
        <p:spPr>
          <a:xfrm>
            <a:off x="6874361" y="5380854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59327-B53F-AF58-1FED-313FC5CA430B}"/>
              </a:ext>
            </a:extLst>
          </p:cNvPr>
          <p:cNvSpPr txBox="1"/>
          <p:nvPr/>
        </p:nvSpPr>
        <p:spPr>
          <a:xfrm>
            <a:off x="6961759" y="5657773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E75F71"/>
                </a:solidFill>
              </a:rPr>
              <a:t>0</a:t>
            </a:r>
          </a:p>
        </p:txBody>
      </p:sp>
      <p:cxnSp>
        <p:nvCxnSpPr>
          <p:cNvPr id="18" name="Straight Connector 93">
            <a:extLst>
              <a:ext uri="{FF2B5EF4-FFF2-40B4-BE49-F238E27FC236}">
                <a16:creationId xmlns:a16="http://schemas.microsoft.com/office/drawing/2014/main" id="{57D60244-13F4-7932-DDA0-A708E3F2DC62}"/>
              </a:ext>
            </a:extLst>
          </p:cNvPr>
          <p:cNvCxnSpPr/>
          <p:nvPr/>
        </p:nvCxnSpPr>
        <p:spPr>
          <a:xfrm>
            <a:off x="6874361" y="3695701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94">
            <a:extLst>
              <a:ext uri="{FF2B5EF4-FFF2-40B4-BE49-F238E27FC236}">
                <a16:creationId xmlns:a16="http://schemas.microsoft.com/office/drawing/2014/main" id="{581B9931-3694-1E05-3384-9FDB50CCEE87}"/>
              </a:ext>
            </a:extLst>
          </p:cNvPr>
          <p:cNvCxnSpPr/>
          <p:nvPr/>
        </p:nvCxnSpPr>
        <p:spPr>
          <a:xfrm>
            <a:off x="6874361" y="5106342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42ED4D-CE3B-ECD5-E750-DFAE80738133}"/>
              </a:ext>
            </a:extLst>
          </p:cNvPr>
          <p:cNvSpPr txBox="1"/>
          <p:nvPr/>
        </p:nvSpPr>
        <p:spPr>
          <a:xfrm>
            <a:off x="7983733" y="1261265"/>
            <a:ext cx="334137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r>
              <a:rPr lang="az-Cyrl-AZ" sz="2000" b="1" dirty="0">
                <a:solidFill>
                  <a:schemeClr val="accent1">
                    <a:lumMod val="90000"/>
                  </a:schemeClr>
                </a:solidFill>
              </a:rPr>
              <a:t>ПОЗИТИВНИХ ВІДГУКІВ СЛУХАЧІВ</a:t>
            </a:r>
            <a:endParaRPr lang="en-US" sz="2000" b="1" dirty="0">
              <a:solidFill>
                <a:schemeClr val="accent1">
                  <a:lumMod val="90000"/>
                </a:schemeClr>
              </a:solidFill>
            </a:endParaRPr>
          </a:p>
        </p:txBody>
      </p:sp>
      <p:graphicFrame>
        <p:nvGraphicFramePr>
          <p:cNvPr id="21" name="Chart 97">
            <a:extLst>
              <a:ext uri="{FF2B5EF4-FFF2-40B4-BE49-F238E27FC236}">
                <a16:creationId xmlns:a16="http://schemas.microsoft.com/office/drawing/2014/main" id="{A359630C-F233-B0F6-1780-97E09D5B33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5034654"/>
              </p:ext>
            </p:extLst>
          </p:nvPr>
        </p:nvGraphicFramePr>
        <p:xfrm>
          <a:off x="6472791" y="885689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Oval 98">
            <a:extLst>
              <a:ext uri="{FF2B5EF4-FFF2-40B4-BE49-F238E27FC236}">
                <a16:creationId xmlns:a16="http://schemas.microsoft.com/office/drawing/2014/main" id="{B3BC538C-28A5-CF8F-C04E-11ECFBB33EA3}"/>
              </a:ext>
            </a:extLst>
          </p:cNvPr>
          <p:cNvSpPr/>
          <p:nvPr/>
        </p:nvSpPr>
        <p:spPr>
          <a:xfrm>
            <a:off x="6874361" y="1148932"/>
            <a:ext cx="861613" cy="86161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530A8-3CDA-54B3-FD80-221DAA9518D9}"/>
              </a:ext>
            </a:extLst>
          </p:cNvPr>
          <p:cNvSpPr txBox="1"/>
          <p:nvPr/>
        </p:nvSpPr>
        <p:spPr>
          <a:xfrm>
            <a:off x="6961759" y="1425851"/>
            <a:ext cx="686816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90000"/>
                  </a:schemeClr>
                </a:solidFill>
              </a:rPr>
              <a:t>80%+</a:t>
            </a:r>
          </a:p>
        </p:txBody>
      </p:sp>
      <p:cxnSp>
        <p:nvCxnSpPr>
          <p:cNvPr id="24" name="Straight Connector 110">
            <a:extLst>
              <a:ext uri="{FF2B5EF4-FFF2-40B4-BE49-F238E27FC236}">
                <a16:creationId xmlns:a16="http://schemas.microsoft.com/office/drawing/2014/main" id="{EC5C176D-2F08-920D-7F74-7FC67BE08658}"/>
              </a:ext>
            </a:extLst>
          </p:cNvPr>
          <p:cNvCxnSpPr/>
          <p:nvPr/>
        </p:nvCxnSpPr>
        <p:spPr>
          <a:xfrm>
            <a:off x="6874361" y="2285060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49">
            <a:extLst>
              <a:ext uri="{FF2B5EF4-FFF2-40B4-BE49-F238E27FC236}">
                <a16:creationId xmlns:a16="http://schemas.microsoft.com/office/drawing/2014/main" id="{C3D0AE2B-1948-ABF5-8622-37AD35A358F9}"/>
              </a:ext>
            </a:extLst>
          </p:cNvPr>
          <p:cNvSpPr/>
          <p:nvPr/>
        </p:nvSpPr>
        <p:spPr>
          <a:xfrm>
            <a:off x="1094733" y="1506716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50">
            <a:extLst>
              <a:ext uri="{FF2B5EF4-FFF2-40B4-BE49-F238E27FC236}">
                <a16:creationId xmlns:a16="http://schemas.microsoft.com/office/drawing/2014/main" id="{9F3194F5-8ADE-2CDB-D1EC-288BBEE5D557}"/>
              </a:ext>
            </a:extLst>
          </p:cNvPr>
          <p:cNvSpPr/>
          <p:nvPr/>
        </p:nvSpPr>
        <p:spPr>
          <a:xfrm rot="10800000">
            <a:off x="1094729" y="2273789"/>
            <a:ext cx="478567" cy="3681578"/>
          </a:xfrm>
          <a:prstGeom prst="roundRect">
            <a:avLst>
              <a:gd name="adj" fmla="val 50000"/>
            </a:avLst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51">
            <a:extLst>
              <a:ext uri="{FF2B5EF4-FFF2-40B4-BE49-F238E27FC236}">
                <a16:creationId xmlns:a16="http://schemas.microsoft.com/office/drawing/2014/main" id="{35552C15-2F3B-3E2A-0E30-6A7E12C8FFBD}"/>
              </a:ext>
            </a:extLst>
          </p:cNvPr>
          <p:cNvSpPr/>
          <p:nvPr/>
        </p:nvSpPr>
        <p:spPr>
          <a:xfrm>
            <a:off x="961029" y="5209392"/>
            <a:ext cx="745975" cy="745975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90%</a:t>
            </a:r>
            <a:endParaRPr lang="en-US" sz="1600" b="1" dirty="0"/>
          </a:p>
        </p:txBody>
      </p:sp>
      <p:sp>
        <p:nvSpPr>
          <p:cNvPr id="28" name="Rectangle: Rounded Corners 53">
            <a:extLst>
              <a:ext uri="{FF2B5EF4-FFF2-40B4-BE49-F238E27FC236}">
                <a16:creationId xmlns:a16="http://schemas.microsoft.com/office/drawing/2014/main" id="{B2BC7CBB-7765-F2FC-64B5-D3312517D9BF}"/>
              </a:ext>
            </a:extLst>
          </p:cNvPr>
          <p:cNvSpPr/>
          <p:nvPr/>
        </p:nvSpPr>
        <p:spPr>
          <a:xfrm>
            <a:off x="2378671" y="1506716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54">
            <a:extLst>
              <a:ext uri="{FF2B5EF4-FFF2-40B4-BE49-F238E27FC236}">
                <a16:creationId xmlns:a16="http://schemas.microsoft.com/office/drawing/2014/main" id="{FB37647F-8EF9-9BA6-F138-1E71D654E6A7}"/>
              </a:ext>
            </a:extLst>
          </p:cNvPr>
          <p:cNvSpPr/>
          <p:nvPr/>
        </p:nvSpPr>
        <p:spPr>
          <a:xfrm rot="10800000">
            <a:off x="2378667" y="1876818"/>
            <a:ext cx="478567" cy="4078549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55">
            <a:extLst>
              <a:ext uri="{FF2B5EF4-FFF2-40B4-BE49-F238E27FC236}">
                <a16:creationId xmlns:a16="http://schemas.microsoft.com/office/drawing/2014/main" id="{266B30F4-7993-602A-BBF8-BD826531D48D}"/>
              </a:ext>
            </a:extLst>
          </p:cNvPr>
          <p:cNvSpPr/>
          <p:nvPr/>
        </p:nvSpPr>
        <p:spPr>
          <a:xfrm>
            <a:off x="2244967" y="5209392"/>
            <a:ext cx="745975" cy="74597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95%</a:t>
            </a:r>
            <a:endParaRPr lang="en-US" sz="1600" b="1" dirty="0"/>
          </a:p>
        </p:txBody>
      </p:sp>
      <p:sp>
        <p:nvSpPr>
          <p:cNvPr id="31" name="Rectangle: Rounded Corners 57">
            <a:extLst>
              <a:ext uri="{FF2B5EF4-FFF2-40B4-BE49-F238E27FC236}">
                <a16:creationId xmlns:a16="http://schemas.microsoft.com/office/drawing/2014/main" id="{3B8C31E8-2288-BEC9-F741-36FA80C45C5C}"/>
              </a:ext>
            </a:extLst>
          </p:cNvPr>
          <p:cNvSpPr/>
          <p:nvPr/>
        </p:nvSpPr>
        <p:spPr>
          <a:xfrm>
            <a:off x="3662609" y="1506716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58">
            <a:extLst>
              <a:ext uri="{FF2B5EF4-FFF2-40B4-BE49-F238E27FC236}">
                <a16:creationId xmlns:a16="http://schemas.microsoft.com/office/drawing/2014/main" id="{68310B08-AB9E-A01F-6CE1-DF42DAA2AE40}"/>
              </a:ext>
            </a:extLst>
          </p:cNvPr>
          <p:cNvSpPr/>
          <p:nvPr/>
        </p:nvSpPr>
        <p:spPr>
          <a:xfrm rot="10800000">
            <a:off x="3662605" y="2559573"/>
            <a:ext cx="478567" cy="3395794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59">
            <a:extLst>
              <a:ext uri="{FF2B5EF4-FFF2-40B4-BE49-F238E27FC236}">
                <a16:creationId xmlns:a16="http://schemas.microsoft.com/office/drawing/2014/main" id="{0FF70D9F-09AE-D902-53DC-0C8E86A16596}"/>
              </a:ext>
            </a:extLst>
          </p:cNvPr>
          <p:cNvSpPr/>
          <p:nvPr/>
        </p:nvSpPr>
        <p:spPr>
          <a:xfrm>
            <a:off x="3528905" y="5209392"/>
            <a:ext cx="745975" cy="74597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85%</a:t>
            </a:r>
            <a:endParaRPr lang="en-US" sz="1600" b="1" dirty="0"/>
          </a:p>
        </p:txBody>
      </p:sp>
      <p:sp>
        <p:nvSpPr>
          <p:cNvPr id="34" name="Rectangle: Rounded Corners 61">
            <a:extLst>
              <a:ext uri="{FF2B5EF4-FFF2-40B4-BE49-F238E27FC236}">
                <a16:creationId xmlns:a16="http://schemas.microsoft.com/office/drawing/2014/main" id="{7156B5D0-4377-D660-DF4E-790BC9ACE0B1}"/>
              </a:ext>
            </a:extLst>
          </p:cNvPr>
          <p:cNvSpPr/>
          <p:nvPr/>
        </p:nvSpPr>
        <p:spPr>
          <a:xfrm>
            <a:off x="4946547" y="1506716"/>
            <a:ext cx="478565" cy="444865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62">
            <a:extLst>
              <a:ext uri="{FF2B5EF4-FFF2-40B4-BE49-F238E27FC236}">
                <a16:creationId xmlns:a16="http://schemas.microsoft.com/office/drawing/2014/main" id="{227EEADD-FAF4-C4C9-1A6D-453AFB0590E4}"/>
              </a:ext>
            </a:extLst>
          </p:cNvPr>
          <p:cNvSpPr/>
          <p:nvPr/>
        </p:nvSpPr>
        <p:spPr>
          <a:xfrm rot="10800000">
            <a:off x="4946543" y="2149738"/>
            <a:ext cx="478567" cy="3805627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63">
            <a:extLst>
              <a:ext uri="{FF2B5EF4-FFF2-40B4-BE49-F238E27FC236}">
                <a16:creationId xmlns:a16="http://schemas.microsoft.com/office/drawing/2014/main" id="{DBF142C7-1BA2-BE61-38FA-B61D0845B350}"/>
              </a:ext>
            </a:extLst>
          </p:cNvPr>
          <p:cNvSpPr/>
          <p:nvPr/>
        </p:nvSpPr>
        <p:spPr>
          <a:xfrm>
            <a:off x="4812843" y="5209392"/>
            <a:ext cx="745975" cy="74597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k-UA" sz="1600" b="1" dirty="0"/>
              <a:t>92%</a:t>
            </a:r>
            <a:endParaRPr lang="en-US" sz="16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186DFB-0A63-C449-01CF-7EB970C56B9D}"/>
              </a:ext>
            </a:extLst>
          </p:cNvPr>
          <p:cNvSpPr txBox="1"/>
          <p:nvPr/>
        </p:nvSpPr>
        <p:spPr>
          <a:xfrm>
            <a:off x="913431" y="6031744"/>
            <a:ext cx="91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Графік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C764BB-ED4C-F3C5-4EA0-627FF74EAD63}"/>
              </a:ext>
            </a:extLst>
          </p:cNvPr>
          <p:cNvSpPr txBox="1"/>
          <p:nvPr/>
        </p:nvSpPr>
        <p:spPr>
          <a:xfrm>
            <a:off x="2177161" y="6028844"/>
            <a:ext cx="959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Бюджет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071098-565A-0D9B-3063-A986D70CB2BA}"/>
              </a:ext>
            </a:extLst>
          </p:cNvPr>
          <p:cNvSpPr txBox="1"/>
          <p:nvPr/>
        </p:nvSpPr>
        <p:spPr>
          <a:xfrm>
            <a:off x="3470677" y="6033710"/>
            <a:ext cx="1024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Ресурси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A16A7A-899A-6F5F-64BB-02AFF1D38023}"/>
              </a:ext>
            </a:extLst>
          </p:cNvPr>
          <p:cNvSpPr txBox="1"/>
          <p:nvPr/>
        </p:nvSpPr>
        <p:spPr>
          <a:xfrm>
            <a:off x="4761496" y="6028844"/>
            <a:ext cx="91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Cyrl-AZ" sz="1800" dirty="0"/>
              <a:t>Якість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90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9354C-4BD4-B2F7-CEB4-35EBF749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BEE26BEE-5742-AB22-0CFA-43D4672AADAC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az-Cyrl-AZ" sz="4400" dirty="0">
                <a:latin typeface="+mj-lt"/>
              </a:rPr>
              <a:t>Додатки</a:t>
            </a:r>
            <a:endParaRPr lang="en-US" sz="4400" dirty="0">
              <a:latin typeface="+mj-lt"/>
            </a:endParaRP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80EB6500-D313-253D-D73F-9774857EEB25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174BFD-CA52-5BB8-5C43-F4B79AD7CEC3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33204F7-8A12-95C2-32FB-BD371BC0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5/15/2026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3DF3B-33AB-660D-1DCA-6736D3A5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24</a:t>
            </a:fld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5FFF37-82BC-396D-DED8-1FEE345FB3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2"/>
          <a:stretch>
            <a:fillRect/>
          </a:stretch>
        </p:blipFill>
        <p:spPr bwMode="auto">
          <a:xfrm>
            <a:off x="525462" y="1329689"/>
            <a:ext cx="5125143" cy="27184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5BF44F-99E2-C364-246F-70CABB5247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19"/>
          <a:stretch>
            <a:fillRect/>
          </a:stretch>
        </p:blipFill>
        <p:spPr bwMode="auto">
          <a:xfrm>
            <a:off x="6221721" y="1329690"/>
            <a:ext cx="5277193" cy="27184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A81372-8C77-8070-6640-7D8E58E01668}"/>
              </a:ext>
            </a:extLst>
          </p:cNvPr>
          <p:cNvSpPr txBox="1"/>
          <p:nvPr/>
        </p:nvSpPr>
        <p:spPr>
          <a:xfrm>
            <a:off x="1266825" y="446357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z-Cyrl-AZ" b="1" dirty="0"/>
              <a:t>Інформаційні ресурси: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sng" dirty="0">
                <a:hlinkClick r:id="rId4"/>
              </a:rPr>
              <a:t>https://repository.pdmu.edu.ua/handle/123456789/27451</a:t>
            </a:r>
            <a:r>
              <a:rPr lang="az-Cyrl-AZ" dirty="0"/>
              <a:t>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u="sng" dirty="0">
                <a:hlinkClick r:id="rId5"/>
              </a:rPr>
              <a:t>http://dpc.edu.ua/</a:t>
            </a:r>
            <a:r>
              <a:rPr lang="az-Cyrl-AZ" dirty="0"/>
              <a:t>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https://www.facebook.com/Waytohealthfoundation/</a:t>
            </a:r>
            <a:r>
              <a:rPr lang="en-US" dirty="0"/>
              <a:t>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u="sng" dirty="0">
                <a:hlinkClick r:id="rId7"/>
              </a:rPr>
              <a:t>https://urli.info/1sEhs</a:t>
            </a:r>
            <a:r>
              <a:rPr lang="en-US" dirty="0"/>
              <a:t> </a:t>
            </a:r>
            <a:r>
              <a:rPr lang="az-Cyrl-A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891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141D334-8434-4AF3-8014-473FA6D366EC}"/>
              </a:ext>
            </a:extLst>
          </p:cNvPr>
          <p:cNvSpPr/>
          <p:nvPr/>
        </p:nvSpPr>
        <p:spPr>
          <a:xfrm rot="16200000" flipH="1">
            <a:off x="5338916" y="-1"/>
            <a:ext cx="6853083" cy="685308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109F2C-FA85-4317-916E-0B4E5F44B020}"/>
              </a:ext>
            </a:extLst>
          </p:cNvPr>
          <p:cNvCxnSpPr>
            <a:cxnSpLocks/>
          </p:cNvCxnSpPr>
          <p:nvPr/>
        </p:nvCxnSpPr>
        <p:spPr>
          <a:xfrm>
            <a:off x="0" y="2844800"/>
            <a:ext cx="12191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FAA3927-C37E-494D-8BDF-527955E5174E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1F35E-9892-4FEF-BD72-1351948704E9}"/>
              </a:ext>
            </a:extLst>
          </p:cNvPr>
          <p:cNvSpPr txBox="1"/>
          <p:nvPr/>
        </p:nvSpPr>
        <p:spPr>
          <a:xfrm>
            <a:off x="3054350" y="5534253"/>
            <a:ext cx="60833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latin typeface="+mj-lt"/>
              </a:rPr>
              <a:t>THANK </a:t>
            </a:r>
            <a:r>
              <a:rPr lang="en-US" sz="5400" dirty="0">
                <a:latin typeface="+mj-lt"/>
              </a:rPr>
              <a:t>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DEFB15-FA52-4367-BCB9-66BC78D94E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0" t="10000" r="17737" b="10444"/>
          <a:stretch/>
        </p:blipFill>
        <p:spPr>
          <a:xfrm>
            <a:off x="3309261" y="58061"/>
            <a:ext cx="5573478" cy="5573478"/>
          </a:xfrm>
          <a:custGeom>
            <a:avLst/>
            <a:gdLst>
              <a:gd name="connsiteX0" fmla="*/ 2273300 w 4546600"/>
              <a:gd name="connsiteY0" fmla="*/ 0 h 4546600"/>
              <a:gd name="connsiteX1" fmla="*/ 4546600 w 4546600"/>
              <a:gd name="connsiteY1" fmla="*/ 2273300 h 4546600"/>
              <a:gd name="connsiteX2" fmla="*/ 2273300 w 4546600"/>
              <a:gd name="connsiteY2" fmla="*/ 4546600 h 4546600"/>
              <a:gd name="connsiteX3" fmla="*/ 0 w 4546600"/>
              <a:gd name="connsiteY3" fmla="*/ 2273300 h 454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6600" h="4546600">
                <a:moveTo>
                  <a:pt x="2273300" y="0"/>
                </a:moveTo>
                <a:lnTo>
                  <a:pt x="4546600" y="2273300"/>
                </a:lnTo>
                <a:lnTo>
                  <a:pt x="2273300" y="4546600"/>
                </a:lnTo>
                <a:lnTo>
                  <a:pt x="0" y="22733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7530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8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B01B2E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ern 03">
      <a:majorFont>
        <a:latin typeface="Segoe U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</TotalTime>
  <Words>909</Words>
  <Application>Microsoft Office PowerPoint</Application>
  <PresentationFormat>Широкий екран</PresentationFormat>
  <Paragraphs>285</Paragraphs>
  <Slides>25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Candara Light</vt:lpstr>
      <vt:lpstr>Gill Sans MT Ext Condensed Bold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Zver</dc:creator>
  <cp:keywords/>
  <dc:description/>
  <cp:lastModifiedBy>Компанієць Анастасія Андріївна</cp:lastModifiedBy>
  <cp:revision>102</cp:revision>
  <dcterms:created xsi:type="dcterms:W3CDTF">2018-05-07T03:42:01Z</dcterms:created>
  <dcterms:modified xsi:type="dcterms:W3CDTF">2026-05-15T17:04:54Z</dcterms:modified>
  <cp:category/>
</cp:coreProperties>
</file>